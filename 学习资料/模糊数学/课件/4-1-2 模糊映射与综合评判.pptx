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7"/>
  </p:notesMasterIdLst>
  <p:handoutMasterIdLst>
    <p:handoutMasterId r:id="rId48"/>
  </p:handoutMasterIdLst>
  <p:sldIdLst>
    <p:sldId id="257" r:id="rId2"/>
    <p:sldId id="296" r:id="rId3"/>
    <p:sldId id="297" r:id="rId4"/>
    <p:sldId id="295" r:id="rId5"/>
    <p:sldId id="288" r:id="rId6"/>
    <p:sldId id="298" r:id="rId7"/>
    <p:sldId id="299" r:id="rId8"/>
    <p:sldId id="300" r:id="rId9"/>
    <p:sldId id="301" r:id="rId10"/>
    <p:sldId id="302" r:id="rId11"/>
    <p:sldId id="303" r:id="rId12"/>
    <p:sldId id="305" r:id="rId13"/>
    <p:sldId id="306" r:id="rId14"/>
    <p:sldId id="327" r:id="rId15"/>
    <p:sldId id="307" r:id="rId16"/>
    <p:sldId id="328" r:id="rId17"/>
    <p:sldId id="309" r:id="rId18"/>
    <p:sldId id="310" r:id="rId19"/>
    <p:sldId id="311" r:id="rId20"/>
    <p:sldId id="324" r:id="rId21"/>
    <p:sldId id="384" r:id="rId22"/>
    <p:sldId id="326" r:id="rId23"/>
    <p:sldId id="385" r:id="rId24"/>
    <p:sldId id="312" r:id="rId25"/>
    <p:sldId id="313" r:id="rId26"/>
    <p:sldId id="314" r:id="rId27"/>
    <p:sldId id="315" r:id="rId28"/>
    <p:sldId id="383" r:id="rId29"/>
    <p:sldId id="330" r:id="rId30"/>
    <p:sldId id="335" r:id="rId31"/>
    <p:sldId id="386" r:id="rId32"/>
    <p:sldId id="336" r:id="rId33"/>
    <p:sldId id="337" r:id="rId34"/>
    <p:sldId id="338" r:id="rId35"/>
    <p:sldId id="339" r:id="rId36"/>
    <p:sldId id="341" r:id="rId37"/>
    <p:sldId id="342" r:id="rId38"/>
    <p:sldId id="343" r:id="rId39"/>
    <p:sldId id="344" r:id="rId40"/>
    <p:sldId id="345" r:id="rId41"/>
    <p:sldId id="346" r:id="rId42"/>
    <p:sldId id="347" r:id="rId43"/>
    <p:sldId id="348" r:id="rId44"/>
    <p:sldId id="349" r:id="rId45"/>
    <p:sldId id="329" r:id="rId46"/>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E57BFF"/>
    <a:srgbClr val="008000"/>
    <a:srgbClr val="0000EA"/>
    <a:srgbClr val="FF0000"/>
    <a:srgbClr val="FF00FF"/>
    <a:srgbClr val="CC00FF"/>
    <a:srgbClr val="9BF2FB"/>
    <a:srgbClr val="FF3300"/>
    <a:srgbClr val="8014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54" d="100"/>
          <a:sy n="54" d="100"/>
        </p:scale>
        <p:origin x="108" y="618"/>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129027"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129028"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129029"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6554B62E-AA64-4AF7-8644-35D0C0DAEADA}" type="slidenum">
              <a:rPr lang="en-US" altLang="zh-CN"/>
              <a:pPr>
                <a:defRPr/>
              </a:pPr>
              <a:t>‹#›</a:t>
            </a:fld>
            <a:endParaRPr lang="en-US" altLang="zh-CN"/>
          </a:p>
        </p:txBody>
      </p:sp>
    </p:spTree>
    <p:extLst>
      <p:ext uri="{BB962C8B-B14F-4D97-AF65-F5344CB8AC3E}">
        <p14:creationId xmlns:p14="http://schemas.microsoft.com/office/powerpoint/2010/main" val="5076404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7885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327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885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7885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7885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9C34E993-7EAC-4BF7-975C-5C47C1874751}" type="slidenum">
              <a:rPr lang="en-US" altLang="zh-CN"/>
              <a:pPr>
                <a:defRPr/>
              </a:pPr>
              <a:t>‹#›</a:t>
            </a:fld>
            <a:endParaRPr lang="en-US" altLang="zh-CN"/>
          </a:p>
        </p:txBody>
      </p:sp>
    </p:spTree>
    <p:extLst>
      <p:ext uri="{BB962C8B-B14F-4D97-AF65-F5344CB8AC3E}">
        <p14:creationId xmlns:p14="http://schemas.microsoft.com/office/powerpoint/2010/main" val="9301985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CB06681-603B-4615-ACC7-015F7F1052F8}" type="slidenum">
              <a:rPr lang="en-US" altLang="zh-CN" smtClean="0"/>
              <a:pPr eaLnBrk="1" hangingPunct="1"/>
              <a:t>2</a:t>
            </a:fld>
            <a:endParaRPr lang="en-US" altLang="zh-CN"/>
          </a:p>
        </p:txBody>
      </p:sp>
      <p:sp>
        <p:nvSpPr>
          <p:cNvPr id="33795" name="Rectangle 2"/>
          <p:cNvSpPr>
            <a:spLocks noGrp="1" noRot="1" noChangeAspect="1" noChangeArrowheads="1" noTextEdit="1"/>
          </p:cNvSpPr>
          <p:nvPr>
            <p:ph type="sldImg"/>
          </p:nvPr>
        </p:nvSpPr>
        <p:spPr>
          <a:xfrm>
            <a:off x="381000" y="685800"/>
            <a:ext cx="6096000" cy="3429000"/>
          </a:xfrm>
          <a:ln/>
        </p:spPr>
      </p:sp>
      <p:sp>
        <p:nvSpPr>
          <p:cNvPr id="33796" name="Rectangle 3"/>
          <p:cNvSpPr>
            <a:spLocks noGrp="1" noChangeArrowheads="1"/>
          </p:cNvSpPr>
          <p:nvPr>
            <p:ph type="body" idx="1"/>
          </p:nvPr>
        </p:nvSpPr>
        <p:spPr>
          <a:noFill/>
        </p:spPr>
        <p:txBody>
          <a:bodyPr/>
          <a:lstStyle/>
          <a:p>
            <a:pPr eaLnBrk="1" hangingPunct="1"/>
            <a:r>
              <a:rPr lang="zh-CN" altLang="en-US">
                <a:ea typeface="宋体" charset="-122"/>
              </a:rPr>
              <a:t>普通映射概念实际上是把点</a:t>
            </a:r>
            <a:r>
              <a:rPr lang="en-US" altLang="zh-CN">
                <a:ea typeface="宋体" charset="-122"/>
              </a:rPr>
              <a:t>x</a:t>
            </a:r>
            <a:r>
              <a:rPr lang="zh-CN" altLang="en-US">
                <a:ea typeface="宋体" charset="-122"/>
              </a:rPr>
              <a:t>映射为点</a:t>
            </a:r>
            <a:r>
              <a:rPr lang="en-US" altLang="zh-CN">
                <a:ea typeface="宋体" charset="-122"/>
              </a:rPr>
              <a:t>y=f(x)</a:t>
            </a:r>
            <a:r>
              <a:rPr lang="zh-CN" altLang="en-US">
                <a:ea typeface="宋体" charset="-122"/>
              </a:rPr>
              <a:t>，但实际上往往需要将点映射为集合</a:t>
            </a:r>
          </a:p>
          <a:p>
            <a:pPr eaLnBrk="1" hangingPunct="1"/>
            <a:endParaRPr lang="en-US" altLang="zh-CN">
              <a:ea typeface="宋体" charset="-122"/>
            </a:endParaRPr>
          </a:p>
        </p:txBody>
      </p:sp>
    </p:spTree>
    <p:extLst>
      <p:ext uri="{BB962C8B-B14F-4D97-AF65-F5344CB8AC3E}">
        <p14:creationId xmlns:p14="http://schemas.microsoft.com/office/powerpoint/2010/main" val="878954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6B73C41-0117-453A-A7C1-9F593A18C14E}" type="slidenum">
              <a:rPr lang="en-US" altLang="zh-CN" smtClean="0"/>
              <a:pPr eaLnBrk="1" hangingPunct="1"/>
              <a:t>3</a:t>
            </a:fld>
            <a:endParaRPr lang="en-US" altLang="zh-CN"/>
          </a:p>
        </p:txBody>
      </p:sp>
      <p:sp>
        <p:nvSpPr>
          <p:cNvPr id="34819" name="Rectangle 2"/>
          <p:cNvSpPr>
            <a:spLocks noGrp="1" noRot="1" noChangeAspect="1" noChangeArrowheads="1" noTextEdit="1"/>
          </p:cNvSpPr>
          <p:nvPr>
            <p:ph type="sldImg"/>
          </p:nvPr>
        </p:nvSpPr>
        <p:spPr>
          <a:xfrm>
            <a:off x="381000" y="685800"/>
            <a:ext cx="6096000" cy="3429000"/>
          </a:xfrm>
          <a:ln/>
        </p:spPr>
      </p:sp>
      <p:sp>
        <p:nvSpPr>
          <p:cNvPr id="34820"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3934256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2EE779F-5827-4904-A455-04A2A99E5B96}" type="slidenum">
              <a:rPr lang="en-US" altLang="zh-CN" smtClean="0"/>
              <a:pPr eaLnBrk="1" hangingPunct="1"/>
              <a:t>17</a:t>
            </a:fld>
            <a:endParaRPr lang="en-US" altLang="zh-CN"/>
          </a:p>
        </p:txBody>
      </p:sp>
      <p:sp>
        <p:nvSpPr>
          <p:cNvPr id="35843" name="Rectangle 2"/>
          <p:cNvSpPr>
            <a:spLocks noGrp="1" noRot="1" noChangeAspect="1" noChangeArrowheads="1" noTextEdit="1"/>
          </p:cNvSpPr>
          <p:nvPr>
            <p:ph type="sldImg"/>
          </p:nvPr>
        </p:nvSpPr>
        <p:spPr>
          <a:xfrm>
            <a:off x="381000" y="685800"/>
            <a:ext cx="6096000" cy="3429000"/>
          </a:xfrm>
          <a:ln/>
        </p:spPr>
      </p:sp>
      <p:sp>
        <p:nvSpPr>
          <p:cNvPr id="35844" name="Rectangle 3"/>
          <p:cNvSpPr>
            <a:spLocks noGrp="1" noChangeArrowheads="1"/>
          </p:cNvSpPr>
          <p:nvPr>
            <p:ph type="body" idx="1"/>
          </p:nvPr>
        </p:nvSpPr>
        <p:spPr>
          <a:noFill/>
        </p:spPr>
        <p:txBody>
          <a:bodyPr/>
          <a:lstStyle/>
          <a:p>
            <a:pPr eaLnBrk="1" hangingPunct="1"/>
            <a:r>
              <a:rPr lang="zh-CN" altLang="en-US">
                <a:ea typeface="宋体" charset="-122"/>
              </a:rPr>
              <a:t>映射（点</a:t>
            </a:r>
            <a:r>
              <a:rPr lang="zh-CN" altLang="en-US">
                <a:ea typeface="宋体" charset="-122"/>
                <a:sym typeface="Wingdings" pitchFamily="2" charset="2"/>
              </a:rPr>
              <a:t></a:t>
            </a:r>
            <a:r>
              <a:rPr lang="zh-CN" altLang="en-US">
                <a:ea typeface="宋体" charset="-122"/>
              </a:rPr>
              <a:t>点），点集映射</a:t>
            </a:r>
            <a:r>
              <a:rPr lang="en-US" altLang="zh-CN">
                <a:ea typeface="宋体" charset="-122"/>
              </a:rPr>
              <a:t>(</a:t>
            </a:r>
            <a:r>
              <a:rPr lang="zh-CN" altLang="en-US">
                <a:ea typeface="宋体" charset="-122"/>
              </a:rPr>
              <a:t>点</a:t>
            </a:r>
            <a:r>
              <a:rPr lang="zh-CN" altLang="en-US">
                <a:ea typeface="宋体" charset="-122"/>
                <a:sym typeface="Wingdings" pitchFamily="2" charset="2"/>
              </a:rPr>
              <a:t>普通集合</a:t>
            </a:r>
            <a:r>
              <a:rPr lang="en-US" altLang="zh-CN">
                <a:ea typeface="宋体" charset="-122"/>
              </a:rPr>
              <a:t>)</a:t>
            </a:r>
            <a:r>
              <a:rPr lang="zh-CN" altLang="en-US">
                <a:ea typeface="宋体" charset="-122"/>
              </a:rPr>
              <a:t>，</a:t>
            </a:r>
            <a:r>
              <a:rPr lang="en-US" altLang="zh-CN">
                <a:ea typeface="宋体" charset="-122"/>
              </a:rPr>
              <a:t>F</a:t>
            </a:r>
            <a:r>
              <a:rPr lang="zh-CN" altLang="en-US">
                <a:ea typeface="宋体" charset="-122"/>
              </a:rPr>
              <a:t>映射（点</a:t>
            </a:r>
            <a:r>
              <a:rPr lang="zh-CN" altLang="en-US">
                <a:ea typeface="宋体" charset="-122"/>
                <a:sym typeface="Wingdings" pitchFamily="2" charset="2"/>
              </a:rPr>
              <a:t></a:t>
            </a:r>
            <a:r>
              <a:rPr lang="en-US" altLang="zh-CN">
                <a:ea typeface="宋体" charset="-122"/>
              </a:rPr>
              <a:t>F</a:t>
            </a:r>
            <a:r>
              <a:rPr lang="zh-CN" altLang="en-US">
                <a:ea typeface="宋体" charset="-122"/>
              </a:rPr>
              <a:t>集合），</a:t>
            </a:r>
            <a:r>
              <a:rPr lang="en-US" altLang="zh-CN">
                <a:ea typeface="宋体" charset="-122"/>
              </a:rPr>
              <a:t>F</a:t>
            </a:r>
            <a:r>
              <a:rPr lang="zh-CN" altLang="en-US">
                <a:ea typeface="宋体" charset="-122"/>
              </a:rPr>
              <a:t>变换</a:t>
            </a:r>
            <a:r>
              <a:rPr lang="en-US" altLang="zh-CN">
                <a:ea typeface="宋体" charset="-122"/>
              </a:rPr>
              <a:t>(F</a:t>
            </a:r>
            <a:r>
              <a:rPr lang="zh-CN" altLang="en-US">
                <a:ea typeface="宋体" charset="-122"/>
              </a:rPr>
              <a:t>集合</a:t>
            </a:r>
            <a:r>
              <a:rPr lang="zh-CN" altLang="en-US">
                <a:ea typeface="宋体" charset="-122"/>
                <a:sym typeface="Wingdings" pitchFamily="2" charset="2"/>
              </a:rPr>
              <a:t></a:t>
            </a:r>
            <a:r>
              <a:rPr lang="en-US" altLang="zh-CN">
                <a:ea typeface="宋体" charset="-122"/>
                <a:sym typeface="Wingdings" pitchFamily="2" charset="2"/>
              </a:rPr>
              <a:t>F</a:t>
            </a:r>
            <a:r>
              <a:rPr lang="zh-CN" altLang="en-US">
                <a:ea typeface="宋体" charset="-122"/>
                <a:sym typeface="Wingdings" pitchFamily="2" charset="2"/>
              </a:rPr>
              <a:t>集合</a:t>
            </a:r>
            <a:r>
              <a:rPr lang="en-US" altLang="zh-CN">
                <a:ea typeface="宋体" charset="-122"/>
              </a:rPr>
              <a:t>)</a:t>
            </a:r>
          </a:p>
        </p:txBody>
      </p:sp>
    </p:spTree>
    <p:extLst>
      <p:ext uri="{BB962C8B-B14F-4D97-AF65-F5344CB8AC3E}">
        <p14:creationId xmlns:p14="http://schemas.microsoft.com/office/powerpoint/2010/main" val="191672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A158B464-3657-4739-A6F7-1D0281C62CD3}" type="slidenum">
              <a:rPr lang="en-US" altLang="zh-CN" smtClean="0"/>
              <a:pPr/>
              <a:t>35</a:t>
            </a:fld>
            <a:endParaRPr lang="en-US" altLang="zh-CN"/>
          </a:p>
        </p:txBody>
      </p:sp>
      <p:sp>
        <p:nvSpPr>
          <p:cNvPr id="77827" name="Rectangle 2"/>
          <p:cNvSpPr>
            <a:spLocks noGrp="1" noRot="1" noChangeAspect="1" noChangeArrowheads="1" noTextEdit="1"/>
          </p:cNvSpPr>
          <p:nvPr>
            <p:ph type="sldImg"/>
          </p:nvPr>
        </p:nvSpPr>
        <p:spPr>
          <a:xfrm>
            <a:off x="381000" y="685800"/>
            <a:ext cx="6096000" cy="3429000"/>
          </a:xfrm>
          <a:ln/>
        </p:spPr>
      </p:sp>
      <p:sp>
        <p:nvSpPr>
          <p:cNvPr id="77828" name="Rectangle 3"/>
          <p:cNvSpPr>
            <a:spLocks noGrp="1" noChangeArrowheads="1"/>
          </p:cNvSpPr>
          <p:nvPr>
            <p:ph type="body" idx="1"/>
          </p:nvPr>
        </p:nvSpPr>
        <p:spPr>
          <a:noFill/>
        </p:spPr>
        <p:txBody>
          <a:bodyPr/>
          <a:lstStyle/>
          <a:p>
            <a:pPr eaLnBrk="1" hangingPunct="1"/>
            <a:r>
              <a:rPr lang="zh-CN" altLang="en-US">
                <a:ea typeface="宋体" charset="-122"/>
              </a:rPr>
              <a:t>如对学生的评价应该考虑到各门功课的成绩，但绝不能忽略品行和健康，在歌手大赛中，也不能只考虑艺术水平而忽略了歌手的文化素质。</a:t>
            </a:r>
          </a:p>
        </p:txBody>
      </p:sp>
    </p:spTree>
    <p:extLst>
      <p:ext uri="{BB962C8B-B14F-4D97-AF65-F5344CB8AC3E}">
        <p14:creationId xmlns:p14="http://schemas.microsoft.com/office/powerpoint/2010/main" val="248060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9FE7C20A-22B0-4315-9FE2-93B1D3B92424}" type="slidenum">
              <a:rPr lang="en-US" altLang="zh-CN" smtClean="0"/>
              <a:pPr/>
              <a:t>37</a:t>
            </a:fld>
            <a:endParaRPr lang="en-US" altLang="zh-CN"/>
          </a:p>
        </p:txBody>
      </p:sp>
      <p:sp>
        <p:nvSpPr>
          <p:cNvPr id="78851" name="Rectangle 2"/>
          <p:cNvSpPr>
            <a:spLocks noGrp="1" noRot="1" noChangeAspect="1" noChangeArrowheads="1" noTextEdit="1"/>
          </p:cNvSpPr>
          <p:nvPr>
            <p:ph type="sldImg"/>
          </p:nvPr>
        </p:nvSpPr>
        <p:spPr>
          <a:xfrm>
            <a:off x="381000" y="685800"/>
            <a:ext cx="6096000" cy="3429000"/>
          </a:xfrm>
          <a:ln/>
        </p:spPr>
      </p:sp>
      <p:sp>
        <p:nvSpPr>
          <p:cNvPr id="78852" name="Rectangle 3"/>
          <p:cNvSpPr>
            <a:spLocks noGrp="1" noChangeArrowheads="1"/>
          </p:cNvSpPr>
          <p:nvPr>
            <p:ph type="body" idx="1"/>
          </p:nvPr>
        </p:nvSpPr>
        <p:spPr>
          <a:noFill/>
        </p:spPr>
        <p:txBody>
          <a:bodyPr/>
          <a:lstStyle/>
          <a:p>
            <a:pPr eaLnBrk="1" hangingPunct="1"/>
            <a:r>
              <a:rPr lang="en-US" altLang="zh-CN" dirty="0">
                <a:ea typeface="宋体" charset="-122"/>
              </a:rPr>
              <a:t>U</a:t>
            </a:r>
            <a:r>
              <a:rPr lang="zh-CN" altLang="en-US" dirty="0">
                <a:ea typeface="宋体" charset="-122"/>
              </a:rPr>
              <a:t>：如对教师的教学质量评估中：教材熟练程度、逻辑性程度、启发性程度、生动有趣程度的板书整洁程度等</a:t>
            </a:r>
          </a:p>
          <a:p>
            <a:pPr eaLnBrk="1" hangingPunct="1"/>
            <a:r>
              <a:rPr lang="en-US" altLang="zh-CN" dirty="0">
                <a:ea typeface="宋体" charset="-122"/>
              </a:rPr>
              <a:t>U: </a:t>
            </a:r>
            <a:r>
              <a:rPr lang="zh-CN" altLang="en-US" dirty="0">
                <a:ea typeface="宋体" charset="-122"/>
              </a:rPr>
              <a:t>如产品中外观</a:t>
            </a:r>
            <a:r>
              <a:rPr lang="en-US" altLang="zh-CN" dirty="0">
                <a:ea typeface="宋体" charset="-122"/>
              </a:rPr>
              <a:t>,</a:t>
            </a:r>
            <a:r>
              <a:rPr lang="zh-CN" altLang="en-US" dirty="0">
                <a:ea typeface="宋体" charset="-122"/>
              </a:rPr>
              <a:t>性能</a:t>
            </a:r>
            <a:r>
              <a:rPr lang="en-US" altLang="zh-CN" dirty="0">
                <a:ea typeface="宋体" charset="-122"/>
              </a:rPr>
              <a:t>,</a:t>
            </a:r>
            <a:r>
              <a:rPr lang="zh-CN" altLang="en-US" dirty="0">
                <a:ea typeface="宋体" charset="-122"/>
              </a:rPr>
              <a:t>价格等</a:t>
            </a:r>
          </a:p>
          <a:p>
            <a:pPr eaLnBrk="1" hangingPunct="1"/>
            <a:r>
              <a:rPr lang="en-US" altLang="zh-CN" dirty="0">
                <a:ea typeface="宋体" charset="-122"/>
              </a:rPr>
              <a:t>V</a:t>
            </a:r>
            <a:r>
              <a:rPr lang="zh-CN" altLang="en-US" dirty="0">
                <a:ea typeface="宋体" charset="-122"/>
              </a:rPr>
              <a:t>：优秀、良好、一般、不好。</a:t>
            </a:r>
          </a:p>
        </p:txBody>
      </p:sp>
    </p:spTree>
    <p:extLst>
      <p:ext uri="{BB962C8B-B14F-4D97-AF65-F5344CB8AC3E}">
        <p14:creationId xmlns:p14="http://schemas.microsoft.com/office/powerpoint/2010/main" val="3995873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CA84207B-0EFF-4B7C-8BEA-42CF5FE88980}" type="slidenum">
              <a:rPr lang="en-US" altLang="zh-CN" smtClean="0"/>
              <a:pPr/>
              <a:t>38</a:t>
            </a:fld>
            <a:endParaRPr lang="en-US" altLang="zh-CN"/>
          </a:p>
        </p:txBody>
      </p:sp>
      <p:sp>
        <p:nvSpPr>
          <p:cNvPr id="79875" name="Rectangle 2"/>
          <p:cNvSpPr>
            <a:spLocks noGrp="1" noRot="1" noChangeAspect="1" noChangeArrowheads="1" noTextEdit="1"/>
          </p:cNvSpPr>
          <p:nvPr>
            <p:ph type="sldImg"/>
          </p:nvPr>
        </p:nvSpPr>
        <p:spPr>
          <a:xfrm>
            <a:off x="381000" y="685800"/>
            <a:ext cx="6096000" cy="3429000"/>
          </a:xfrm>
          <a:ln/>
        </p:spPr>
      </p:sp>
      <p:sp>
        <p:nvSpPr>
          <p:cNvPr id="79876" name="Rectangle 3"/>
          <p:cNvSpPr>
            <a:spLocks noGrp="1" noChangeArrowheads="1"/>
          </p:cNvSpPr>
          <p:nvPr>
            <p:ph type="body" idx="1"/>
          </p:nvPr>
        </p:nvSpPr>
        <p:spPr>
          <a:noFill/>
        </p:spPr>
        <p:txBody>
          <a:bodyPr/>
          <a:lstStyle/>
          <a:p>
            <a:pPr eaLnBrk="1" hangingPunct="1"/>
            <a:r>
              <a:rPr lang="en-US" altLang="zh-CN">
                <a:ea typeface="宋体" charset="-122"/>
              </a:rPr>
              <a:t>Ri</a:t>
            </a:r>
            <a:r>
              <a:rPr lang="zh-CN" altLang="en-US">
                <a:ea typeface="宋体" charset="-122"/>
              </a:rPr>
              <a:t>为统计得的结果</a:t>
            </a:r>
          </a:p>
        </p:txBody>
      </p:sp>
    </p:spTree>
    <p:extLst>
      <p:ext uri="{BB962C8B-B14F-4D97-AF65-F5344CB8AC3E}">
        <p14:creationId xmlns:p14="http://schemas.microsoft.com/office/powerpoint/2010/main" val="515176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F8CD2A27-D6A6-4C61-B872-8DC69B413A11}" type="slidenum">
              <a:rPr lang="en-US" altLang="zh-CN" smtClean="0"/>
              <a:pPr/>
              <a:t>39</a:t>
            </a:fld>
            <a:endParaRPr lang="en-US" altLang="zh-CN"/>
          </a:p>
        </p:txBody>
      </p:sp>
      <p:sp>
        <p:nvSpPr>
          <p:cNvPr id="80899" name="Rectangle 2"/>
          <p:cNvSpPr>
            <a:spLocks noGrp="1" noRot="1" noChangeAspect="1" noChangeArrowheads="1" noTextEdit="1"/>
          </p:cNvSpPr>
          <p:nvPr>
            <p:ph type="sldImg"/>
          </p:nvPr>
        </p:nvSpPr>
        <p:spPr>
          <a:xfrm>
            <a:off x="381000" y="685800"/>
            <a:ext cx="6096000" cy="3429000"/>
          </a:xfrm>
          <a:ln/>
        </p:spPr>
      </p:sp>
      <p:sp>
        <p:nvSpPr>
          <p:cNvPr id="80900" name="Rectangle 3"/>
          <p:cNvSpPr>
            <a:spLocks noGrp="1" noChangeArrowheads="1"/>
          </p:cNvSpPr>
          <p:nvPr>
            <p:ph type="body" idx="1"/>
          </p:nvPr>
        </p:nvSpPr>
        <p:spPr>
          <a:noFill/>
        </p:spPr>
        <p:txBody>
          <a:bodyPr/>
          <a:lstStyle/>
          <a:p>
            <a:pPr eaLnBrk="1" hangingPunct="1"/>
            <a:r>
              <a:rPr lang="en-US" altLang="zh-CN">
                <a:ea typeface="宋体" charset="-122"/>
              </a:rPr>
              <a:t>U:</a:t>
            </a:r>
            <a:r>
              <a:rPr lang="zh-CN" altLang="en-US">
                <a:ea typeface="宋体" charset="-122"/>
              </a:rPr>
              <a:t>产品的外观</a:t>
            </a:r>
            <a:r>
              <a:rPr lang="en-US" altLang="zh-CN">
                <a:ea typeface="宋体" charset="-122"/>
              </a:rPr>
              <a:t>,</a:t>
            </a:r>
            <a:r>
              <a:rPr lang="zh-CN" altLang="en-US">
                <a:ea typeface="宋体" charset="-122"/>
              </a:rPr>
              <a:t>性能</a:t>
            </a:r>
            <a:r>
              <a:rPr lang="en-US" altLang="zh-CN">
                <a:ea typeface="宋体" charset="-122"/>
              </a:rPr>
              <a:t>,</a:t>
            </a:r>
            <a:r>
              <a:rPr lang="zh-CN" altLang="en-US">
                <a:ea typeface="宋体" charset="-122"/>
              </a:rPr>
              <a:t>价格</a:t>
            </a:r>
            <a:r>
              <a:rPr lang="en-US" altLang="zh-CN">
                <a:ea typeface="宋体" charset="-122"/>
              </a:rPr>
              <a:t>,   V:</a:t>
            </a:r>
            <a:r>
              <a:rPr lang="zh-CN" altLang="en-US">
                <a:ea typeface="宋体" charset="-122"/>
              </a:rPr>
              <a:t>优秀</a:t>
            </a:r>
            <a:r>
              <a:rPr lang="en-US" altLang="zh-CN">
                <a:ea typeface="宋体" charset="-122"/>
              </a:rPr>
              <a:t>,</a:t>
            </a:r>
            <a:r>
              <a:rPr lang="zh-CN" altLang="en-US">
                <a:ea typeface="宋体" charset="-122"/>
              </a:rPr>
              <a:t>良好</a:t>
            </a:r>
            <a:r>
              <a:rPr lang="en-US" altLang="zh-CN">
                <a:ea typeface="宋体" charset="-122"/>
              </a:rPr>
              <a:t>,</a:t>
            </a:r>
            <a:r>
              <a:rPr lang="zh-CN" altLang="en-US">
                <a:ea typeface="宋体" charset="-122"/>
              </a:rPr>
              <a:t>一般</a:t>
            </a:r>
            <a:r>
              <a:rPr lang="en-US" altLang="zh-CN">
                <a:ea typeface="宋体" charset="-122"/>
              </a:rPr>
              <a:t>,</a:t>
            </a:r>
            <a:r>
              <a:rPr lang="zh-CN" altLang="en-US">
                <a:ea typeface="宋体" charset="-122"/>
              </a:rPr>
              <a:t>不好</a:t>
            </a:r>
          </a:p>
        </p:txBody>
      </p:sp>
    </p:spTree>
    <p:extLst>
      <p:ext uri="{BB962C8B-B14F-4D97-AF65-F5344CB8AC3E}">
        <p14:creationId xmlns:p14="http://schemas.microsoft.com/office/powerpoint/2010/main" val="2204402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276CE1A-0D4E-4F3E-90C7-0E6584BC4CAD}" type="slidenum">
              <a:rPr lang="en-US" altLang="zh-CN" smtClean="0"/>
              <a:pPr/>
              <a:t>40</a:t>
            </a:fld>
            <a:endParaRPr lang="en-US" altLang="zh-CN"/>
          </a:p>
        </p:txBody>
      </p:sp>
      <p:sp>
        <p:nvSpPr>
          <p:cNvPr id="81923" name="Rectangle 2"/>
          <p:cNvSpPr>
            <a:spLocks noGrp="1" noRot="1" noChangeAspect="1" noChangeArrowheads="1" noTextEdit="1"/>
          </p:cNvSpPr>
          <p:nvPr>
            <p:ph type="sldImg"/>
          </p:nvPr>
        </p:nvSpPr>
        <p:spPr>
          <a:xfrm>
            <a:off x="381000" y="685800"/>
            <a:ext cx="6096000" cy="3429000"/>
          </a:xfrm>
          <a:ln/>
        </p:spPr>
      </p:sp>
      <p:sp>
        <p:nvSpPr>
          <p:cNvPr id="81924" name="Rectangle 3"/>
          <p:cNvSpPr>
            <a:spLocks noGrp="1" noChangeArrowheads="1"/>
          </p:cNvSpPr>
          <p:nvPr>
            <p:ph type="body" idx="1"/>
          </p:nvPr>
        </p:nvSpPr>
        <p:spPr>
          <a:noFill/>
        </p:spPr>
        <p:txBody>
          <a:bodyPr/>
          <a:lstStyle/>
          <a:p>
            <a:pPr eaLnBrk="1" hangingPunct="1"/>
            <a:r>
              <a:rPr lang="en-US" altLang="zh-CN" dirty="0">
                <a:solidFill>
                  <a:schemeClr val="bg2"/>
                </a:solidFill>
                <a:ea typeface="黑体" pitchFamily="2" charset="-122"/>
              </a:rPr>
              <a:t> </a:t>
            </a:r>
            <a:r>
              <a:rPr lang="zh-CN" altLang="en-US" dirty="0">
                <a:solidFill>
                  <a:schemeClr val="bg2"/>
                </a:solidFill>
                <a:ea typeface="黑体" pitchFamily="2" charset="-122"/>
              </a:rPr>
              <a:t>由于各因素对事物的影响程度不尽相同，有些</a:t>
            </a:r>
          </a:p>
        </p:txBody>
      </p:sp>
    </p:spTree>
    <p:extLst>
      <p:ext uri="{BB962C8B-B14F-4D97-AF65-F5344CB8AC3E}">
        <p14:creationId xmlns:p14="http://schemas.microsoft.com/office/powerpoint/2010/main" val="3036889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2192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grpSp>
      <p:sp>
        <p:nvSpPr>
          <p:cNvPr id="36883" name="Rectangle 19"/>
          <p:cNvSpPr>
            <a:spLocks noGrp="1" noChangeArrowheads="1"/>
          </p:cNvSpPr>
          <p:nvPr>
            <p:ph type="ctrTitle"/>
          </p:nvPr>
        </p:nvSpPr>
        <p:spPr>
          <a:xfrm>
            <a:off x="3962400" y="1828800"/>
            <a:ext cx="8026400" cy="2209800"/>
          </a:xfrm>
        </p:spPr>
        <p:txBody>
          <a:bodyPr/>
          <a:lstStyle>
            <a:lvl1pPr>
              <a:defRPr sz="5000">
                <a:solidFill>
                  <a:srgbClr val="FFFFFF"/>
                </a:solidFill>
              </a:defRPr>
            </a:lvl1pPr>
          </a:lstStyle>
          <a:p>
            <a:pPr lvl="0"/>
            <a:r>
              <a:rPr lang="zh-CN" altLang="en-US" noProof="0"/>
              <a:t>单击此处编辑母版标题样式</a:t>
            </a:r>
          </a:p>
        </p:txBody>
      </p:sp>
      <p:sp>
        <p:nvSpPr>
          <p:cNvPr id="36884" name="Rectangle 20"/>
          <p:cNvSpPr>
            <a:spLocks noGrp="1" noChangeArrowheads="1"/>
          </p:cNvSpPr>
          <p:nvPr>
            <p:ph type="subTitle" idx="1"/>
          </p:nvPr>
        </p:nvSpPr>
        <p:spPr>
          <a:xfrm>
            <a:off x="3962400" y="4267200"/>
            <a:ext cx="80264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776817" y="6262255"/>
            <a:ext cx="28448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4206681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xfrm>
            <a:off x="163760" y="6244722"/>
            <a:ext cx="445840" cy="457200"/>
          </a:xfrm>
          <a:ln/>
        </p:spPr>
        <p:txBody>
          <a:bodyPr/>
          <a:lstStyle>
            <a:lvl1pPr>
              <a:defRPr/>
            </a:lvl1pPr>
          </a:lstStyle>
          <a:p>
            <a:pPr>
              <a:defRPr/>
            </a:pPr>
            <a:fld id="{EF24B7D7-F746-4E05-9A11-DD4FB4529D5B}"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687117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98660A3D-5751-4094-B134-2F7EB0B02134}"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030325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D5F832A4-DA84-48AD-8120-BF2F64450805}"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731050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2AF65421-3609-4620-B78D-3C752011E68E}"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844615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EF96100D-D446-46B2-AF39-A58C5E226752}"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059432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xfrm>
            <a:off x="163760" y="6248400"/>
            <a:ext cx="445840" cy="457200"/>
          </a:xfrm>
          <a:ln/>
        </p:spPr>
        <p:txBody>
          <a:bodyPr/>
          <a:lstStyle>
            <a:lvl1pPr>
              <a:defRPr/>
            </a:lvl1pPr>
          </a:lstStyle>
          <a:p>
            <a:pPr>
              <a:defRPr/>
            </a:pPr>
            <a:fld id="{60A77910-E56D-46F5-BE45-5CB12320D1D5}"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90505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07DCCE47-56B4-4DE4-8A1C-50EF4CAF02A1}"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002835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8FEA9127-3FD3-432A-A6B6-9AD796952F43}"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68290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480EF9E9-2983-4348-9383-4E1825EEC34F}"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9379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457200"/>
            <a:ext cx="27432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457200"/>
            <a:ext cx="80264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97EFBFDC-50F6-436D-B7BD-C4B7DCF7119E}"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005550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812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0005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3"/>
          <p:cNvSpPr>
            <a:spLocks noGrp="1" noChangeArrowheads="1"/>
          </p:cNvSpPr>
          <p:nvPr>
            <p:ph type="sldNum" sz="quarter" idx="11"/>
          </p:nvPr>
        </p:nvSpPr>
        <p:spPr>
          <a:ln/>
        </p:spPr>
        <p:txBody>
          <a:bodyPr/>
          <a:lstStyle>
            <a:lvl1pPr>
              <a:defRPr/>
            </a:lvl1pPr>
          </a:lstStyle>
          <a:p>
            <a:pPr>
              <a:defRPr/>
            </a:pPr>
            <a:fld id="{B1928985-958F-4925-BAAA-4C45D70B67B4}" type="slidenum">
              <a:rPr lang="en-US" altLang="zh-CN"/>
              <a:pPr>
                <a:defRPr/>
              </a:pPr>
              <a:t>‹#›</a:t>
            </a:fld>
            <a:endParaRPr lang="en-US" altLang="zh-CN"/>
          </a:p>
        </p:txBody>
      </p:sp>
      <p:sp>
        <p:nvSpPr>
          <p:cNvPr id="8"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9446341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999B3504-16D4-4C04-B1A4-25F8AB881801}"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684124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457200"/>
            <a:ext cx="10972800" cy="5410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C93FB44E-E7C4-4AAD-BB2F-9676668A814B}"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79762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ea typeface="宋体" pitchFamily="2" charset="-122"/>
              </a:defRPr>
            </a:lvl1pPr>
          </a:lstStyle>
          <a:p>
            <a:pPr>
              <a:defRPr/>
            </a:pPr>
            <a:endParaRPr lang="en-US" altLang="zh-CN"/>
          </a:p>
        </p:txBody>
      </p:sp>
      <p:sp>
        <p:nvSpPr>
          <p:cNvPr id="35843" name="Rectangle 3"/>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Black" pitchFamily="34" charset="0"/>
                <a:ea typeface="宋体" pitchFamily="2" charset="-122"/>
              </a:defRPr>
            </a:lvl1pPr>
          </a:lstStyle>
          <a:p>
            <a:pPr>
              <a:defRPr/>
            </a:pPr>
            <a:fld id="{1155DF08-5D85-40F9-ADF9-B6D40951B0C1}" type="slidenum">
              <a:rPr lang="en-US" altLang="zh-CN"/>
              <a:pPr>
                <a:defRPr/>
              </a:pPr>
              <a:t>‹#›</a:t>
            </a:fld>
            <a:endParaRPr lang="en-US" altLang="zh-CN"/>
          </a:p>
        </p:txBody>
      </p:sp>
      <p:grpSp>
        <p:nvGrpSpPr>
          <p:cNvPr id="1028" name="Group 4"/>
          <p:cNvGrpSpPr>
            <a:grpSpLocks/>
          </p:cNvGrpSpPr>
          <p:nvPr/>
        </p:nvGrpSpPr>
        <p:grpSpPr bwMode="auto">
          <a:xfrm>
            <a:off x="0" y="0"/>
            <a:ext cx="12192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grpSp>
      <p:sp>
        <p:nvSpPr>
          <p:cNvPr id="1029" name="Rectangle 14"/>
          <p:cNvSpPr>
            <a:spLocks noGrp="1" noChangeArrowheads="1"/>
          </p:cNvSpPr>
          <p:nvPr>
            <p:ph type="title"/>
          </p:nvPr>
        </p:nvSpPr>
        <p:spPr bwMode="auto">
          <a:xfrm>
            <a:off x="609600" y="457200"/>
            <a:ext cx="10972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609600" y="1981200"/>
            <a:ext cx="109728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5856" name="Rectangle 16"/>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738"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12.xml"/><Relationship Id="rId6" Type="http://schemas.openxmlformats.org/officeDocument/2006/relationships/oleObject" Target="../embeddings/oleObject5.bin"/><Relationship Id="rId5" Type="http://schemas.openxmlformats.org/officeDocument/2006/relationships/image" Target="../media/image4.wmf"/><Relationship Id="rId4" Type="http://schemas.openxmlformats.org/officeDocument/2006/relationships/oleObject" Target="../embeddings/oleObject4.bin"/><Relationship Id="rId9" Type="http://schemas.openxmlformats.org/officeDocument/2006/relationships/image" Target="../media/image6.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7.bin"/><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slideLayout" Target="../slideLayouts/slideLayout12.xml"/><Relationship Id="rId6" Type="http://schemas.openxmlformats.org/officeDocument/2006/relationships/oleObject" Target="../embeddings/oleObject10.bin"/><Relationship Id="rId11" Type="http://schemas.openxmlformats.org/officeDocument/2006/relationships/image" Target="../media/image12.wmf"/><Relationship Id="rId5" Type="http://schemas.openxmlformats.org/officeDocument/2006/relationships/image" Target="../media/image9.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11.wmf"/></Relationships>
</file>

<file path=ppt/slides/_rels/slide10.xml.rels><?xml version="1.0" encoding="UTF-8" standalone="yes"?>
<Relationships xmlns="http://schemas.openxmlformats.org/package/2006/relationships"><Relationship Id="rId3" Type="http://schemas.openxmlformats.org/officeDocument/2006/relationships/image" Target="../media/image13.wmf"/><Relationship Id="rId7" Type="http://schemas.openxmlformats.org/officeDocument/2006/relationships/image" Target="../media/image15.wmf"/><Relationship Id="rId2" Type="http://schemas.openxmlformats.org/officeDocument/2006/relationships/oleObject" Target="../embeddings/oleObject13.bin"/><Relationship Id="rId1" Type="http://schemas.openxmlformats.org/officeDocument/2006/relationships/slideLayout" Target="../slideLayouts/slideLayout12.xml"/><Relationship Id="rId6" Type="http://schemas.openxmlformats.org/officeDocument/2006/relationships/oleObject" Target="../embeddings/oleObject15.bin"/><Relationship Id="rId5" Type="http://schemas.openxmlformats.org/officeDocument/2006/relationships/image" Target="../media/image14.wmf"/><Relationship Id="rId4" Type="http://schemas.openxmlformats.org/officeDocument/2006/relationships/oleObject" Target="../embeddings/oleObject14.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6.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7.bin"/></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12.xml"/><Relationship Id="rId5" Type="http://schemas.openxmlformats.org/officeDocument/2006/relationships/image" Target="../media/image18.wmf"/><Relationship Id="rId4" Type="http://schemas.openxmlformats.org/officeDocument/2006/relationships/oleObject" Target="../embeddings/oleObject18.bin"/></Relationships>
</file>

<file path=ppt/slides/_rels/slide15.x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19.bin"/><Relationship Id="rId1" Type="http://schemas.openxmlformats.org/officeDocument/2006/relationships/slideLayout" Target="../slideLayouts/slideLayout13.xml"/><Relationship Id="rId6" Type="http://schemas.openxmlformats.org/officeDocument/2006/relationships/oleObject" Target="../embeddings/oleObject21.bin"/><Relationship Id="rId5" Type="http://schemas.openxmlformats.org/officeDocument/2006/relationships/image" Target="../media/image20.wmf"/><Relationship Id="rId4" Type="http://schemas.openxmlformats.org/officeDocument/2006/relationships/oleObject" Target="../embeddings/oleObject20.bin"/></Relationships>
</file>

<file path=ppt/slides/_rels/slide1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12.xml"/><Relationship Id="rId5" Type="http://schemas.openxmlformats.org/officeDocument/2006/relationships/image" Target="../media/image18.wmf"/><Relationship Id="rId4" Type="http://schemas.openxmlformats.org/officeDocument/2006/relationships/oleObject" Target="../embeddings/oleObject18.bin"/></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2.bin"/><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3.bin"/><Relationship Id="rId1" Type="http://schemas.openxmlformats.org/officeDocument/2006/relationships/slideLayout" Target="../slideLayouts/slideLayout12.xml"/><Relationship Id="rId5" Type="http://schemas.openxmlformats.org/officeDocument/2006/relationships/image" Target="../media/image25.wmf"/><Relationship Id="rId4" Type="http://schemas.openxmlformats.org/officeDocument/2006/relationships/oleObject" Target="../embeddings/oleObject24.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24.wmf"/><Relationship Id="rId7" Type="http://schemas.openxmlformats.org/officeDocument/2006/relationships/image" Target="../media/image27.wmf"/><Relationship Id="rId2" Type="http://schemas.openxmlformats.org/officeDocument/2006/relationships/oleObject" Target="../embeddings/oleObject23.bin"/><Relationship Id="rId1" Type="http://schemas.openxmlformats.org/officeDocument/2006/relationships/slideLayout" Target="../slideLayouts/slideLayout12.xml"/><Relationship Id="rId6" Type="http://schemas.openxmlformats.org/officeDocument/2006/relationships/oleObject" Target="../embeddings/oleObject26.bin"/><Relationship Id="rId11" Type="http://schemas.openxmlformats.org/officeDocument/2006/relationships/image" Target="../media/image29.wmf"/><Relationship Id="rId5" Type="http://schemas.openxmlformats.org/officeDocument/2006/relationships/image" Target="../media/image26.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28.wmf"/></Relationships>
</file>

<file path=ppt/slides/_rels/slide22.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9.bin"/><Relationship Id="rId1" Type="http://schemas.openxmlformats.org/officeDocument/2006/relationships/slideLayout" Target="../slideLayouts/slideLayout12.xml"/><Relationship Id="rId5" Type="http://schemas.openxmlformats.org/officeDocument/2006/relationships/image" Target="../media/image31.wmf"/><Relationship Id="rId4" Type="http://schemas.openxmlformats.org/officeDocument/2006/relationships/oleObject" Target="../embeddings/oleObject30.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30.wmf"/><Relationship Id="rId7" Type="http://schemas.openxmlformats.org/officeDocument/2006/relationships/image" Target="../media/image33.wmf"/><Relationship Id="rId2" Type="http://schemas.openxmlformats.org/officeDocument/2006/relationships/oleObject" Target="../embeddings/oleObject29.bin"/><Relationship Id="rId1" Type="http://schemas.openxmlformats.org/officeDocument/2006/relationships/slideLayout" Target="../slideLayouts/slideLayout12.xml"/><Relationship Id="rId6" Type="http://schemas.openxmlformats.org/officeDocument/2006/relationships/oleObject" Target="../embeddings/oleObject32.bin"/><Relationship Id="rId11" Type="http://schemas.openxmlformats.org/officeDocument/2006/relationships/image" Target="../media/image35.wmf"/><Relationship Id="rId5" Type="http://schemas.openxmlformats.org/officeDocument/2006/relationships/image" Target="../media/image32.wmf"/><Relationship Id="rId10" Type="http://schemas.openxmlformats.org/officeDocument/2006/relationships/oleObject" Target="../embeddings/oleObject34.bin"/><Relationship Id="rId4" Type="http://schemas.openxmlformats.org/officeDocument/2006/relationships/oleObject" Target="../embeddings/oleObject31.bin"/><Relationship Id="rId9" Type="http://schemas.openxmlformats.org/officeDocument/2006/relationships/image" Target="../media/image34.wmf"/></Relationships>
</file>

<file path=ppt/slides/_rels/slide24.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35.bin"/><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39.wmf"/><Relationship Id="rId12" Type="http://schemas.openxmlformats.org/officeDocument/2006/relationships/oleObject" Target="../embeddings/oleObject41.bin"/><Relationship Id="rId17" Type="http://schemas.openxmlformats.org/officeDocument/2006/relationships/image" Target="../media/image44.wmf"/><Relationship Id="rId2" Type="http://schemas.openxmlformats.org/officeDocument/2006/relationships/oleObject" Target="../embeddings/oleObject36.bin"/><Relationship Id="rId16" Type="http://schemas.openxmlformats.org/officeDocument/2006/relationships/oleObject" Target="../embeddings/oleObject43.bin"/><Relationship Id="rId1" Type="http://schemas.openxmlformats.org/officeDocument/2006/relationships/slideLayout" Target="../slideLayouts/slideLayout12.xml"/><Relationship Id="rId6" Type="http://schemas.openxmlformats.org/officeDocument/2006/relationships/oleObject" Target="../embeddings/oleObject38.bin"/><Relationship Id="rId11" Type="http://schemas.openxmlformats.org/officeDocument/2006/relationships/image" Target="../media/image41.wmf"/><Relationship Id="rId5" Type="http://schemas.openxmlformats.org/officeDocument/2006/relationships/image" Target="../media/image38.wmf"/><Relationship Id="rId15" Type="http://schemas.openxmlformats.org/officeDocument/2006/relationships/image" Target="../media/image43.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40.wmf"/><Relationship Id="rId14" Type="http://schemas.openxmlformats.org/officeDocument/2006/relationships/oleObject" Target="../embeddings/oleObject42.bin"/></Relationships>
</file>

<file path=ppt/slides/_rels/slide26.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44.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45.bin"/><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46.bin"/><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48.emf"/><Relationship Id="rId4" Type="http://schemas.openxmlformats.org/officeDocument/2006/relationships/oleObject" Target="../embeddings/oleObject47.bin"/></Relationships>
</file>

<file path=ppt/slides/_rels/slide31.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oleObject" Target="../embeddings/oleObject48.bin"/><Relationship Id="rId1" Type="http://schemas.openxmlformats.org/officeDocument/2006/relationships/slideLayout" Target="../slideLayouts/slideLayout2.xml"/><Relationship Id="rId5" Type="http://schemas.openxmlformats.org/officeDocument/2006/relationships/image" Target="../media/image48.emf"/><Relationship Id="rId4" Type="http://schemas.openxmlformats.org/officeDocument/2006/relationships/oleObject" Target="../embeddings/oleObject47.bin"/></Relationships>
</file>

<file path=ppt/slides/_rels/slide32.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oleObject" Target="../embeddings/oleObject49.bin"/><Relationship Id="rId1" Type="http://schemas.openxmlformats.org/officeDocument/2006/relationships/slideLayout" Target="../slideLayouts/slideLayout14.xml"/><Relationship Id="rId5" Type="http://schemas.openxmlformats.org/officeDocument/2006/relationships/image" Target="../media/image48.emf"/><Relationship Id="rId4" Type="http://schemas.openxmlformats.org/officeDocument/2006/relationships/oleObject" Target="../embeddings/oleObject47.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image" Target="../media/image51.wmf"/><Relationship Id="rId7" Type="http://schemas.openxmlformats.org/officeDocument/2006/relationships/image" Target="../media/image53.wmf"/><Relationship Id="rId2" Type="http://schemas.openxmlformats.org/officeDocument/2006/relationships/oleObject" Target="../embeddings/oleObject50.bin"/><Relationship Id="rId1" Type="http://schemas.openxmlformats.org/officeDocument/2006/relationships/slideLayout" Target="../slideLayouts/slideLayout2.xml"/><Relationship Id="rId6" Type="http://schemas.openxmlformats.org/officeDocument/2006/relationships/oleObject" Target="../embeddings/oleObject52.bin"/><Relationship Id="rId5" Type="http://schemas.openxmlformats.org/officeDocument/2006/relationships/image" Target="../media/image52.wmf"/><Relationship Id="rId4" Type="http://schemas.openxmlformats.org/officeDocument/2006/relationships/oleObject" Target="../embeddings/oleObject51.bin"/><Relationship Id="rId9" Type="http://schemas.openxmlformats.org/officeDocument/2006/relationships/image" Target="../media/image54.wmf"/></Relationships>
</file>

<file path=ppt/slides/_rels/slide34.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oleObject" Target="../embeddings/oleObject54.bin"/><Relationship Id="rId1" Type="http://schemas.openxmlformats.org/officeDocument/2006/relationships/slideLayout" Target="../slideLayouts/slideLayout2.xml"/><Relationship Id="rId5" Type="http://schemas.openxmlformats.org/officeDocument/2006/relationships/image" Target="../media/image56.wmf"/><Relationship Id="rId4" Type="http://schemas.openxmlformats.org/officeDocument/2006/relationships/oleObject" Target="../embeddings/oleObject55.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58.wmf"/><Relationship Id="rId5" Type="http://schemas.openxmlformats.org/officeDocument/2006/relationships/oleObject" Target="../embeddings/oleObject57.bin"/><Relationship Id="rId4" Type="http://schemas.openxmlformats.org/officeDocument/2006/relationships/image" Target="../media/image57.w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image" Target="../media/image59.wmf"/><Relationship Id="rId7" Type="http://schemas.openxmlformats.org/officeDocument/2006/relationships/image" Target="../media/image61.wmf"/><Relationship Id="rId2" Type="http://schemas.openxmlformats.org/officeDocument/2006/relationships/oleObject" Target="../embeddings/oleObject58.bin"/><Relationship Id="rId1" Type="http://schemas.openxmlformats.org/officeDocument/2006/relationships/slideLayout" Target="../slideLayouts/slideLayout12.xml"/><Relationship Id="rId6" Type="http://schemas.openxmlformats.org/officeDocument/2006/relationships/oleObject" Target="../embeddings/oleObject60.bin"/><Relationship Id="rId5" Type="http://schemas.openxmlformats.org/officeDocument/2006/relationships/image" Target="../media/image60.wmf"/><Relationship Id="rId4" Type="http://schemas.openxmlformats.org/officeDocument/2006/relationships/oleObject" Target="../embeddings/oleObject59.bin"/><Relationship Id="rId9" Type="http://schemas.openxmlformats.org/officeDocument/2006/relationships/image" Target="../media/image62.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oleObject" Target="../embeddings/oleObject62.bin"/><Relationship Id="rId1" Type="http://schemas.openxmlformats.org/officeDocument/2006/relationships/slideLayout" Target="../slideLayouts/slideLayout12.xml"/><Relationship Id="rId5" Type="http://schemas.openxmlformats.org/officeDocument/2006/relationships/image" Target="../media/image64.wmf"/><Relationship Id="rId4" Type="http://schemas.openxmlformats.org/officeDocument/2006/relationships/oleObject" Target="../embeddings/oleObject63.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919288" y="1828800"/>
            <a:ext cx="8596312" cy="2209800"/>
          </a:xfrm>
        </p:spPr>
        <p:txBody>
          <a:bodyPr/>
          <a:lstStyle/>
          <a:p>
            <a:pPr algn="ctr" eaLnBrk="1" hangingPunct="1"/>
            <a:r>
              <a:rPr lang="zh-CN" altLang="en-US" sz="7200" b="1">
                <a:solidFill>
                  <a:srgbClr val="D5F41C"/>
                </a:solidFill>
                <a:latin typeface="隶书" pitchFamily="49" charset="-122"/>
                <a:ea typeface="隶书" pitchFamily="49" charset="-122"/>
              </a:rPr>
              <a:t>第</a:t>
            </a:r>
            <a:r>
              <a:rPr lang="zh-CN" altLang="en-US" sz="7200" b="1">
                <a:solidFill>
                  <a:srgbClr val="D5F41C"/>
                </a:solidFill>
                <a:ea typeface="隶书" pitchFamily="49" charset="-122"/>
              </a:rPr>
              <a:t> </a:t>
            </a:r>
            <a:r>
              <a:rPr lang="en-US" altLang="zh-CN" sz="7200" b="1">
                <a:solidFill>
                  <a:srgbClr val="D5F41C"/>
                </a:solidFill>
                <a:ea typeface="隶书" pitchFamily="49" charset="-122"/>
              </a:rPr>
              <a:t>4 </a:t>
            </a:r>
            <a:r>
              <a:rPr lang="zh-CN" altLang="en-US" sz="7200" b="1">
                <a:solidFill>
                  <a:srgbClr val="D5F41C"/>
                </a:solidFill>
                <a:latin typeface="隶书" pitchFamily="49" charset="-122"/>
                <a:ea typeface="隶书" pitchFamily="49" charset="-122"/>
              </a:rPr>
              <a:t>章</a:t>
            </a:r>
            <a:br>
              <a:rPr lang="zh-CN" altLang="en-US" sz="7200" b="1">
                <a:solidFill>
                  <a:srgbClr val="D5F41C"/>
                </a:solidFill>
                <a:latin typeface="隶书" pitchFamily="49" charset="-122"/>
                <a:ea typeface="隶书" pitchFamily="49" charset="-122"/>
              </a:rPr>
            </a:br>
            <a:r>
              <a:rPr lang="zh-CN" altLang="en-US" sz="7200" b="1">
                <a:solidFill>
                  <a:srgbClr val="D5F41C"/>
                </a:solidFill>
                <a:latin typeface="隶书" pitchFamily="49" charset="-122"/>
                <a:ea typeface="隶书" pitchFamily="49" charset="-122"/>
              </a:rPr>
              <a:t>模糊映射与综合评判</a:t>
            </a:r>
            <a:endParaRPr lang="zh-CN" altLang="en-US" sz="7200">
              <a:solidFill>
                <a:srgbClr val="D5F41C"/>
              </a:solidFill>
            </a:endParaRPr>
          </a:p>
        </p:txBody>
      </p:sp>
      <p:sp>
        <p:nvSpPr>
          <p:cNvPr id="3075" name="Rectangle 3"/>
          <p:cNvSpPr>
            <a:spLocks noGrp="1" noChangeArrowheads="1"/>
          </p:cNvSpPr>
          <p:nvPr>
            <p:ph type="subTitle" idx="1"/>
          </p:nvPr>
        </p:nvSpPr>
        <p:spPr>
          <a:xfrm>
            <a:off x="4648200" y="4365626"/>
            <a:ext cx="4184650" cy="2232025"/>
          </a:xfrm>
        </p:spPr>
        <p:txBody>
          <a:bodyPr/>
          <a:lstStyle/>
          <a:p>
            <a:pPr eaLnBrk="1" hangingPunct="1"/>
            <a:r>
              <a:rPr lang="en-US" altLang="zh-CN" sz="3000" dirty="0">
                <a:solidFill>
                  <a:srgbClr val="FF0000"/>
                </a:solidFill>
                <a:ea typeface="黑体" pitchFamily="2" charset="-122"/>
              </a:rPr>
              <a:t>4.1 F</a:t>
            </a:r>
            <a:r>
              <a:rPr lang="zh-CN" altLang="en-US" sz="3000" dirty="0">
                <a:solidFill>
                  <a:srgbClr val="FF0000"/>
                </a:solidFill>
                <a:ea typeface="黑体" pitchFamily="2" charset="-122"/>
              </a:rPr>
              <a:t>映射</a:t>
            </a:r>
          </a:p>
          <a:p>
            <a:pPr eaLnBrk="1" hangingPunct="1"/>
            <a:r>
              <a:rPr lang="en-US" altLang="zh-CN" sz="3000" dirty="0">
                <a:solidFill>
                  <a:srgbClr val="FF0000"/>
                </a:solidFill>
                <a:ea typeface="黑体" pitchFamily="2" charset="-122"/>
              </a:rPr>
              <a:t>4.2 F</a:t>
            </a:r>
            <a:r>
              <a:rPr lang="zh-CN" altLang="en-US" sz="3000" dirty="0">
                <a:solidFill>
                  <a:srgbClr val="FF0000"/>
                </a:solidFill>
                <a:ea typeface="黑体" pitchFamily="2" charset="-122"/>
              </a:rPr>
              <a:t>变换</a:t>
            </a:r>
          </a:p>
          <a:p>
            <a:pPr eaLnBrk="1" hangingPunct="1"/>
            <a:r>
              <a:rPr lang="en-US" altLang="zh-CN" sz="3000" dirty="0">
                <a:solidFill>
                  <a:srgbClr val="FF0000"/>
                </a:solidFill>
                <a:ea typeface="黑体" pitchFamily="2" charset="-122"/>
              </a:rPr>
              <a:t>4.3 F</a:t>
            </a:r>
            <a:r>
              <a:rPr lang="zh-CN" altLang="en-US" sz="3000" dirty="0">
                <a:solidFill>
                  <a:srgbClr val="FF0000"/>
                </a:solidFill>
                <a:ea typeface="黑体" pitchFamily="2" charset="-122"/>
              </a:rPr>
              <a:t>综合评判</a:t>
            </a:r>
          </a:p>
          <a:p>
            <a:pPr eaLnBrk="1" hangingPunct="1"/>
            <a:r>
              <a:rPr lang="en-US" altLang="zh-CN" sz="3000" dirty="0">
                <a:ea typeface="黑体" pitchFamily="2" charset="-122"/>
              </a:rPr>
              <a:t>4.4 F</a:t>
            </a:r>
            <a:r>
              <a:rPr lang="zh-CN" altLang="en-US" sz="3000" dirty="0">
                <a:ea typeface="黑体" pitchFamily="2" charset="-122"/>
              </a:rPr>
              <a:t>决策</a:t>
            </a:r>
          </a:p>
        </p:txBody>
      </p:sp>
      <p:sp>
        <p:nvSpPr>
          <p:cNvPr id="2" name="灯片编号占位符 1">
            <a:extLst>
              <a:ext uri="{FF2B5EF4-FFF2-40B4-BE49-F238E27FC236}">
                <a16:creationId xmlns:a16="http://schemas.microsoft.com/office/drawing/2014/main" id="{6C79A6F0-9CFD-9D93-E76D-D4D52549FAAA}"/>
              </a:ext>
            </a:extLst>
          </p:cNvPr>
          <p:cNvSpPr>
            <a:spLocks noGrp="1"/>
          </p:cNvSpPr>
          <p:nvPr>
            <p:ph type="sldNum" sz="quarter" idx="4294967295"/>
          </p:nvPr>
        </p:nvSpPr>
        <p:spPr>
          <a:xfrm>
            <a:off x="5711" y="6248400"/>
            <a:ext cx="517848" cy="457200"/>
          </a:xfrm>
        </p:spPr>
        <p:txBody>
          <a:bodyPr/>
          <a:lstStyle/>
          <a:p>
            <a:pPr>
              <a:defRPr/>
            </a:pPr>
            <a:fld id="{8BC3EB3D-6508-4233-A2A7-9F5ADDA564E3}" type="slidenum">
              <a:rPr lang="en-US" altLang="zh-CN" smtClean="0"/>
              <a:pPr>
                <a:defRPr/>
              </a:pPr>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981200" y="457201"/>
            <a:ext cx="8229600" cy="1027113"/>
          </a:xfrm>
        </p:spPr>
        <p:txBody>
          <a:bodyPr/>
          <a:lstStyle/>
          <a:p>
            <a:pPr algn="ctr" eaLnBrk="1" hangingPunct="1"/>
            <a:r>
              <a:rPr lang="en-US" altLang="zh-CN">
                <a:solidFill>
                  <a:srgbClr val="008000"/>
                </a:solidFill>
                <a:ea typeface="黑体" pitchFamily="2" charset="-122"/>
              </a:rPr>
              <a:t>4.1 F</a:t>
            </a:r>
            <a:r>
              <a:rPr lang="zh-CN" altLang="en-US">
                <a:solidFill>
                  <a:srgbClr val="008000"/>
                </a:solidFill>
                <a:ea typeface="黑体" pitchFamily="2" charset="-122"/>
              </a:rPr>
              <a:t>映射</a:t>
            </a:r>
          </a:p>
        </p:txBody>
      </p:sp>
      <p:sp>
        <p:nvSpPr>
          <p:cNvPr id="76803" name="Rectangle 3"/>
          <p:cNvSpPr>
            <a:spLocks noGrp="1" noChangeArrowheads="1"/>
          </p:cNvSpPr>
          <p:nvPr>
            <p:ph type="body" idx="1"/>
          </p:nvPr>
        </p:nvSpPr>
        <p:spPr>
          <a:xfrm>
            <a:off x="911424" y="1412876"/>
            <a:ext cx="10153128" cy="5184775"/>
          </a:xfrm>
        </p:spPr>
        <p:txBody>
          <a:bodyPr/>
          <a:lstStyle/>
          <a:p>
            <a:pPr eaLnBrk="1" hangingPunct="1"/>
            <a:r>
              <a:rPr lang="zh-CN" altLang="en-US" dirty="0">
                <a:solidFill>
                  <a:srgbClr val="F72603"/>
                </a:solidFill>
                <a:ea typeface="黑体" pitchFamily="2" charset="-122"/>
              </a:rPr>
              <a:t>普通映射</a:t>
            </a:r>
            <a:r>
              <a:rPr lang="zh-CN" altLang="en-US" dirty="0">
                <a:ea typeface="黑体" pitchFamily="2" charset="-122"/>
              </a:rPr>
              <a:t>：</a:t>
            </a:r>
          </a:p>
          <a:p>
            <a:pPr eaLnBrk="1" hangingPunct="1">
              <a:buNone/>
            </a:pPr>
            <a:r>
              <a:rPr lang="zh-CN" altLang="en-US" sz="2800" dirty="0">
                <a:ea typeface="黑体" pitchFamily="2" charset="-122"/>
              </a:rPr>
              <a:t>        设</a:t>
            </a:r>
            <a:r>
              <a:rPr lang="en-US" altLang="zh-CN" sz="2800" dirty="0">
                <a:ea typeface="黑体" pitchFamily="2" charset="-122"/>
              </a:rPr>
              <a:t>X</a:t>
            </a:r>
            <a:r>
              <a:rPr lang="zh-CN" altLang="en-US" sz="2800" dirty="0">
                <a:ea typeface="黑体" pitchFamily="2" charset="-122"/>
              </a:rPr>
              <a:t>与</a:t>
            </a:r>
            <a:r>
              <a:rPr lang="en-US" altLang="zh-CN" sz="2800" dirty="0">
                <a:ea typeface="黑体" pitchFamily="2" charset="-122"/>
              </a:rPr>
              <a:t>Y</a:t>
            </a:r>
            <a:r>
              <a:rPr lang="zh-CN" altLang="en-US" sz="2800" dirty="0">
                <a:ea typeface="黑体" pitchFamily="2" charset="-122"/>
              </a:rPr>
              <a:t>是两个非空集，或存在一个对应规则</a:t>
            </a:r>
            <a:r>
              <a:rPr lang="en-US" altLang="zh-CN" sz="2800" i="1" dirty="0">
                <a:latin typeface="Monotype Corsiva" pitchFamily="66" charset="0"/>
                <a:ea typeface="黑体" pitchFamily="2" charset="-122"/>
              </a:rPr>
              <a:t>f</a:t>
            </a:r>
            <a:r>
              <a:rPr lang="zh-CN" altLang="en-US" sz="2800" dirty="0">
                <a:ea typeface="黑体" pitchFamily="2" charset="-122"/>
              </a:rPr>
              <a:t>，使得对于</a:t>
            </a:r>
            <a:r>
              <a:rPr kumimoji="1" lang="zh-CN" altLang="en-US" sz="2800" dirty="0">
                <a:ea typeface="黑体" pitchFamily="2" charset="-122"/>
                <a:sym typeface="Symbol" pitchFamily="18" charset="2"/>
              </a:rPr>
              <a:t></a:t>
            </a:r>
            <a:r>
              <a:rPr kumimoji="1" lang="en-US" altLang="zh-CN" sz="2800" i="1" dirty="0" err="1">
                <a:ea typeface="黑体" pitchFamily="2" charset="-122"/>
                <a:sym typeface="Symbol" pitchFamily="18" charset="2"/>
              </a:rPr>
              <a:t>x</a:t>
            </a:r>
            <a:r>
              <a:rPr kumimoji="1" lang="en-US" altLang="en-US" sz="2800" dirty="0" err="1">
                <a:ea typeface="黑体" pitchFamily="2" charset="-122"/>
                <a:sym typeface="Symbol" panose="05050102010706020507" pitchFamily="18" charset="2"/>
              </a:rPr>
              <a:t></a:t>
            </a:r>
            <a:r>
              <a:rPr kumimoji="1" lang="en-US" altLang="zh-CN" sz="2800" dirty="0" err="1">
                <a:ea typeface="黑体" pitchFamily="2" charset="-122"/>
              </a:rPr>
              <a:t>X</a:t>
            </a:r>
            <a:r>
              <a:rPr kumimoji="1" lang="zh-CN" altLang="en-US" sz="2800" dirty="0">
                <a:ea typeface="黑体" pitchFamily="2" charset="-122"/>
              </a:rPr>
              <a:t>，有唯一元素</a:t>
            </a:r>
            <a:r>
              <a:rPr kumimoji="1" lang="en-US" altLang="zh-CN" sz="2800" i="1" dirty="0" err="1">
                <a:ea typeface="黑体" pitchFamily="2" charset="-122"/>
              </a:rPr>
              <a:t>y</a:t>
            </a:r>
            <a:r>
              <a:rPr kumimoji="1" lang="en-US" altLang="en-US" sz="2800" dirty="0" err="1">
                <a:ea typeface="黑体" pitchFamily="2" charset="-122"/>
                <a:sym typeface="Symbol" panose="05050102010706020507" pitchFamily="18" charset="2"/>
              </a:rPr>
              <a:t></a:t>
            </a:r>
            <a:r>
              <a:rPr kumimoji="1" lang="en-US" altLang="zh-CN" sz="2800" dirty="0" err="1">
                <a:ea typeface="黑体" pitchFamily="2" charset="-122"/>
              </a:rPr>
              <a:t>Y</a:t>
            </a:r>
            <a:r>
              <a:rPr kumimoji="1" lang="zh-CN" altLang="en-US" sz="2800" dirty="0">
                <a:ea typeface="黑体" pitchFamily="2" charset="-122"/>
              </a:rPr>
              <a:t>与之对应，则称</a:t>
            </a:r>
            <a:r>
              <a:rPr lang="en-US" altLang="zh-CN" sz="2800" i="1" dirty="0">
                <a:latin typeface="Monotype Corsiva" pitchFamily="66" charset="0"/>
                <a:ea typeface="黑体" pitchFamily="2" charset="-122"/>
              </a:rPr>
              <a:t>f </a:t>
            </a:r>
            <a:r>
              <a:rPr kumimoji="1" lang="zh-CN" altLang="en-US" sz="2800" dirty="0">
                <a:ea typeface="黑体" pitchFamily="2" charset="-122"/>
              </a:rPr>
              <a:t>是从</a:t>
            </a:r>
            <a:r>
              <a:rPr kumimoji="1" lang="en-US" altLang="zh-CN" sz="2800" dirty="0">
                <a:ea typeface="黑体" pitchFamily="2" charset="-122"/>
              </a:rPr>
              <a:t>X</a:t>
            </a:r>
            <a:r>
              <a:rPr kumimoji="1" lang="zh-CN" altLang="en-US" sz="2800" dirty="0">
                <a:ea typeface="黑体" pitchFamily="2" charset="-122"/>
              </a:rPr>
              <a:t>到</a:t>
            </a:r>
            <a:r>
              <a:rPr kumimoji="1" lang="en-US" altLang="zh-CN" sz="2800" dirty="0">
                <a:ea typeface="黑体" pitchFamily="2" charset="-122"/>
              </a:rPr>
              <a:t>Y</a:t>
            </a:r>
            <a:r>
              <a:rPr kumimoji="1" lang="zh-CN" altLang="en-US" sz="2800" dirty="0">
                <a:ea typeface="黑体" pitchFamily="2" charset="-122"/>
              </a:rPr>
              <a:t>的映射，记为：</a:t>
            </a:r>
          </a:p>
          <a:p>
            <a:pPr eaLnBrk="1" hangingPunct="1">
              <a:buFont typeface="Wingdings" pitchFamily="2" charset="2"/>
              <a:buNone/>
            </a:pPr>
            <a:r>
              <a:rPr lang="zh-CN" altLang="en-US" sz="2800" dirty="0"/>
              <a:t>                 </a:t>
            </a:r>
            <a:r>
              <a:rPr lang="en-US" altLang="zh-CN" sz="2800" i="1" dirty="0">
                <a:latin typeface="Monotype Corsiva" pitchFamily="66" charset="0"/>
                <a:ea typeface="黑体" pitchFamily="2" charset="-122"/>
              </a:rPr>
              <a:t>f  </a:t>
            </a:r>
            <a:r>
              <a:rPr lang="en-US" altLang="zh-CN" sz="2800" dirty="0"/>
              <a:t>: X→Y </a:t>
            </a:r>
          </a:p>
          <a:p>
            <a:pPr eaLnBrk="1" hangingPunct="1">
              <a:buFont typeface="Wingdings" pitchFamily="2" charset="2"/>
              <a:buNone/>
            </a:pPr>
            <a:r>
              <a:rPr lang="en-US" altLang="zh-CN" sz="2800" dirty="0"/>
              <a:t>                   x | → </a:t>
            </a:r>
            <a:r>
              <a:rPr lang="en-US" altLang="zh-CN" sz="2800" i="1" dirty="0">
                <a:latin typeface="Monotype Corsiva" pitchFamily="66" charset="0"/>
                <a:ea typeface="黑体" pitchFamily="2" charset="-122"/>
              </a:rPr>
              <a:t>f </a:t>
            </a:r>
            <a:r>
              <a:rPr lang="en-US" altLang="zh-CN" sz="2800" dirty="0"/>
              <a:t>(</a:t>
            </a:r>
            <a:r>
              <a:rPr lang="en-US" altLang="zh-CN" sz="2800" i="1" dirty="0"/>
              <a:t>x</a:t>
            </a:r>
            <a:r>
              <a:rPr lang="en-US" altLang="zh-CN" sz="2800" dirty="0"/>
              <a:t>)=</a:t>
            </a:r>
            <a:r>
              <a:rPr lang="en-US" altLang="zh-CN" sz="2800" i="1" dirty="0" err="1"/>
              <a:t>y</a:t>
            </a:r>
            <a:r>
              <a:rPr lang="en-US" altLang="zh-CN" sz="2800" dirty="0" err="1">
                <a:sym typeface="Symbol" panose="05050102010706020507" pitchFamily="18" charset="2"/>
              </a:rPr>
              <a:t></a:t>
            </a:r>
            <a:r>
              <a:rPr lang="en-US" altLang="zh-CN" sz="2800" dirty="0" err="1"/>
              <a:t>Y</a:t>
            </a:r>
            <a:endParaRPr lang="en-US" altLang="zh-CN" sz="2800" dirty="0"/>
          </a:p>
          <a:p>
            <a:pPr eaLnBrk="1" hangingPunct="1">
              <a:buFont typeface="Wingdings" pitchFamily="2" charset="2"/>
              <a:buNone/>
            </a:pPr>
            <a:r>
              <a:rPr lang="en-US" altLang="zh-CN" sz="2800" dirty="0">
                <a:ea typeface="黑体" pitchFamily="2" charset="-122"/>
              </a:rPr>
              <a:t>    </a:t>
            </a:r>
            <a:r>
              <a:rPr lang="en-US" altLang="zh-CN" sz="2800" i="1" dirty="0">
                <a:ea typeface="黑体" pitchFamily="2" charset="-122"/>
              </a:rPr>
              <a:t>y</a:t>
            </a:r>
            <a:r>
              <a:rPr lang="zh-CN" altLang="en-US" sz="2800" dirty="0">
                <a:ea typeface="黑体" pitchFamily="2" charset="-122"/>
              </a:rPr>
              <a:t>称为</a:t>
            </a:r>
            <a:r>
              <a:rPr lang="en-US" altLang="zh-CN" sz="2800" i="1" dirty="0">
                <a:ea typeface="黑体" pitchFamily="2" charset="-122"/>
              </a:rPr>
              <a:t>x</a:t>
            </a:r>
            <a:r>
              <a:rPr lang="zh-CN" altLang="en-US" sz="2800" dirty="0">
                <a:ea typeface="黑体" pitchFamily="2" charset="-122"/>
              </a:rPr>
              <a:t>在映射</a:t>
            </a:r>
            <a:r>
              <a:rPr lang="en-US" altLang="zh-CN" sz="2800" i="1" dirty="0">
                <a:latin typeface="Monotype Corsiva" pitchFamily="66" charset="0"/>
                <a:ea typeface="黑体" pitchFamily="2" charset="-122"/>
              </a:rPr>
              <a:t>f</a:t>
            </a:r>
            <a:r>
              <a:rPr lang="en-US" altLang="zh-CN" sz="2800" i="1" dirty="0">
                <a:ea typeface="黑体" pitchFamily="2" charset="-122"/>
              </a:rPr>
              <a:t> </a:t>
            </a:r>
            <a:r>
              <a:rPr lang="zh-CN" altLang="en-US" sz="2800" dirty="0">
                <a:ea typeface="黑体" pitchFamily="2" charset="-122"/>
              </a:rPr>
              <a:t>下的</a:t>
            </a:r>
            <a:r>
              <a:rPr lang="zh-CN" altLang="en-US" sz="2800" dirty="0">
                <a:solidFill>
                  <a:srgbClr val="F72603"/>
                </a:solidFill>
                <a:ea typeface="黑体" pitchFamily="2" charset="-122"/>
              </a:rPr>
              <a:t>像</a:t>
            </a:r>
            <a:r>
              <a:rPr lang="zh-CN" altLang="en-US" sz="2800" dirty="0">
                <a:ea typeface="黑体" pitchFamily="2" charset="-122"/>
              </a:rPr>
              <a:t>，</a:t>
            </a:r>
            <a:r>
              <a:rPr lang="en-US" altLang="zh-CN" sz="2800" i="1" dirty="0">
                <a:ea typeface="黑体" pitchFamily="2" charset="-122"/>
              </a:rPr>
              <a:t>x</a:t>
            </a:r>
            <a:r>
              <a:rPr lang="zh-CN" altLang="en-US" sz="2800" dirty="0">
                <a:ea typeface="黑体" pitchFamily="2" charset="-122"/>
              </a:rPr>
              <a:t>称为</a:t>
            </a:r>
            <a:r>
              <a:rPr lang="zh-CN" altLang="en-US" sz="2800" dirty="0">
                <a:solidFill>
                  <a:srgbClr val="F72603"/>
                </a:solidFill>
                <a:ea typeface="黑体" pitchFamily="2" charset="-122"/>
              </a:rPr>
              <a:t>原象</a:t>
            </a:r>
            <a:r>
              <a:rPr lang="zh-CN" altLang="en-US" sz="2800" dirty="0">
                <a:ea typeface="黑体" pitchFamily="2" charset="-122"/>
              </a:rPr>
              <a:t>。</a:t>
            </a:r>
          </a:p>
          <a:p>
            <a:pPr eaLnBrk="1" hangingPunct="1"/>
            <a:r>
              <a:rPr kumimoji="1" lang="zh-CN" altLang="en-US" sz="2800" dirty="0">
                <a:ea typeface="黑体" pitchFamily="2" charset="-122"/>
              </a:rPr>
              <a:t>集合</a:t>
            </a:r>
            <a:r>
              <a:rPr kumimoji="1" lang="en-US" altLang="zh-CN" sz="2800" dirty="0">
                <a:ea typeface="黑体" pitchFamily="2" charset="-122"/>
              </a:rPr>
              <a:t>X</a:t>
            </a:r>
            <a:r>
              <a:rPr kumimoji="1" lang="zh-CN" altLang="en-US" sz="2800" dirty="0">
                <a:ea typeface="黑体" pitchFamily="2" charset="-122"/>
              </a:rPr>
              <a:t>称为映射</a:t>
            </a:r>
            <a:r>
              <a:rPr lang="en-US" altLang="zh-CN" sz="2800" i="1" dirty="0">
                <a:latin typeface="Monotype Corsiva" pitchFamily="66" charset="0"/>
                <a:ea typeface="黑体" pitchFamily="2" charset="-122"/>
              </a:rPr>
              <a:t>f</a:t>
            </a:r>
            <a:r>
              <a:rPr kumimoji="1" lang="en-US" altLang="zh-CN" sz="2800" dirty="0">
                <a:ea typeface="黑体" pitchFamily="2" charset="-122"/>
              </a:rPr>
              <a:t> </a:t>
            </a:r>
            <a:r>
              <a:rPr kumimoji="1" lang="zh-CN" altLang="en-US" sz="2800" dirty="0">
                <a:ea typeface="黑体" pitchFamily="2" charset="-122"/>
              </a:rPr>
              <a:t>的</a:t>
            </a:r>
            <a:r>
              <a:rPr kumimoji="1" lang="zh-CN" altLang="en-US" sz="2800" dirty="0">
                <a:solidFill>
                  <a:srgbClr val="F72603"/>
                </a:solidFill>
                <a:ea typeface="黑体" pitchFamily="2" charset="-122"/>
              </a:rPr>
              <a:t>定义域</a:t>
            </a:r>
            <a:r>
              <a:rPr kumimoji="1" lang="zh-CN" altLang="en-US" sz="2800" dirty="0">
                <a:ea typeface="黑体" pitchFamily="2" charset="-122"/>
              </a:rPr>
              <a:t>，集合</a:t>
            </a:r>
          </a:p>
          <a:p>
            <a:pPr eaLnBrk="1" hangingPunct="1">
              <a:buFont typeface="Wingdings" pitchFamily="2" charset="2"/>
              <a:buNone/>
            </a:pPr>
            <a:r>
              <a:rPr kumimoji="1" lang="zh-CN" altLang="en-US" sz="2800" dirty="0">
                <a:solidFill>
                  <a:srgbClr val="0000EA"/>
                </a:solidFill>
                <a:ea typeface="黑体" pitchFamily="2" charset="-122"/>
              </a:rPr>
              <a:t>              </a:t>
            </a:r>
            <a:r>
              <a:rPr lang="en-US" altLang="zh-CN" sz="2800" i="1" dirty="0">
                <a:solidFill>
                  <a:srgbClr val="0000EA"/>
                </a:solidFill>
                <a:latin typeface="Monotype Corsiva" pitchFamily="66" charset="0"/>
                <a:ea typeface="黑体" pitchFamily="2" charset="-122"/>
              </a:rPr>
              <a:t>f </a:t>
            </a:r>
            <a:r>
              <a:rPr kumimoji="1" lang="en-US" altLang="zh-CN" sz="2800" dirty="0">
                <a:solidFill>
                  <a:srgbClr val="0000EA"/>
                </a:solidFill>
                <a:ea typeface="黑体" pitchFamily="2" charset="-122"/>
              </a:rPr>
              <a:t>(X)={</a:t>
            </a:r>
            <a:r>
              <a:rPr lang="en-US" altLang="zh-CN" sz="2800" i="1" dirty="0">
                <a:solidFill>
                  <a:srgbClr val="0000EA"/>
                </a:solidFill>
                <a:latin typeface="Monotype Corsiva" pitchFamily="66" charset="0"/>
                <a:ea typeface="黑体" pitchFamily="2" charset="-122"/>
              </a:rPr>
              <a:t>f </a:t>
            </a:r>
            <a:r>
              <a:rPr kumimoji="1" lang="en-US" altLang="zh-CN" sz="2800" dirty="0">
                <a:solidFill>
                  <a:srgbClr val="0000EA"/>
                </a:solidFill>
                <a:ea typeface="黑体" pitchFamily="2" charset="-122"/>
              </a:rPr>
              <a:t>(</a:t>
            </a:r>
            <a:r>
              <a:rPr kumimoji="1" lang="en-US" altLang="zh-CN" sz="2800" i="1" dirty="0">
                <a:solidFill>
                  <a:srgbClr val="0000EA"/>
                </a:solidFill>
                <a:ea typeface="黑体" pitchFamily="2" charset="-122"/>
              </a:rPr>
              <a:t>x</a:t>
            </a:r>
            <a:r>
              <a:rPr kumimoji="1" lang="en-US" altLang="zh-CN" sz="2800" dirty="0">
                <a:solidFill>
                  <a:srgbClr val="0000EA"/>
                </a:solidFill>
                <a:ea typeface="黑体" pitchFamily="2" charset="-122"/>
              </a:rPr>
              <a:t>)| </a:t>
            </a:r>
            <a:r>
              <a:rPr kumimoji="1" lang="en-US" altLang="zh-CN" sz="2800" i="1" dirty="0" err="1">
                <a:solidFill>
                  <a:srgbClr val="0000EA"/>
                </a:solidFill>
                <a:ea typeface="黑体" pitchFamily="2" charset="-122"/>
                <a:sym typeface="Symbol" pitchFamily="18" charset="2"/>
              </a:rPr>
              <a:t>x</a:t>
            </a:r>
            <a:r>
              <a:rPr kumimoji="1" lang="en-US" altLang="en-US" sz="2800" dirty="0" err="1">
                <a:solidFill>
                  <a:srgbClr val="0000EA"/>
                </a:solidFill>
                <a:ea typeface="黑体" pitchFamily="2" charset="-122"/>
                <a:sym typeface="Symbol" panose="05050102010706020507" pitchFamily="18" charset="2"/>
              </a:rPr>
              <a:t></a:t>
            </a:r>
            <a:r>
              <a:rPr kumimoji="1" lang="en-US" altLang="zh-CN" sz="2800" dirty="0" err="1">
                <a:solidFill>
                  <a:srgbClr val="0000EA"/>
                </a:solidFill>
                <a:ea typeface="黑体" pitchFamily="2" charset="-122"/>
              </a:rPr>
              <a:t>X</a:t>
            </a:r>
            <a:r>
              <a:rPr kumimoji="1" lang="en-US" altLang="zh-CN" sz="2800" dirty="0">
                <a:solidFill>
                  <a:srgbClr val="0000EA"/>
                </a:solidFill>
                <a:ea typeface="黑体" pitchFamily="2" charset="-122"/>
              </a:rPr>
              <a:t>}         </a:t>
            </a:r>
            <a:r>
              <a:rPr kumimoji="1" lang="zh-CN" altLang="en-US" sz="2800" dirty="0">
                <a:ea typeface="黑体" pitchFamily="2" charset="-122"/>
              </a:rPr>
              <a:t>称为映射</a:t>
            </a:r>
            <a:r>
              <a:rPr lang="en-US" altLang="zh-CN" sz="2800" i="1" dirty="0">
                <a:latin typeface="Monotype Corsiva" pitchFamily="66" charset="0"/>
                <a:ea typeface="黑体" pitchFamily="2" charset="-122"/>
              </a:rPr>
              <a:t>f  </a:t>
            </a:r>
            <a:r>
              <a:rPr kumimoji="1" lang="zh-CN" altLang="en-US" sz="2800" dirty="0">
                <a:ea typeface="黑体" pitchFamily="2" charset="-122"/>
              </a:rPr>
              <a:t>的</a:t>
            </a:r>
            <a:r>
              <a:rPr kumimoji="1" lang="zh-CN" altLang="en-US" sz="2800" dirty="0">
                <a:solidFill>
                  <a:srgbClr val="F72603"/>
                </a:solidFill>
                <a:ea typeface="黑体" pitchFamily="2" charset="-122"/>
              </a:rPr>
              <a:t>值域</a:t>
            </a:r>
            <a:r>
              <a:rPr kumimoji="1" lang="zh-CN" altLang="en-US" sz="2800" dirty="0">
                <a:ea typeface="黑体" pitchFamily="2" charset="-122"/>
              </a:rPr>
              <a:t>。</a:t>
            </a:r>
          </a:p>
          <a:p>
            <a:pPr eaLnBrk="1" hangingPunct="1"/>
            <a:r>
              <a:rPr kumimoji="1" lang="zh-CN" altLang="en-US" sz="2800" dirty="0">
                <a:ea typeface="黑体" pitchFamily="2" charset="-122"/>
              </a:rPr>
              <a:t>一般地，</a:t>
            </a:r>
            <a:r>
              <a:rPr lang="en-US" altLang="zh-CN" sz="2800" i="1" dirty="0">
                <a:latin typeface="Monotype Corsiva" pitchFamily="66" charset="0"/>
                <a:ea typeface="黑体" pitchFamily="2" charset="-122"/>
              </a:rPr>
              <a:t> f </a:t>
            </a:r>
            <a:r>
              <a:rPr kumimoji="1" lang="en-US" altLang="zh-CN" sz="2800" dirty="0">
                <a:ea typeface="黑体" pitchFamily="2" charset="-122"/>
              </a:rPr>
              <a:t>(X) </a:t>
            </a:r>
            <a:r>
              <a:rPr kumimoji="1" lang="en-US" altLang="zh-CN" b="1" dirty="0">
                <a:sym typeface="Symbol" pitchFamily="18" charset="2"/>
              </a:rPr>
              <a:t></a:t>
            </a:r>
            <a:r>
              <a:rPr kumimoji="1" lang="en-US" altLang="zh-CN" dirty="0"/>
              <a:t> </a:t>
            </a:r>
            <a:r>
              <a:rPr kumimoji="1" lang="en-US" altLang="zh-CN" sz="2800" dirty="0">
                <a:ea typeface="黑体" pitchFamily="2" charset="-122"/>
              </a:rPr>
              <a:t>Y</a:t>
            </a:r>
            <a:r>
              <a:rPr kumimoji="1" lang="zh-CN" altLang="en-US" sz="2800" dirty="0">
                <a:ea typeface="黑体" pitchFamily="2" charset="-122"/>
              </a:rPr>
              <a:t>，若</a:t>
            </a:r>
            <a:r>
              <a:rPr lang="en-US" altLang="zh-CN" sz="2800" i="1" dirty="0">
                <a:latin typeface="Monotype Corsiva" pitchFamily="66" charset="0"/>
                <a:ea typeface="黑体" pitchFamily="2" charset="-122"/>
              </a:rPr>
              <a:t>f </a:t>
            </a:r>
            <a:r>
              <a:rPr kumimoji="1" lang="en-US" altLang="zh-CN" sz="2800" dirty="0">
                <a:ea typeface="黑体" pitchFamily="2" charset="-122"/>
              </a:rPr>
              <a:t>(X)=Y</a:t>
            </a:r>
            <a:r>
              <a:rPr kumimoji="1" lang="zh-CN" altLang="en-US" sz="2800" dirty="0">
                <a:ea typeface="黑体" pitchFamily="2" charset="-122"/>
              </a:rPr>
              <a:t>，则称 </a:t>
            </a:r>
            <a:r>
              <a:rPr lang="en-US" altLang="zh-CN" sz="2800" i="1" dirty="0">
                <a:latin typeface="Monotype Corsiva" pitchFamily="66" charset="0"/>
                <a:ea typeface="黑体" pitchFamily="2" charset="-122"/>
              </a:rPr>
              <a:t>f</a:t>
            </a:r>
            <a:r>
              <a:rPr kumimoji="1" lang="en-US" altLang="zh-CN" sz="2800" i="1" dirty="0">
                <a:ea typeface="黑体" pitchFamily="2" charset="-122"/>
              </a:rPr>
              <a:t> </a:t>
            </a:r>
            <a:r>
              <a:rPr kumimoji="1" lang="zh-CN" altLang="en-US" sz="2800" dirty="0">
                <a:ea typeface="黑体" pitchFamily="2" charset="-122"/>
              </a:rPr>
              <a:t>为</a:t>
            </a:r>
            <a:r>
              <a:rPr kumimoji="1" lang="zh-CN" altLang="en-US" sz="2800" dirty="0">
                <a:solidFill>
                  <a:srgbClr val="F72603"/>
                </a:solidFill>
                <a:ea typeface="黑体" pitchFamily="2" charset="-122"/>
              </a:rPr>
              <a:t>满射</a:t>
            </a:r>
            <a:r>
              <a:rPr kumimoji="1" lang="zh-CN" altLang="en-US" sz="2800" dirty="0">
                <a:ea typeface="黑体" pitchFamily="2" charset="-122"/>
              </a:rPr>
              <a:t>。</a:t>
            </a:r>
          </a:p>
        </p:txBody>
      </p:sp>
      <p:sp>
        <p:nvSpPr>
          <p:cNvPr id="2" name="灯片编号占位符 1">
            <a:extLst>
              <a:ext uri="{FF2B5EF4-FFF2-40B4-BE49-F238E27FC236}">
                <a16:creationId xmlns:a16="http://schemas.microsoft.com/office/drawing/2014/main" id="{2B67E6F3-932E-CB7D-BF63-8241776DEBEE}"/>
              </a:ext>
            </a:extLst>
          </p:cNvPr>
          <p:cNvSpPr>
            <a:spLocks noGrp="1"/>
          </p:cNvSpPr>
          <p:nvPr>
            <p:ph type="sldNum" sz="quarter" idx="11"/>
          </p:nvPr>
        </p:nvSpPr>
        <p:spPr/>
        <p:txBody>
          <a:bodyPr/>
          <a:lstStyle/>
          <a:p>
            <a:pPr>
              <a:defRPr/>
            </a:pPr>
            <a:fld id="{EF24B7D7-F746-4E05-9A11-DD4FB4529D5B}" type="slidenum">
              <a:rPr lang="en-US" altLang="zh-CN" smtClean="0"/>
              <a:pPr>
                <a:defRPr/>
              </a:pPr>
              <a:t>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Effect transition="in" filter="wipe(left)">
                                      <p:cBhvr>
                                        <p:cTn id="7" dur="500"/>
                                        <p:tgtEl>
                                          <p:spTgt spid="768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6803">
                                            <p:txEl>
                                              <p:pRg st="1" end="1"/>
                                            </p:txEl>
                                          </p:spTgt>
                                        </p:tgtEl>
                                        <p:attrNameLst>
                                          <p:attrName>style.visibility</p:attrName>
                                        </p:attrNameLst>
                                      </p:cBhvr>
                                      <p:to>
                                        <p:strVal val="visible"/>
                                      </p:to>
                                    </p:set>
                                    <p:animEffect transition="in" filter="wipe(left)">
                                      <p:cBhvr>
                                        <p:cTn id="12" dur="500"/>
                                        <p:tgtEl>
                                          <p:spTgt spid="768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6803">
                                            <p:txEl>
                                              <p:pRg st="2" end="2"/>
                                            </p:txEl>
                                          </p:spTgt>
                                        </p:tgtEl>
                                        <p:attrNameLst>
                                          <p:attrName>style.visibility</p:attrName>
                                        </p:attrNameLst>
                                      </p:cBhvr>
                                      <p:to>
                                        <p:strVal val="visible"/>
                                      </p:to>
                                    </p:set>
                                    <p:animEffect transition="in" filter="wipe(left)">
                                      <p:cBhvr>
                                        <p:cTn id="17" dur="500"/>
                                        <p:tgtEl>
                                          <p:spTgt spid="768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6803">
                                            <p:txEl>
                                              <p:pRg st="3" end="3"/>
                                            </p:txEl>
                                          </p:spTgt>
                                        </p:tgtEl>
                                        <p:attrNameLst>
                                          <p:attrName>style.visibility</p:attrName>
                                        </p:attrNameLst>
                                      </p:cBhvr>
                                      <p:to>
                                        <p:strVal val="visible"/>
                                      </p:to>
                                    </p:set>
                                    <p:animEffect transition="in" filter="wipe(left)">
                                      <p:cBhvr>
                                        <p:cTn id="22" dur="500"/>
                                        <p:tgtEl>
                                          <p:spTgt spid="7680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6803">
                                            <p:txEl>
                                              <p:pRg st="4" end="4"/>
                                            </p:txEl>
                                          </p:spTgt>
                                        </p:tgtEl>
                                        <p:attrNameLst>
                                          <p:attrName>style.visibility</p:attrName>
                                        </p:attrNameLst>
                                      </p:cBhvr>
                                      <p:to>
                                        <p:strVal val="visible"/>
                                      </p:to>
                                    </p:set>
                                    <p:animEffect transition="in" filter="wipe(left)">
                                      <p:cBhvr>
                                        <p:cTn id="27" dur="500"/>
                                        <p:tgtEl>
                                          <p:spTgt spid="7680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6803">
                                            <p:txEl>
                                              <p:pRg st="5" end="5"/>
                                            </p:txEl>
                                          </p:spTgt>
                                        </p:tgtEl>
                                        <p:attrNameLst>
                                          <p:attrName>style.visibility</p:attrName>
                                        </p:attrNameLst>
                                      </p:cBhvr>
                                      <p:to>
                                        <p:strVal val="visible"/>
                                      </p:to>
                                    </p:set>
                                    <p:animEffect transition="in" filter="wipe(left)">
                                      <p:cBhvr>
                                        <p:cTn id="32" dur="500"/>
                                        <p:tgtEl>
                                          <p:spTgt spid="7680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6803">
                                            <p:txEl>
                                              <p:pRg st="6" end="6"/>
                                            </p:txEl>
                                          </p:spTgt>
                                        </p:tgtEl>
                                        <p:attrNameLst>
                                          <p:attrName>style.visibility</p:attrName>
                                        </p:attrNameLst>
                                      </p:cBhvr>
                                      <p:to>
                                        <p:strVal val="visible"/>
                                      </p:to>
                                    </p:set>
                                    <p:animEffect transition="in" filter="wipe(left)">
                                      <p:cBhvr>
                                        <p:cTn id="37" dur="500"/>
                                        <p:tgtEl>
                                          <p:spTgt spid="7680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6803">
                                            <p:txEl>
                                              <p:pRg st="7" end="7"/>
                                            </p:txEl>
                                          </p:spTgt>
                                        </p:tgtEl>
                                        <p:attrNameLst>
                                          <p:attrName>style.visibility</p:attrName>
                                        </p:attrNameLst>
                                      </p:cBhvr>
                                      <p:to>
                                        <p:strVal val="visible"/>
                                      </p:to>
                                    </p:set>
                                    <p:animEffect transition="in" filter="wipe(left)">
                                      <p:cBhvr>
                                        <p:cTn id="42" dur="500"/>
                                        <p:tgtEl>
                                          <p:spTgt spid="768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981200" y="457200"/>
            <a:ext cx="8229600" cy="1100138"/>
          </a:xfrm>
        </p:spPr>
        <p:txBody>
          <a:bodyPr/>
          <a:lstStyle/>
          <a:p>
            <a:pPr algn="ctr" eaLnBrk="1" hangingPunct="1"/>
            <a:r>
              <a:rPr lang="zh-CN" altLang="en-US">
                <a:solidFill>
                  <a:srgbClr val="008000"/>
                </a:solidFill>
                <a:ea typeface="黑体" pitchFamily="2" charset="-122"/>
              </a:rPr>
              <a:t>普通映射的扩张</a:t>
            </a:r>
          </a:p>
        </p:txBody>
      </p:sp>
      <p:sp>
        <p:nvSpPr>
          <p:cNvPr id="77827" name="Rectangle 3"/>
          <p:cNvSpPr>
            <a:spLocks noGrp="1" noChangeArrowheads="1"/>
          </p:cNvSpPr>
          <p:nvPr>
            <p:ph type="body" idx="1"/>
          </p:nvPr>
        </p:nvSpPr>
        <p:spPr>
          <a:xfrm>
            <a:off x="1199457" y="1628776"/>
            <a:ext cx="9217720" cy="5229225"/>
          </a:xfrm>
        </p:spPr>
        <p:txBody>
          <a:bodyPr/>
          <a:lstStyle/>
          <a:p>
            <a:pPr eaLnBrk="1" hangingPunct="1">
              <a:lnSpc>
                <a:spcPct val="120000"/>
              </a:lnSpc>
            </a:pPr>
            <a:r>
              <a:rPr lang="zh-CN" altLang="en-US" dirty="0">
                <a:ea typeface="黑体" pitchFamily="2" charset="-122"/>
              </a:rPr>
              <a:t>定义：设</a:t>
            </a:r>
            <a:r>
              <a:rPr lang="en-US" altLang="zh-CN" i="1" dirty="0">
                <a:latin typeface="Monotype Corsiva" pitchFamily="66" charset="0"/>
                <a:ea typeface="黑体" pitchFamily="2" charset="-122"/>
              </a:rPr>
              <a:t>f  </a:t>
            </a:r>
            <a:r>
              <a:rPr lang="en-US" altLang="zh-CN" dirty="0">
                <a:ea typeface="黑体" pitchFamily="2" charset="-122"/>
              </a:rPr>
              <a:t>:X </a:t>
            </a:r>
            <a:r>
              <a:rPr lang="en-US" altLang="zh-CN" dirty="0">
                <a:ea typeface="黑体" pitchFamily="2" charset="-122"/>
                <a:sym typeface="Symbol" panose="05050102010706020507" pitchFamily="18" charset="2"/>
              </a:rPr>
              <a:t></a:t>
            </a:r>
            <a:r>
              <a:rPr lang="en-US" altLang="zh-CN" dirty="0">
                <a:ea typeface="黑体" pitchFamily="2" charset="-122"/>
              </a:rPr>
              <a:t>Y, </a:t>
            </a:r>
            <a:r>
              <a:rPr lang="en-US" altLang="zh-CN" sz="2800" i="1" dirty="0">
                <a:ea typeface="黑体" pitchFamily="2" charset="-122"/>
              </a:rPr>
              <a:t>x</a:t>
            </a:r>
            <a:r>
              <a:rPr lang="en-US" altLang="zh-CN" sz="2800" dirty="0">
                <a:ea typeface="黑体" pitchFamily="2" charset="-122"/>
              </a:rPr>
              <a:t> | </a:t>
            </a:r>
            <a:r>
              <a:rPr lang="en-US" altLang="zh-CN" sz="2800" dirty="0">
                <a:ea typeface="黑体" pitchFamily="2" charset="-122"/>
                <a:sym typeface="Symbol" panose="05050102010706020507" pitchFamily="18" charset="2"/>
              </a:rPr>
              <a:t></a:t>
            </a:r>
            <a:r>
              <a:rPr lang="en-US" altLang="zh-CN" sz="2800" dirty="0">
                <a:ea typeface="黑体" pitchFamily="2" charset="-122"/>
              </a:rPr>
              <a:t> </a:t>
            </a:r>
            <a:r>
              <a:rPr lang="en-US" altLang="zh-CN" sz="2800" i="1" dirty="0">
                <a:latin typeface="Monotype Corsiva" pitchFamily="66" charset="0"/>
                <a:ea typeface="黑体" pitchFamily="2" charset="-122"/>
              </a:rPr>
              <a:t>f </a:t>
            </a:r>
            <a:r>
              <a:rPr lang="en-US" altLang="zh-CN" sz="2800" dirty="0">
                <a:ea typeface="黑体" pitchFamily="2" charset="-122"/>
              </a:rPr>
              <a:t>(x)</a:t>
            </a:r>
            <a:r>
              <a:rPr lang="zh-CN" altLang="en-US" sz="2800" dirty="0">
                <a:ea typeface="黑体" pitchFamily="2" charset="-122"/>
              </a:rPr>
              <a:t>，则称映射</a:t>
            </a:r>
          </a:p>
          <a:p>
            <a:pPr eaLnBrk="1" hangingPunct="1">
              <a:lnSpc>
                <a:spcPct val="120000"/>
              </a:lnSpc>
              <a:buNone/>
            </a:pPr>
            <a:r>
              <a:rPr lang="zh-CN" altLang="en-US" sz="2800" dirty="0">
                <a:ea typeface="黑体" pitchFamily="2" charset="-122"/>
              </a:rPr>
              <a:t>                  </a:t>
            </a:r>
            <a:r>
              <a:rPr lang="en-US" altLang="zh-CN" sz="2800" i="1" dirty="0">
                <a:latin typeface="Monotype Corsiva" pitchFamily="66" charset="0"/>
                <a:ea typeface="黑体" pitchFamily="2" charset="-122"/>
              </a:rPr>
              <a:t>f  </a:t>
            </a:r>
            <a:r>
              <a:rPr lang="en-US" altLang="zh-CN" sz="2800" dirty="0">
                <a:ea typeface="黑体" pitchFamily="2" charset="-122"/>
              </a:rPr>
              <a:t>: X </a:t>
            </a:r>
            <a:r>
              <a:rPr lang="en-US" altLang="zh-CN" dirty="0">
                <a:ea typeface="黑体" pitchFamily="2" charset="-122"/>
                <a:sym typeface="Symbol" panose="05050102010706020507" pitchFamily="18" charset="2"/>
              </a:rPr>
              <a:t> </a:t>
            </a:r>
            <a:r>
              <a:rPr lang="en-US" altLang="zh-CN" dirty="0">
                <a:latin typeface="Monotype Corsiva" pitchFamily="66" charset="0"/>
                <a:ea typeface="黑体" pitchFamily="2" charset="-122"/>
              </a:rPr>
              <a:t>P</a:t>
            </a:r>
            <a:r>
              <a:rPr lang="en-US" altLang="zh-CN" dirty="0">
                <a:ea typeface="黑体" pitchFamily="2" charset="-122"/>
              </a:rPr>
              <a:t>(Y),        </a:t>
            </a:r>
            <a:r>
              <a:rPr lang="en-US" altLang="zh-CN" sz="2400" b="1" dirty="0">
                <a:solidFill>
                  <a:srgbClr val="5B5BFF"/>
                </a:solidFill>
                <a:ea typeface="黑体" pitchFamily="2" charset="-122"/>
              </a:rPr>
              <a:t>/</a:t>
            </a:r>
            <a:r>
              <a:rPr lang="en-US" altLang="zh-CN" sz="2400" b="1" dirty="0">
                <a:solidFill>
                  <a:srgbClr val="5B5BFF"/>
                </a:solidFill>
                <a:latin typeface="Monotype Corsiva" pitchFamily="66" charset="0"/>
                <a:ea typeface="黑体" pitchFamily="2" charset="-122"/>
              </a:rPr>
              <a:t>P</a:t>
            </a:r>
            <a:r>
              <a:rPr lang="en-US" altLang="zh-CN" sz="2400" b="1" i="1" dirty="0">
                <a:solidFill>
                  <a:srgbClr val="5B5BFF"/>
                </a:solidFill>
                <a:ea typeface="黑体" pitchFamily="2" charset="-122"/>
              </a:rPr>
              <a:t>(Y) </a:t>
            </a:r>
            <a:r>
              <a:rPr lang="zh-CN" altLang="en-US" sz="2400" b="1" i="1" dirty="0">
                <a:solidFill>
                  <a:srgbClr val="5B5BFF"/>
                </a:solidFill>
                <a:ea typeface="黑体" pitchFamily="2" charset="-122"/>
              </a:rPr>
              <a:t>是</a:t>
            </a:r>
            <a:r>
              <a:rPr lang="en-US" altLang="zh-CN" sz="2400" b="1" i="1" dirty="0">
                <a:solidFill>
                  <a:srgbClr val="5B5BFF"/>
                </a:solidFill>
                <a:ea typeface="黑体" pitchFamily="2" charset="-122"/>
              </a:rPr>
              <a:t>Y</a:t>
            </a:r>
            <a:r>
              <a:rPr lang="zh-CN" altLang="en-US" sz="2400" b="1" i="1" dirty="0">
                <a:solidFill>
                  <a:srgbClr val="5B5BFF"/>
                </a:solidFill>
                <a:ea typeface="黑体" pitchFamily="2" charset="-122"/>
              </a:rPr>
              <a:t>的幂集</a:t>
            </a:r>
            <a:r>
              <a:rPr lang="en-US" altLang="zh-CN" sz="2400" b="1" dirty="0">
                <a:solidFill>
                  <a:srgbClr val="5B5BFF"/>
                </a:solidFill>
                <a:ea typeface="黑体" pitchFamily="2" charset="-122"/>
              </a:rPr>
              <a:t>/</a:t>
            </a:r>
          </a:p>
          <a:p>
            <a:pPr eaLnBrk="1" hangingPunct="1">
              <a:lnSpc>
                <a:spcPct val="120000"/>
              </a:lnSpc>
              <a:buNone/>
            </a:pPr>
            <a:r>
              <a:rPr lang="en-US" altLang="zh-CN" dirty="0">
                <a:ea typeface="黑体" pitchFamily="2" charset="-122"/>
              </a:rPr>
              <a:t>               x | </a:t>
            </a:r>
            <a:r>
              <a:rPr lang="en-US" altLang="zh-CN" dirty="0">
                <a:ea typeface="黑体" pitchFamily="2" charset="-122"/>
                <a:sym typeface="Symbol" panose="05050102010706020507" pitchFamily="18" charset="2"/>
              </a:rPr>
              <a:t></a:t>
            </a:r>
            <a:r>
              <a:rPr lang="en-US" altLang="zh-CN" dirty="0">
                <a:ea typeface="黑体" pitchFamily="2" charset="-122"/>
              </a:rPr>
              <a:t> </a:t>
            </a:r>
            <a:r>
              <a:rPr lang="en-US" altLang="zh-CN" i="1" dirty="0">
                <a:latin typeface="Monotype Corsiva" pitchFamily="66" charset="0"/>
                <a:ea typeface="黑体" pitchFamily="2" charset="-122"/>
              </a:rPr>
              <a:t>f </a:t>
            </a:r>
            <a:r>
              <a:rPr lang="en-US" altLang="zh-CN" dirty="0">
                <a:ea typeface="黑体" pitchFamily="2" charset="-122"/>
              </a:rPr>
              <a:t>(x)=B</a:t>
            </a:r>
            <a:r>
              <a:rPr lang="en-US" altLang="zh-CN" dirty="0">
                <a:ea typeface="黑体" pitchFamily="2" charset="-122"/>
                <a:sym typeface="Symbol" panose="05050102010706020507" pitchFamily="18" charset="2"/>
              </a:rPr>
              <a:t></a:t>
            </a:r>
            <a:r>
              <a:rPr lang="en-US" altLang="zh-CN" dirty="0">
                <a:latin typeface="Monotype Corsiva" pitchFamily="66" charset="0"/>
                <a:ea typeface="黑体" pitchFamily="2" charset="-122"/>
              </a:rPr>
              <a:t>P</a:t>
            </a:r>
            <a:r>
              <a:rPr lang="en-US" altLang="zh-CN" dirty="0">
                <a:ea typeface="黑体" pitchFamily="2" charset="-122"/>
              </a:rPr>
              <a:t>(Y)</a:t>
            </a:r>
          </a:p>
          <a:p>
            <a:pPr eaLnBrk="1" hangingPunct="1">
              <a:lnSpc>
                <a:spcPct val="120000"/>
              </a:lnSpc>
              <a:buFont typeface="Wingdings" pitchFamily="2" charset="2"/>
              <a:buNone/>
            </a:pPr>
            <a:r>
              <a:rPr lang="en-US" altLang="zh-CN" dirty="0">
                <a:ea typeface="黑体" pitchFamily="2" charset="-122"/>
              </a:rPr>
              <a:t>               </a:t>
            </a:r>
            <a:r>
              <a:rPr lang="zh-CN" altLang="en-US" dirty="0">
                <a:ea typeface="黑体" pitchFamily="2" charset="-122"/>
              </a:rPr>
              <a:t>为从</a:t>
            </a:r>
            <a:r>
              <a:rPr lang="en-US" altLang="zh-CN" dirty="0">
                <a:ea typeface="黑体" pitchFamily="2" charset="-122"/>
              </a:rPr>
              <a:t>X</a:t>
            </a:r>
            <a:r>
              <a:rPr lang="zh-CN" altLang="en-US" dirty="0">
                <a:ea typeface="黑体" pitchFamily="2" charset="-122"/>
              </a:rPr>
              <a:t>到</a:t>
            </a:r>
            <a:r>
              <a:rPr lang="en-US" altLang="zh-CN" dirty="0">
                <a:ea typeface="黑体" pitchFamily="2" charset="-122"/>
              </a:rPr>
              <a:t>Y</a:t>
            </a:r>
            <a:r>
              <a:rPr lang="zh-CN" altLang="en-US" dirty="0">
                <a:ea typeface="黑体" pitchFamily="2" charset="-122"/>
              </a:rPr>
              <a:t>的</a:t>
            </a:r>
            <a:r>
              <a:rPr lang="zh-CN" altLang="en-US" dirty="0">
                <a:solidFill>
                  <a:srgbClr val="FF0000"/>
                </a:solidFill>
                <a:ea typeface="黑体" pitchFamily="2" charset="-122"/>
              </a:rPr>
              <a:t>点</a:t>
            </a:r>
            <a:r>
              <a:rPr lang="en-US" altLang="zh-CN" dirty="0">
                <a:solidFill>
                  <a:srgbClr val="FF0000"/>
                </a:solidFill>
                <a:ea typeface="黑体" pitchFamily="2" charset="-122"/>
              </a:rPr>
              <a:t>-</a:t>
            </a:r>
            <a:r>
              <a:rPr lang="zh-CN" altLang="en-US" dirty="0">
                <a:solidFill>
                  <a:srgbClr val="FF0000"/>
                </a:solidFill>
                <a:ea typeface="黑体" pitchFamily="2" charset="-122"/>
              </a:rPr>
              <a:t>集映射</a:t>
            </a:r>
            <a:r>
              <a:rPr lang="zh-CN" altLang="en-US" dirty="0">
                <a:ea typeface="黑体" pitchFamily="2" charset="-122"/>
              </a:rPr>
              <a:t>。</a:t>
            </a:r>
          </a:p>
          <a:p>
            <a:pPr eaLnBrk="1" hangingPunct="1">
              <a:lnSpc>
                <a:spcPct val="120000"/>
              </a:lnSpc>
            </a:pPr>
            <a:r>
              <a:rPr lang="zh-CN" altLang="en-US" dirty="0">
                <a:ea typeface="黑体" pitchFamily="2" charset="-122"/>
              </a:rPr>
              <a:t>例：设</a:t>
            </a:r>
            <a:r>
              <a:rPr lang="en-US" altLang="zh-CN" dirty="0">
                <a:ea typeface="黑体" pitchFamily="2" charset="-122"/>
              </a:rPr>
              <a:t>X={</a:t>
            </a:r>
            <a:r>
              <a:rPr lang="en-US" altLang="zh-CN" dirty="0" err="1">
                <a:ea typeface="黑体" pitchFamily="2" charset="-122"/>
              </a:rPr>
              <a:t>a,b</a:t>
            </a:r>
            <a:r>
              <a:rPr lang="en-US" altLang="zh-CN" dirty="0">
                <a:ea typeface="黑体" pitchFamily="2" charset="-122"/>
              </a:rPr>
              <a:t>}, Y={1,2,3}</a:t>
            </a:r>
            <a:r>
              <a:rPr lang="zh-CN" altLang="en-US" dirty="0">
                <a:ea typeface="黑体" pitchFamily="2" charset="-122"/>
              </a:rPr>
              <a:t>，则</a:t>
            </a:r>
          </a:p>
          <a:p>
            <a:pPr eaLnBrk="1" hangingPunct="1">
              <a:lnSpc>
                <a:spcPct val="120000"/>
              </a:lnSpc>
              <a:buFont typeface="Wingdings" pitchFamily="2" charset="2"/>
              <a:buNone/>
            </a:pPr>
            <a:r>
              <a:rPr lang="en-US" altLang="zh-CN" dirty="0">
                <a:latin typeface="Monotype Corsiva" pitchFamily="66" charset="0"/>
                <a:ea typeface="黑体" pitchFamily="2" charset="-122"/>
              </a:rPr>
              <a:t>P</a:t>
            </a:r>
            <a:r>
              <a:rPr lang="en-US" altLang="zh-CN" dirty="0">
                <a:ea typeface="黑体" pitchFamily="2" charset="-122"/>
              </a:rPr>
              <a:t>(Y)={</a:t>
            </a:r>
            <a:r>
              <a:rPr lang="en-US" altLang="zh-CN" dirty="0"/>
              <a:t>Ø</a:t>
            </a:r>
            <a:r>
              <a:rPr lang="en-US" altLang="zh-CN" dirty="0">
                <a:ea typeface="黑体" pitchFamily="2" charset="-122"/>
              </a:rPr>
              <a:t>,Y,{1},{2},{3},{1,2},{1,3},{2,3}}</a:t>
            </a:r>
          </a:p>
          <a:p>
            <a:pPr eaLnBrk="1" hangingPunct="1">
              <a:lnSpc>
                <a:spcPct val="120000"/>
              </a:lnSpc>
            </a:pPr>
            <a:endParaRPr lang="en-US" altLang="zh-CN" sz="1000" dirty="0">
              <a:ea typeface="黑体" pitchFamily="2" charset="-122"/>
            </a:endParaRPr>
          </a:p>
          <a:p>
            <a:pPr eaLnBrk="1" hangingPunct="1">
              <a:lnSpc>
                <a:spcPct val="120000"/>
              </a:lnSpc>
            </a:pPr>
            <a:r>
              <a:rPr lang="zh-CN" altLang="en-US" dirty="0">
                <a:ea typeface="黑体" pitchFamily="2" charset="-122"/>
              </a:rPr>
              <a:t>则 </a:t>
            </a:r>
            <a:r>
              <a:rPr lang="en-US" altLang="zh-CN" i="1" dirty="0">
                <a:solidFill>
                  <a:srgbClr val="FF00FF"/>
                </a:solidFill>
                <a:latin typeface="Monotype Corsiva" pitchFamily="66" charset="0"/>
                <a:ea typeface="黑体" pitchFamily="2" charset="-122"/>
              </a:rPr>
              <a:t>f </a:t>
            </a:r>
            <a:r>
              <a:rPr lang="en-US" altLang="zh-CN" dirty="0">
                <a:solidFill>
                  <a:srgbClr val="FF00FF"/>
                </a:solidFill>
                <a:ea typeface="黑体" pitchFamily="2" charset="-122"/>
              </a:rPr>
              <a:t>: a | </a:t>
            </a:r>
            <a:r>
              <a:rPr lang="en-US" altLang="zh-CN" dirty="0">
                <a:solidFill>
                  <a:srgbClr val="FF00FF"/>
                </a:solidFill>
                <a:ea typeface="黑体" pitchFamily="2" charset="-122"/>
                <a:sym typeface="Symbol" panose="05050102010706020507" pitchFamily="18" charset="2"/>
              </a:rPr>
              <a:t></a:t>
            </a:r>
            <a:r>
              <a:rPr lang="en-US" altLang="zh-CN" dirty="0">
                <a:solidFill>
                  <a:srgbClr val="FF00FF"/>
                </a:solidFill>
                <a:ea typeface="黑体" pitchFamily="2" charset="-122"/>
              </a:rPr>
              <a:t> {1}, b | </a:t>
            </a:r>
            <a:r>
              <a:rPr lang="en-US" altLang="zh-CN" dirty="0">
                <a:solidFill>
                  <a:srgbClr val="FF00FF"/>
                </a:solidFill>
                <a:ea typeface="黑体" pitchFamily="2" charset="-122"/>
                <a:sym typeface="Symbol" panose="05050102010706020507" pitchFamily="18" charset="2"/>
              </a:rPr>
              <a:t></a:t>
            </a:r>
            <a:r>
              <a:rPr lang="en-US" altLang="zh-CN" dirty="0">
                <a:solidFill>
                  <a:srgbClr val="FF00FF"/>
                </a:solidFill>
                <a:ea typeface="黑体" pitchFamily="2" charset="-122"/>
              </a:rPr>
              <a:t> {2,3} </a:t>
            </a:r>
            <a:r>
              <a:rPr lang="zh-CN" altLang="en-US" dirty="0">
                <a:ea typeface="黑体" pitchFamily="2" charset="-122"/>
              </a:rPr>
              <a:t>是</a:t>
            </a:r>
            <a:r>
              <a:rPr lang="zh-CN" altLang="en-US" u="sng" dirty="0">
                <a:solidFill>
                  <a:srgbClr val="FF0000"/>
                </a:solidFill>
                <a:ea typeface="黑体" pitchFamily="2" charset="-122"/>
              </a:rPr>
              <a:t>点</a:t>
            </a:r>
            <a:r>
              <a:rPr lang="en-US" altLang="zh-CN" u="sng" dirty="0">
                <a:solidFill>
                  <a:srgbClr val="FF0000"/>
                </a:solidFill>
                <a:ea typeface="黑体" pitchFamily="2" charset="-122"/>
              </a:rPr>
              <a:t>-</a:t>
            </a:r>
            <a:r>
              <a:rPr lang="zh-CN" altLang="en-US" u="sng" dirty="0">
                <a:solidFill>
                  <a:srgbClr val="FF0000"/>
                </a:solidFill>
                <a:ea typeface="黑体" pitchFamily="2" charset="-122"/>
              </a:rPr>
              <a:t>集映射</a:t>
            </a:r>
            <a:r>
              <a:rPr lang="zh-CN" altLang="en-US" dirty="0">
                <a:ea typeface="黑体" pitchFamily="2" charset="-122"/>
              </a:rPr>
              <a:t>。</a:t>
            </a:r>
          </a:p>
        </p:txBody>
      </p:sp>
      <p:sp>
        <p:nvSpPr>
          <p:cNvPr id="2" name="灯片编号占位符 1">
            <a:extLst>
              <a:ext uri="{FF2B5EF4-FFF2-40B4-BE49-F238E27FC236}">
                <a16:creationId xmlns:a16="http://schemas.microsoft.com/office/drawing/2014/main" id="{C08A08CC-23F7-2B92-66BF-C1A157567952}"/>
              </a:ext>
            </a:extLst>
          </p:cNvPr>
          <p:cNvSpPr>
            <a:spLocks noGrp="1"/>
          </p:cNvSpPr>
          <p:nvPr>
            <p:ph type="sldNum" sz="quarter" idx="11"/>
          </p:nvPr>
        </p:nvSpPr>
        <p:spPr/>
        <p:txBody>
          <a:bodyPr/>
          <a:lstStyle/>
          <a:p>
            <a:pPr>
              <a:defRPr/>
            </a:pPr>
            <a:fld id="{EF24B7D7-F746-4E05-9A11-DD4FB4529D5B}" type="slidenum">
              <a:rPr lang="en-US" altLang="zh-CN" smtClean="0"/>
              <a:pPr>
                <a:defRPr/>
              </a:pPr>
              <a:t>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Effect transition="in" filter="wipe(left)">
                                      <p:cBhvr>
                                        <p:cTn id="7" dur="500"/>
                                        <p:tgtEl>
                                          <p:spTgt spid="778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827">
                                            <p:txEl>
                                              <p:pRg st="1" end="1"/>
                                            </p:txEl>
                                          </p:spTgt>
                                        </p:tgtEl>
                                        <p:attrNameLst>
                                          <p:attrName>style.visibility</p:attrName>
                                        </p:attrNameLst>
                                      </p:cBhvr>
                                      <p:to>
                                        <p:strVal val="visible"/>
                                      </p:to>
                                    </p:set>
                                    <p:animEffect transition="in" filter="wipe(left)">
                                      <p:cBhvr>
                                        <p:cTn id="12" dur="500"/>
                                        <p:tgtEl>
                                          <p:spTgt spid="77827">
                                            <p:txEl>
                                              <p:pRg st="1" end="1"/>
                                            </p:txEl>
                                          </p:spTgt>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7827">
                                            <p:txEl>
                                              <p:pRg st="2" end="2"/>
                                            </p:txEl>
                                          </p:spTgt>
                                        </p:tgtEl>
                                        <p:attrNameLst>
                                          <p:attrName>style.visibility</p:attrName>
                                        </p:attrNameLst>
                                      </p:cBhvr>
                                      <p:to>
                                        <p:strVal val="visible"/>
                                      </p:to>
                                    </p:set>
                                    <p:animEffect transition="in" filter="wipe(left)">
                                      <p:cBhvr>
                                        <p:cTn id="16" dur="500"/>
                                        <p:tgtEl>
                                          <p:spTgt spid="77827">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7827">
                                            <p:txEl>
                                              <p:pRg st="3" end="3"/>
                                            </p:txEl>
                                          </p:spTgt>
                                        </p:tgtEl>
                                        <p:attrNameLst>
                                          <p:attrName>style.visibility</p:attrName>
                                        </p:attrNameLst>
                                      </p:cBhvr>
                                      <p:to>
                                        <p:strVal val="visible"/>
                                      </p:to>
                                    </p:set>
                                    <p:animEffect transition="in" filter="wipe(left)">
                                      <p:cBhvr>
                                        <p:cTn id="21" dur="500"/>
                                        <p:tgtEl>
                                          <p:spTgt spid="77827">
                                            <p:txEl>
                                              <p:pRg st="3" end="3"/>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7827">
                                            <p:txEl>
                                              <p:pRg st="4" end="4"/>
                                            </p:txEl>
                                          </p:spTgt>
                                        </p:tgtEl>
                                        <p:attrNameLst>
                                          <p:attrName>style.visibility</p:attrName>
                                        </p:attrNameLst>
                                      </p:cBhvr>
                                      <p:to>
                                        <p:strVal val="visible"/>
                                      </p:to>
                                    </p:set>
                                    <p:animEffect transition="in" filter="wipe(left)">
                                      <p:cBhvr>
                                        <p:cTn id="26" dur="500"/>
                                        <p:tgtEl>
                                          <p:spTgt spid="77827">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7827">
                                            <p:txEl>
                                              <p:pRg st="5" end="5"/>
                                            </p:txEl>
                                          </p:spTgt>
                                        </p:tgtEl>
                                        <p:attrNameLst>
                                          <p:attrName>style.visibility</p:attrName>
                                        </p:attrNameLst>
                                      </p:cBhvr>
                                      <p:to>
                                        <p:strVal val="visible"/>
                                      </p:to>
                                    </p:set>
                                    <p:animEffect transition="in" filter="wipe(left)">
                                      <p:cBhvr>
                                        <p:cTn id="31" dur="500"/>
                                        <p:tgtEl>
                                          <p:spTgt spid="77827">
                                            <p:txEl>
                                              <p:pRg st="5" end="5"/>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7827">
                                            <p:txEl>
                                              <p:pRg st="7" end="7"/>
                                            </p:txEl>
                                          </p:spTgt>
                                        </p:tgtEl>
                                        <p:attrNameLst>
                                          <p:attrName>style.visibility</p:attrName>
                                        </p:attrNameLst>
                                      </p:cBhvr>
                                      <p:to>
                                        <p:strVal val="visible"/>
                                      </p:to>
                                    </p:set>
                                    <p:animEffect transition="in" filter="wipe(left)">
                                      <p:cBhvr>
                                        <p:cTn id="36" dur="500"/>
                                        <p:tgtEl>
                                          <p:spTgt spid="778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981200" y="457200"/>
            <a:ext cx="8229600" cy="884238"/>
          </a:xfrm>
        </p:spPr>
        <p:txBody>
          <a:bodyPr/>
          <a:lstStyle/>
          <a:p>
            <a:pPr algn="ctr" eaLnBrk="1" hangingPunct="1"/>
            <a:r>
              <a:rPr lang="en-US" altLang="zh-CN">
                <a:solidFill>
                  <a:srgbClr val="008000"/>
                </a:solidFill>
                <a:ea typeface="黑体" pitchFamily="2" charset="-122"/>
              </a:rPr>
              <a:t>F</a:t>
            </a:r>
            <a:r>
              <a:rPr lang="zh-CN" altLang="en-US">
                <a:solidFill>
                  <a:srgbClr val="008000"/>
                </a:solidFill>
                <a:ea typeface="黑体" pitchFamily="2" charset="-122"/>
              </a:rPr>
              <a:t>映射的定义</a:t>
            </a:r>
          </a:p>
        </p:txBody>
      </p:sp>
      <p:sp>
        <p:nvSpPr>
          <p:cNvPr id="75779" name="Rectangle 3"/>
          <p:cNvSpPr>
            <a:spLocks noGrp="1" noChangeArrowheads="1"/>
          </p:cNvSpPr>
          <p:nvPr>
            <p:ph type="body" idx="1"/>
          </p:nvPr>
        </p:nvSpPr>
        <p:spPr>
          <a:xfrm>
            <a:off x="1199456" y="1412876"/>
            <a:ext cx="9011344" cy="5445125"/>
          </a:xfrm>
        </p:spPr>
        <p:txBody>
          <a:bodyPr/>
          <a:lstStyle/>
          <a:p>
            <a:pPr eaLnBrk="1" hangingPunct="1">
              <a:lnSpc>
                <a:spcPct val="114000"/>
              </a:lnSpc>
            </a:pPr>
            <a:r>
              <a:rPr lang="zh-CN" altLang="en-US" dirty="0">
                <a:solidFill>
                  <a:srgbClr val="FF0000"/>
                </a:solidFill>
                <a:ea typeface="黑体" pitchFamily="2" charset="-122"/>
              </a:rPr>
              <a:t>定义</a:t>
            </a:r>
            <a:r>
              <a:rPr lang="en-US" altLang="zh-CN" dirty="0">
                <a:solidFill>
                  <a:srgbClr val="FF0000"/>
                </a:solidFill>
                <a:ea typeface="黑体" pitchFamily="2" charset="-122"/>
              </a:rPr>
              <a:t>1</a:t>
            </a:r>
            <a:r>
              <a:rPr lang="zh-CN" altLang="en-US" dirty="0">
                <a:solidFill>
                  <a:srgbClr val="FF0000"/>
                </a:solidFill>
                <a:ea typeface="黑体" pitchFamily="2" charset="-122"/>
              </a:rPr>
              <a:t>：</a:t>
            </a:r>
            <a:r>
              <a:rPr lang="zh-CN" altLang="en-US" dirty="0">
                <a:ea typeface="黑体" pitchFamily="2" charset="-122"/>
              </a:rPr>
              <a:t>称映射：</a:t>
            </a:r>
          </a:p>
          <a:p>
            <a:pPr eaLnBrk="1" hangingPunct="1">
              <a:lnSpc>
                <a:spcPct val="114000"/>
              </a:lnSpc>
              <a:buFont typeface="Wingdings" pitchFamily="2" charset="2"/>
              <a:buNone/>
            </a:pPr>
            <a:r>
              <a:rPr lang="zh-CN" altLang="en-US" dirty="0">
                <a:ea typeface="黑体" pitchFamily="2" charset="-122"/>
              </a:rPr>
              <a:t>               </a:t>
            </a:r>
            <a:r>
              <a:rPr lang="en-US" altLang="zh-CN" i="1" dirty="0">
                <a:latin typeface="Monotype Corsiva" pitchFamily="66" charset="0"/>
                <a:ea typeface="黑体" pitchFamily="2" charset="-122"/>
              </a:rPr>
              <a:t>f </a:t>
            </a:r>
            <a:r>
              <a:rPr lang="en-US" altLang="zh-CN" dirty="0">
                <a:ea typeface="黑体" pitchFamily="2" charset="-122"/>
              </a:rPr>
              <a:t>: U</a:t>
            </a:r>
            <a:r>
              <a:rPr lang="en-US" altLang="zh-CN" dirty="0">
                <a:ea typeface="黑体" pitchFamily="2" charset="-122"/>
                <a:sym typeface="Symbol" panose="05050102010706020507" pitchFamily="18" charset="2"/>
              </a:rPr>
              <a:t></a:t>
            </a:r>
            <a:r>
              <a:rPr lang="en-US" altLang="zh-CN" dirty="0">
                <a:latin typeface="Monotype Corsiva" pitchFamily="66" charset="0"/>
                <a:ea typeface="黑体" pitchFamily="2" charset="-122"/>
              </a:rPr>
              <a:t>F</a:t>
            </a:r>
            <a:r>
              <a:rPr lang="en-US" altLang="zh-CN" dirty="0">
                <a:ea typeface="黑体" pitchFamily="2" charset="-122"/>
              </a:rPr>
              <a:t>(V)</a:t>
            </a:r>
          </a:p>
          <a:p>
            <a:pPr eaLnBrk="1" hangingPunct="1">
              <a:lnSpc>
                <a:spcPct val="114000"/>
              </a:lnSpc>
              <a:buFont typeface="Wingdings" pitchFamily="2" charset="2"/>
              <a:buNone/>
            </a:pPr>
            <a:r>
              <a:rPr lang="en-US" altLang="zh-CN" dirty="0">
                <a:ea typeface="黑体" pitchFamily="2" charset="-122"/>
              </a:rPr>
              <a:t>             </a:t>
            </a:r>
            <a:r>
              <a:rPr lang="zh-CN" altLang="en-US" dirty="0">
                <a:ea typeface="黑体" pitchFamily="2" charset="-122"/>
              </a:rPr>
              <a:t>是从</a:t>
            </a:r>
            <a:r>
              <a:rPr lang="en-US" altLang="zh-CN" dirty="0">
                <a:ea typeface="黑体" pitchFamily="2" charset="-122"/>
              </a:rPr>
              <a:t>U</a:t>
            </a:r>
            <a:r>
              <a:rPr lang="zh-CN" altLang="en-US" dirty="0">
                <a:ea typeface="黑体" pitchFamily="2" charset="-122"/>
              </a:rPr>
              <a:t>到</a:t>
            </a:r>
            <a:r>
              <a:rPr lang="en-US" altLang="zh-CN" dirty="0">
                <a:ea typeface="黑体" pitchFamily="2" charset="-122"/>
              </a:rPr>
              <a:t>V</a:t>
            </a:r>
            <a:r>
              <a:rPr lang="zh-CN" altLang="en-US" dirty="0">
                <a:ea typeface="黑体" pitchFamily="2" charset="-122"/>
              </a:rPr>
              <a:t>的</a:t>
            </a:r>
            <a:r>
              <a:rPr lang="en-US" altLang="zh-CN" dirty="0">
                <a:solidFill>
                  <a:srgbClr val="FF0000"/>
                </a:solidFill>
                <a:ea typeface="黑体" pitchFamily="2" charset="-122"/>
              </a:rPr>
              <a:t>F</a:t>
            </a:r>
            <a:r>
              <a:rPr lang="zh-CN" altLang="en-US" dirty="0">
                <a:solidFill>
                  <a:srgbClr val="FF0000"/>
                </a:solidFill>
                <a:ea typeface="黑体" pitchFamily="2" charset="-122"/>
              </a:rPr>
              <a:t>映射</a:t>
            </a:r>
            <a:r>
              <a:rPr lang="zh-CN" altLang="en-US" dirty="0">
                <a:ea typeface="黑体" pitchFamily="2" charset="-122"/>
              </a:rPr>
              <a:t>，或表示为</a:t>
            </a:r>
          </a:p>
          <a:p>
            <a:pPr eaLnBrk="1" hangingPunct="1">
              <a:lnSpc>
                <a:spcPct val="114000"/>
              </a:lnSpc>
              <a:buNone/>
            </a:pPr>
            <a:r>
              <a:rPr lang="zh-CN" altLang="en-US" dirty="0">
                <a:ea typeface="黑体" pitchFamily="2" charset="-122"/>
              </a:rPr>
              <a:t>                       </a:t>
            </a:r>
            <a:r>
              <a:rPr lang="en-US" altLang="zh-CN" dirty="0">
                <a:ea typeface="黑体" pitchFamily="2" charset="-122"/>
              </a:rPr>
              <a:t>u | </a:t>
            </a:r>
            <a:r>
              <a:rPr lang="en-US" altLang="zh-CN" dirty="0">
                <a:ea typeface="黑体" pitchFamily="2" charset="-122"/>
                <a:sym typeface="Symbol" panose="05050102010706020507" pitchFamily="18" charset="2"/>
              </a:rPr>
              <a:t></a:t>
            </a:r>
            <a:r>
              <a:rPr lang="en-US" altLang="zh-CN" dirty="0">
                <a:ea typeface="黑体" pitchFamily="2" charset="-122"/>
              </a:rPr>
              <a:t> </a:t>
            </a:r>
            <a:r>
              <a:rPr lang="en-US" altLang="zh-CN" i="1" dirty="0">
                <a:latin typeface="Monotype Corsiva" pitchFamily="66" charset="0"/>
                <a:ea typeface="黑体" pitchFamily="2" charset="-122"/>
              </a:rPr>
              <a:t>f </a:t>
            </a:r>
            <a:r>
              <a:rPr lang="en-US" altLang="zh-CN" dirty="0">
                <a:ea typeface="黑体" pitchFamily="2" charset="-122"/>
              </a:rPr>
              <a:t>(u)=B</a:t>
            </a:r>
            <a:r>
              <a:rPr lang="en-US" altLang="zh-CN" dirty="0">
                <a:ea typeface="黑体" pitchFamily="2" charset="-122"/>
                <a:sym typeface="Symbol" panose="05050102010706020507" pitchFamily="18" charset="2"/>
              </a:rPr>
              <a:t></a:t>
            </a:r>
            <a:r>
              <a:rPr lang="en-US" altLang="zh-CN" dirty="0">
                <a:latin typeface="Monotype Corsiva" pitchFamily="66" charset="0"/>
                <a:ea typeface="黑体" pitchFamily="2" charset="-122"/>
              </a:rPr>
              <a:t>F</a:t>
            </a:r>
            <a:r>
              <a:rPr lang="en-US" altLang="zh-CN" dirty="0">
                <a:ea typeface="黑体" pitchFamily="2" charset="-122"/>
              </a:rPr>
              <a:t>(V)</a:t>
            </a:r>
          </a:p>
          <a:p>
            <a:pPr eaLnBrk="1" hangingPunct="1">
              <a:lnSpc>
                <a:spcPct val="114000"/>
              </a:lnSpc>
            </a:pPr>
            <a:r>
              <a:rPr lang="zh-CN" altLang="en-US" dirty="0">
                <a:solidFill>
                  <a:schemeClr val="bg2"/>
                </a:solidFill>
                <a:ea typeface="黑体" pitchFamily="2" charset="-122"/>
              </a:rPr>
              <a:t>可见，</a:t>
            </a:r>
            <a:r>
              <a:rPr lang="en-US" altLang="zh-CN" dirty="0">
                <a:solidFill>
                  <a:srgbClr val="F72603"/>
                </a:solidFill>
                <a:ea typeface="黑体" pitchFamily="2" charset="-122"/>
              </a:rPr>
              <a:t>F</a:t>
            </a:r>
            <a:r>
              <a:rPr lang="zh-CN" altLang="en-US" dirty="0">
                <a:solidFill>
                  <a:srgbClr val="F72603"/>
                </a:solidFill>
                <a:ea typeface="黑体" pitchFamily="2" charset="-122"/>
              </a:rPr>
              <a:t>映射是</a:t>
            </a:r>
            <a:r>
              <a:rPr lang="zh-CN" altLang="en-US" u="sng" dirty="0">
                <a:solidFill>
                  <a:srgbClr val="F72603"/>
                </a:solidFill>
                <a:ea typeface="黑体" pitchFamily="2" charset="-122"/>
              </a:rPr>
              <a:t>点</a:t>
            </a:r>
            <a:r>
              <a:rPr lang="en-US" altLang="zh-CN" u="sng" dirty="0">
                <a:solidFill>
                  <a:srgbClr val="F72603"/>
                </a:solidFill>
                <a:ea typeface="黑体" pitchFamily="2" charset="-122"/>
              </a:rPr>
              <a:t>-</a:t>
            </a:r>
            <a:r>
              <a:rPr lang="zh-CN" altLang="en-US" u="sng" dirty="0">
                <a:solidFill>
                  <a:srgbClr val="F72603"/>
                </a:solidFill>
                <a:ea typeface="黑体" pitchFamily="2" charset="-122"/>
              </a:rPr>
              <a:t>集映射</a:t>
            </a:r>
            <a:r>
              <a:rPr lang="zh-CN" altLang="en-US" dirty="0">
                <a:solidFill>
                  <a:srgbClr val="F72603"/>
                </a:solidFill>
                <a:ea typeface="黑体" pitchFamily="2" charset="-122"/>
              </a:rPr>
              <a:t>的推广</a:t>
            </a:r>
            <a:endParaRPr lang="zh-CN" altLang="en-US" dirty="0">
              <a:solidFill>
                <a:schemeClr val="bg2"/>
              </a:solidFill>
              <a:ea typeface="黑体" pitchFamily="2" charset="-122"/>
            </a:endParaRPr>
          </a:p>
          <a:p>
            <a:pPr lvl="1" eaLnBrk="1" hangingPunct="1">
              <a:lnSpc>
                <a:spcPct val="114000"/>
              </a:lnSpc>
            </a:pPr>
            <a:r>
              <a:rPr lang="zh-CN" altLang="en-US" sz="3200" dirty="0">
                <a:solidFill>
                  <a:schemeClr val="bg2"/>
                </a:solidFill>
                <a:ea typeface="黑体" pitchFamily="2" charset="-122"/>
              </a:rPr>
              <a:t>即在映射 </a:t>
            </a:r>
            <a:r>
              <a:rPr lang="en-US" altLang="zh-CN" sz="3200" i="1" dirty="0">
                <a:solidFill>
                  <a:srgbClr val="0000EA"/>
                </a:solidFill>
                <a:latin typeface="Monotype Corsiva" pitchFamily="66" charset="0"/>
                <a:ea typeface="黑体" pitchFamily="2" charset="-122"/>
              </a:rPr>
              <a:t>f</a:t>
            </a:r>
            <a:r>
              <a:rPr lang="en-US" altLang="zh-CN" sz="3200" i="1" dirty="0">
                <a:latin typeface="Monotype Corsiva" pitchFamily="66" charset="0"/>
                <a:ea typeface="黑体" pitchFamily="2" charset="-122"/>
              </a:rPr>
              <a:t>  </a:t>
            </a:r>
            <a:r>
              <a:rPr lang="zh-CN" altLang="en-US" sz="3200" dirty="0">
                <a:solidFill>
                  <a:schemeClr val="bg2"/>
                </a:solidFill>
                <a:ea typeface="黑体" pitchFamily="2" charset="-122"/>
              </a:rPr>
              <a:t>下， 将点</a:t>
            </a:r>
            <a:r>
              <a:rPr lang="en-US" altLang="zh-CN" sz="3200" dirty="0">
                <a:solidFill>
                  <a:schemeClr val="bg2"/>
                </a:solidFill>
                <a:ea typeface="黑体" pitchFamily="2" charset="-122"/>
              </a:rPr>
              <a:t>x</a:t>
            </a:r>
            <a:r>
              <a:rPr lang="zh-CN" altLang="en-US" sz="3200" dirty="0">
                <a:solidFill>
                  <a:schemeClr val="bg2"/>
                </a:solidFill>
                <a:ea typeface="黑体" pitchFamily="2" charset="-122"/>
              </a:rPr>
              <a:t>映射为</a:t>
            </a:r>
            <a:r>
              <a:rPr lang="en-US" altLang="zh-CN" sz="3200" dirty="0">
                <a:solidFill>
                  <a:schemeClr val="bg2"/>
                </a:solidFill>
                <a:ea typeface="黑体" pitchFamily="2" charset="-122"/>
              </a:rPr>
              <a:t>F</a:t>
            </a:r>
            <a:r>
              <a:rPr lang="zh-CN" altLang="en-US" sz="3200" dirty="0">
                <a:solidFill>
                  <a:schemeClr val="bg2"/>
                </a:solidFill>
                <a:ea typeface="黑体" pitchFamily="2" charset="-122"/>
              </a:rPr>
              <a:t>集</a:t>
            </a:r>
            <a:r>
              <a:rPr lang="en-US" altLang="zh-CN" sz="3200" dirty="0">
                <a:solidFill>
                  <a:schemeClr val="bg2"/>
                </a:solidFill>
                <a:ea typeface="黑体" pitchFamily="2" charset="-122"/>
              </a:rPr>
              <a:t>B</a:t>
            </a:r>
            <a:r>
              <a:rPr lang="zh-CN" altLang="en-US" sz="3200" dirty="0">
                <a:solidFill>
                  <a:schemeClr val="bg2"/>
                </a:solidFill>
                <a:ea typeface="黑体" pitchFamily="2" charset="-122"/>
              </a:rPr>
              <a:t>。</a:t>
            </a:r>
          </a:p>
          <a:p>
            <a:pPr eaLnBrk="1" hangingPunct="1">
              <a:lnSpc>
                <a:spcPct val="114000"/>
              </a:lnSpc>
            </a:pPr>
            <a:r>
              <a:rPr lang="en-US" altLang="zh-CN" dirty="0">
                <a:solidFill>
                  <a:srgbClr val="FF0000"/>
                </a:solidFill>
                <a:ea typeface="黑体" pitchFamily="2" charset="-122"/>
              </a:rPr>
              <a:t>F</a:t>
            </a:r>
            <a:r>
              <a:rPr lang="zh-CN" altLang="en-US" dirty="0">
                <a:solidFill>
                  <a:srgbClr val="FF0000"/>
                </a:solidFill>
                <a:ea typeface="黑体" pitchFamily="2" charset="-122"/>
              </a:rPr>
              <a:t>映射</a:t>
            </a:r>
            <a:r>
              <a:rPr lang="zh-CN" altLang="en-US" dirty="0">
                <a:ea typeface="黑体" pitchFamily="2" charset="-122"/>
              </a:rPr>
              <a:t>是这样的一种对应关系：</a:t>
            </a:r>
          </a:p>
          <a:p>
            <a:pPr marL="0" indent="0" eaLnBrk="1" hangingPunct="1">
              <a:lnSpc>
                <a:spcPct val="114000"/>
              </a:lnSpc>
              <a:buNone/>
            </a:pPr>
            <a:r>
              <a:rPr lang="en-US" altLang="zh-CN" b="1" dirty="0">
                <a:solidFill>
                  <a:srgbClr val="FF00FF"/>
                </a:solidFill>
                <a:ea typeface="华文楷体" pitchFamily="2" charset="-122"/>
              </a:rPr>
              <a:t>   U</a:t>
            </a:r>
            <a:r>
              <a:rPr lang="zh-CN" altLang="en-US" b="1" dirty="0">
                <a:solidFill>
                  <a:srgbClr val="FF00FF"/>
                </a:solidFill>
                <a:ea typeface="华文楷体" pitchFamily="2" charset="-122"/>
              </a:rPr>
              <a:t>上任一元素</a:t>
            </a:r>
            <a:r>
              <a:rPr lang="en-US" altLang="zh-CN" b="1" dirty="0">
                <a:solidFill>
                  <a:srgbClr val="FF00FF"/>
                </a:solidFill>
                <a:ea typeface="华文楷体" pitchFamily="2" charset="-122"/>
              </a:rPr>
              <a:t>u</a:t>
            </a:r>
            <a:r>
              <a:rPr lang="zh-CN" altLang="en-US" b="1" dirty="0">
                <a:solidFill>
                  <a:srgbClr val="FF00FF"/>
                </a:solidFill>
                <a:ea typeface="华文楷体" pitchFamily="2" charset="-122"/>
              </a:rPr>
              <a:t>与</a:t>
            </a:r>
            <a:r>
              <a:rPr lang="en-US" altLang="zh-CN" b="1" dirty="0">
                <a:solidFill>
                  <a:srgbClr val="FF00FF"/>
                </a:solidFill>
                <a:ea typeface="华文楷体" pitchFamily="2" charset="-122"/>
              </a:rPr>
              <a:t>V</a:t>
            </a:r>
            <a:r>
              <a:rPr lang="zh-CN" altLang="en-US" b="1" dirty="0">
                <a:solidFill>
                  <a:srgbClr val="FF00FF"/>
                </a:solidFill>
                <a:ea typeface="华文楷体" pitchFamily="2" charset="-122"/>
              </a:rPr>
              <a:t>上的唯一确定</a:t>
            </a:r>
            <a:r>
              <a:rPr lang="en-US" altLang="zh-CN" b="1" dirty="0">
                <a:solidFill>
                  <a:srgbClr val="FF00FF"/>
                </a:solidFill>
                <a:ea typeface="华文楷体" pitchFamily="2" charset="-122"/>
              </a:rPr>
              <a:t>F</a:t>
            </a:r>
            <a:r>
              <a:rPr lang="zh-CN" altLang="en-US" b="1" dirty="0">
                <a:solidFill>
                  <a:srgbClr val="FF00FF"/>
                </a:solidFill>
                <a:ea typeface="华文楷体" pitchFamily="2" charset="-122"/>
              </a:rPr>
              <a:t>集</a:t>
            </a:r>
            <a:r>
              <a:rPr lang="en-US" altLang="zh-CN" b="1" dirty="0">
                <a:solidFill>
                  <a:srgbClr val="FF00FF"/>
                </a:solidFill>
                <a:ea typeface="华文楷体" pitchFamily="2" charset="-122"/>
              </a:rPr>
              <a:t>B</a:t>
            </a:r>
            <a:r>
              <a:rPr lang="zh-CN" altLang="en-US" b="1" dirty="0">
                <a:solidFill>
                  <a:srgbClr val="FF00FF"/>
                </a:solidFill>
                <a:ea typeface="华文楷体" pitchFamily="2" charset="-122"/>
              </a:rPr>
              <a:t>对应</a:t>
            </a:r>
            <a:r>
              <a:rPr lang="en-US" altLang="zh-CN" b="1" dirty="0">
                <a:solidFill>
                  <a:srgbClr val="FF00FF"/>
                </a:solidFill>
                <a:ea typeface="华文楷体" pitchFamily="2" charset="-122"/>
              </a:rPr>
              <a:t>.</a:t>
            </a:r>
            <a:r>
              <a:rPr lang="zh-CN" altLang="en-US" b="1" dirty="0">
                <a:solidFill>
                  <a:srgbClr val="FF00FF"/>
                </a:solidFill>
                <a:ea typeface="华文楷体" pitchFamily="2" charset="-122"/>
              </a:rPr>
              <a:t>        </a:t>
            </a:r>
          </a:p>
        </p:txBody>
      </p:sp>
      <p:sp>
        <p:nvSpPr>
          <p:cNvPr id="2" name="灯片编号占位符 1">
            <a:extLst>
              <a:ext uri="{FF2B5EF4-FFF2-40B4-BE49-F238E27FC236}">
                <a16:creationId xmlns:a16="http://schemas.microsoft.com/office/drawing/2014/main" id="{B22F04F7-6B21-7E73-8935-82F2C61C90E9}"/>
              </a:ext>
            </a:extLst>
          </p:cNvPr>
          <p:cNvSpPr>
            <a:spLocks noGrp="1"/>
          </p:cNvSpPr>
          <p:nvPr>
            <p:ph type="sldNum" sz="quarter" idx="11"/>
          </p:nvPr>
        </p:nvSpPr>
        <p:spPr/>
        <p:txBody>
          <a:bodyPr/>
          <a:lstStyle/>
          <a:p>
            <a:pPr>
              <a:defRPr/>
            </a:pPr>
            <a:fld id="{EF24B7D7-F746-4E05-9A11-DD4FB4529D5B}" type="slidenum">
              <a:rPr lang="en-US" altLang="zh-CN" smtClean="0"/>
              <a:pPr>
                <a:defRPr/>
              </a:pPr>
              <a:t>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left)">
                                      <p:cBhvr>
                                        <p:cTn id="7" dur="500"/>
                                        <p:tgtEl>
                                          <p:spTgt spid="75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779">
                                            <p:txEl>
                                              <p:pRg st="1" end="1"/>
                                            </p:txEl>
                                          </p:spTgt>
                                        </p:tgtEl>
                                        <p:attrNameLst>
                                          <p:attrName>style.visibility</p:attrName>
                                        </p:attrNameLst>
                                      </p:cBhvr>
                                      <p:to>
                                        <p:strVal val="visible"/>
                                      </p:to>
                                    </p:set>
                                    <p:animEffect transition="in" filter="wipe(left)">
                                      <p:cBhvr>
                                        <p:cTn id="12" dur="500"/>
                                        <p:tgtEl>
                                          <p:spTgt spid="757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779">
                                            <p:txEl>
                                              <p:pRg st="2" end="2"/>
                                            </p:txEl>
                                          </p:spTgt>
                                        </p:tgtEl>
                                        <p:attrNameLst>
                                          <p:attrName>style.visibility</p:attrName>
                                        </p:attrNameLst>
                                      </p:cBhvr>
                                      <p:to>
                                        <p:strVal val="visible"/>
                                      </p:to>
                                    </p:set>
                                    <p:animEffect transition="in" filter="wipe(left)">
                                      <p:cBhvr>
                                        <p:cTn id="17" dur="500"/>
                                        <p:tgtEl>
                                          <p:spTgt spid="757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779">
                                            <p:txEl>
                                              <p:pRg st="3" end="3"/>
                                            </p:txEl>
                                          </p:spTgt>
                                        </p:tgtEl>
                                        <p:attrNameLst>
                                          <p:attrName>style.visibility</p:attrName>
                                        </p:attrNameLst>
                                      </p:cBhvr>
                                      <p:to>
                                        <p:strVal val="visible"/>
                                      </p:to>
                                    </p:set>
                                    <p:animEffect transition="in" filter="wipe(left)">
                                      <p:cBhvr>
                                        <p:cTn id="22" dur="500"/>
                                        <p:tgtEl>
                                          <p:spTgt spid="757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5779">
                                            <p:txEl>
                                              <p:pRg st="4" end="4"/>
                                            </p:txEl>
                                          </p:spTgt>
                                        </p:tgtEl>
                                        <p:attrNameLst>
                                          <p:attrName>style.visibility</p:attrName>
                                        </p:attrNameLst>
                                      </p:cBhvr>
                                      <p:to>
                                        <p:strVal val="visible"/>
                                      </p:to>
                                    </p:set>
                                    <p:animEffect transition="in" filter="wipe(left)">
                                      <p:cBhvr>
                                        <p:cTn id="27" dur="500"/>
                                        <p:tgtEl>
                                          <p:spTgt spid="7577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5779">
                                            <p:txEl>
                                              <p:pRg st="5" end="5"/>
                                            </p:txEl>
                                          </p:spTgt>
                                        </p:tgtEl>
                                        <p:attrNameLst>
                                          <p:attrName>style.visibility</p:attrName>
                                        </p:attrNameLst>
                                      </p:cBhvr>
                                      <p:to>
                                        <p:strVal val="visible"/>
                                      </p:to>
                                    </p:set>
                                    <p:animEffect transition="in" filter="wipe(left)">
                                      <p:cBhvr>
                                        <p:cTn id="32" dur="500"/>
                                        <p:tgtEl>
                                          <p:spTgt spid="7577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5779">
                                            <p:txEl>
                                              <p:pRg st="6" end="6"/>
                                            </p:txEl>
                                          </p:spTgt>
                                        </p:tgtEl>
                                        <p:attrNameLst>
                                          <p:attrName>style.visibility</p:attrName>
                                        </p:attrNameLst>
                                      </p:cBhvr>
                                      <p:to>
                                        <p:strVal val="visible"/>
                                      </p:to>
                                    </p:set>
                                    <p:animEffect transition="in" filter="wipe(left)">
                                      <p:cBhvr>
                                        <p:cTn id="37" dur="500"/>
                                        <p:tgtEl>
                                          <p:spTgt spid="7577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5779">
                                            <p:txEl>
                                              <p:pRg st="7" end="7"/>
                                            </p:txEl>
                                          </p:spTgt>
                                        </p:tgtEl>
                                        <p:attrNameLst>
                                          <p:attrName>style.visibility</p:attrName>
                                        </p:attrNameLst>
                                      </p:cBhvr>
                                      <p:to>
                                        <p:strVal val="visible"/>
                                      </p:to>
                                    </p:set>
                                    <p:animEffect transition="in" filter="wipe(left)">
                                      <p:cBhvr>
                                        <p:cTn id="42" dur="500"/>
                                        <p:tgtEl>
                                          <p:spTgt spid="757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992313" y="333376"/>
            <a:ext cx="8229600" cy="811213"/>
          </a:xfrm>
        </p:spPr>
        <p:txBody>
          <a:bodyPr/>
          <a:lstStyle/>
          <a:p>
            <a:pPr algn="ctr" eaLnBrk="1" hangingPunct="1"/>
            <a:r>
              <a:rPr lang="en-US" altLang="zh-CN">
                <a:solidFill>
                  <a:srgbClr val="008000"/>
                </a:solidFill>
                <a:ea typeface="黑体" pitchFamily="2" charset="-122"/>
              </a:rPr>
              <a:t>F</a:t>
            </a:r>
            <a:r>
              <a:rPr lang="zh-CN" altLang="en-US">
                <a:solidFill>
                  <a:srgbClr val="008000"/>
                </a:solidFill>
                <a:ea typeface="黑体" pitchFamily="2" charset="-122"/>
              </a:rPr>
              <a:t>映射举例</a:t>
            </a:r>
          </a:p>
        </p:txBody>
      </p:sp>
      <p:sp>
        <p:nvSpPr>
          <p:cNvPr id="68612" name="Rectangle 4"/>
          <p:cNvSpPr>
            <a:spLocks noChangeArrowheads="1"/>
          </p:cNvSpPr>
          <p:nvPr/>
        </p:nvSpPr>
        <p:spPr bwMode="auto">
          <a:xfrm>
            <a:off x="767408" y="1119797"/>
            <a:ext cx="66452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dirty="0">
                <a:latin typeface="Times New Roman" pitchFamily="18" charset="0"/>
              </a:rPr>
              <a:t>[</a:t>
            </a:r>
            <a:r>
              <a:rPr kumimoji="1" lang="zh-CN" altLang="en-US" sz="3200" b="1" dirty="0">
                <a:latin typeface="Times New Roman" pitchFamily="18" charset="0"/>
              </a:rPr>
              <a:t>例</a:t>
            </a:r>
            <a:r>
              <a:rPr kumimoji="1" lang="en-US" altLang="zh-CN" sz="3200" b="1" dirty="0">
                <a:latin typeface="Times New Roman" pitchFamily="18" charset="0"/>
              </a:rPr>
              <a:t>]  </a:t>
            </a:r>
            <a:r>
              <a:rPr kumimoji="1" lang="zh-CN" altLang="en-US" sz="3200" b="1" dirty="0">
                <a:latin typeface="Times New Roman" pitchFamily="18" charset="0"/>
              </a:rPr>
              <a:t>设</a:t>
            </a:r>
            <a:r>
              <a:rPr kumimoji="1" lang="en-US" altLang="zh-CN" sz="3200" b="1" i="1" dirty="0">
                <a:latin typeface="Times New Roman" pitchFamily="18" charset="0"/>
              </a:rPr>
              <a:t>X </a:t>
            </a:r>
            <a:r>
              <a:rPr kumimoji="1" lang="en-US" altLang="zh-CN" sz="3200" b="1" dirty="0">
                <a:latin typeface="Times New Roman" pitchFamily="18" charset="0"/>
              </a:rPr>
              <a:t>= {</a:t>
            </a:r>
            <a:r>
              <a:rPr kumimoji="1" lang="en-US" altLang="zh-CN" sz="3200" b="1" i="1" dirty="0">
                <a:latin typeface="Times New Roman" pitchFamily="18" charset="0"/>
              </a:rPr>
              <a:t>x</a:t>
            </a:r>
            <a:r>
              <a:rPr kumimoji="1" lang="en-US" altLang="zh-CN" sz="3200" b="1" baseline="-30000" dirty="0">
                <a:latin typeface="Times New Roman" pitchFamily="18" charset="0"/>
              </a:rPr>
              <a:t>1</a:t>
            </a:r>
            <a:r>
              <a:rPr kumimoji="1" lang="en-US" altLang="zh-CN" sz="3200" b="1" dirty="0">
                <a:latin typeface="Times New Roman" pitchFamily="18" charset="0"/>
              </a:rPr>
              <a:t>, </a:t>
            </a:r>
            <a:r>
              <a:rPr kumimoji="1" lang="en-US" altLang="zh-CN" sz="3200" b="1" i="1" dirty="0">
                <a:latin typeface="Times New Roman" pitchFamily="18" charset="0"/>
              </a:rPr>
              <a:t>x</a:t>
            </a:r>
            <a:r>
              <a:rPr kumimoji="1" lang="en-US" altLang="zh-CN" sz="3200" b="1" baseline="-30000" dirty="0">
                <a:latin typeface="Times New Roman" pitchFamily="18" charset="0"/>
              </a:rPr>
              <a:t>2</a:t>
            </a:r>
            <a:r>
              <a:rPr kumimoji="1" lang="en-US" altLang="zh-CN" sz="3200" b="1" dirty="0">
                <a:latin typeface="Times New Roman" pitchFamily="18" charset="0"/>
              </a:rPr>
              <a:t>},  </a:t>
            </a:r>
            <a:r>
              <a:rPr kumimoji="1" lang="en-US" altLang="zh-CN" sz="3200" b="1" i="1" dirty="0">
                <a:latin typeface="Times New Roman" pitchFamily="18" charset="0"/>
              </a:rPr>
              <a:t>Y </a:t>
            </a:r>
            <a:r>
              <a:rPr kumimoji="1" lang="en-US" altLang="zh-CN" sz="3200" b="1" dirty="0">
                <a:latin typeface="Times New Roman" pitchFamily="18" charset="0"/>
              </a:rPr>
              <a:t>= {</a:t>
            </a:r>
            <a:r>
              <a:rPr kumimoji="1" lang="en-US" altLang="zh-CN" sz="3200" b="1" i="1" dirty="0">
                <a:latin typeface="Times New Roman" pitchFamily="18" charset="0"/>
              </a:rPr>
              <a:t>y</a:t>
            </a:r>
            <a:r>
              <a:rPr kumimoji="1" lang="en-US" altLang="zh-CN" sz="3200" b="1" baseline="-30000" dirty="0">
                <a:latin typeface="Times New Roman" pitchFamily="18" charset="0"/>
              </a:rPr>
              <a:t>1</a:t>
            </a:r>
            <a:r>
              <a:rPr kumimoji="1" lang="en-US" altLang="zh-CN" sz="3200" b="1" dirty="0">
                <a:latin typeface="Times New Roman" pitchFamily="18" charset="0"/>
              </a:rPr>
              <a:t>, </a:t>
            </a:r>
            <a:r>
              <a:rPr kumimoji="1" lang="en-US" altLang="zh-CN" sz="3200" b="1" i="1" dirty="0">
                <a:latin typeface="Times New Roman" pitchFamily="18" charset="0"/>
              </a:rPr>
              <a:t>y</a:t>
            </a:r>
            <a:r>
              <a:rPr kumimoji="1" lang="en-US" altLang="zh-CN" sz="3200" b="1" baseline="-30000" dirty="0">
                <a:latin typeface="Times New Roman" pitchFamily="18" charset="0"/>
              </a:rPr>
              <a:t>2</a:t>
            </a:r>
            <a:r>
              <a:rPr kumimoji="1" lang="en-US" altLang="zh-CN" sz="3200" b="1" dirty="0">
                <a:latin typeface="Times New Roman" pitchFamily="18" charset="0"/>
              </a:rPr>
              <a:t>, </a:t>
            </a:r>
            <a:r>
              <a:rPr kumimoji="1" lang="en-US" altLang="zh-CN" sz="3200" b="1" i="1" dirty="0">
                <a:latin typeface="Times New Roman" pitchFamily="18" charset="0"/>
              </a:rPr>
              <a:t>y</a:t>
            </a:r>
            <a:r>
              <a:rPr kumimoji="1" lang="en-US" altLang="zh-CN" sz="3200" b="1" baseline="-30000" dirty="0">
                <a:latin typeface="Times New Roman" pitchFamily="18" charset="0"/>
              </a:rPr>
              <a:t>3</a:t>
            </a:r>
            <a:r>
              <a:rPr kumimoji="1" lang="en-US" altLang="zh-CN" sz="3200" b="1" dirty="0">
                <a:latin typeface="Times New Roman" pitchFamily="18" charset="0"/>
              </a:rPr>
              <a:t>}, </a:t>
            </a:r>
            <a:r>
              <a:rPr kumimoji="1" lang="zh-CN" altLang="en-US" sz="3200" b="1" dirty="0">
                <a:latin typeface="Times New Roman" pitchFamily="18" charset="0"/>
              </a:rPr>
              <a:t>令</a:t>
            </a:r>
          </a:p>
        </p:txBody>
      </p:sp>
      <p:graphicFrame>
        <p:nvGraphicFramePr>
          <p:cNvPr id="68613" name="Object 5"/>
          <p:cNvGraphicFramePr>
            <a:graphicFrameLocks noChangeAspect="1"/>
          </p:cNvGraphicFramePr>
          <p:nvPr>
            <p:extLst>
              <p:ext uri="{D42A27DB-BD31-4B8C-83A1-F6EECF244321}">
                <p14:modId xmlns:p14="http://schemas.microsoft.com/office/powerpoint/2010/main" val="3854357205"/>
              </p:ext>
            </p:extLst>
          </p:nvPr>
        </p:nvGraphicFramePr>
        <p:xfrm>
          <a:off x="1343472" y="1897311"/>
          <a:ext cx="6172200" cy="2124075"/>
        </p:xfrm>
        <a:graphic>
          <a:graphicData uri="http://schemas.openxmlformats.org/presentationml/2006/ole">
            <mc:AlternateContent xmlns:mc="http://schemas.openxmlformats.org/markup-compatibility/2006">
              <mc:Choice xmlns:v="urn:schemas-microsoft-com:vml" Requires="v">
                <p:oleObj name="Equation" r:id="rId3" imgW="2197080" imgH="914400" progId="Equation.DSMT4">
                  <p:embed/>
                </p:oleObj>
              </mc:Choice>
              <mc:Fallback>
                <p:oleObj name="Equation" r:id="rId3" imgW="2197080" imgH="914400" progId="Equation.DSMT4">
                  <p:embed/>
                  <p:pic>
                    <p:nvPicPr>
                      <p:cNvPr id="0" name="Object 5"/>
                      <p:cNvPicPr>
                        <a:picLocks noChangeAspect="1" noChangeArrowheads="1"/>
                      </p:cNvPicPr>
                      <p:nvPr/>
                    </p:nvPicPr>
                    <p:blipFill>
                      <a:blip r:embed="rId4"/>
                      <a:srcRect/>
                      <a:stretch>
                        <a:fillRect/>
                      </a:stretch>
                    </p:blipFill>
                    <p:spPr bwMode="auto">
                      <a:xfrm>
                        <a:off x="1343472" y="1897311"/>
                        <a:ext cx="6172200" cy="212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14" name="Text Box 6"/>
          <p:cNvSpPr txBox="1">
            <a:spLocks noChangeArrowheads="1"/>
          </p:cNvSpPr>
          <p:nvPr/>
        </p:nvSpPr>
        <p:spPr bwMode="auto">
          <a:xfrm>
            <a:off x="6448424" y="5770196"/>
            <a:ext cx="5743575" cy="1066800"/>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kumimoji="1" lang="en-US" altLang="zh-CN" sz="3200" b="1" i="1" dirty="0">
                <a:latin typeface="Times New Roman" pitchFamily="18" charset="0"/>
                <a:ea typeface="黑体" pitchFamily="2" charset="-122"/>
              </a:rPr>
              <a:t> f </a:t>
            </a:r>
            <a:r>
              <a:rPr kumimoji="1" lang="en-US" altLang="zh-CN" sz="3200" b="1" dirty="0">
                <a:latin typeface="Times New Roman" pitchFamily="18" charset="0"/>
              </a:rPr>
              <a:t>(</a:t>
            </a:r>
            <a:r>
              <a:rPr kumimoji="1" lang="en-US" altLang="zh-CN" sz="3200" b="1" i="1" dirty="0">
                <a:latin typeface="Times New Roman" pitchFamily="18" charset="0"/>
              </a:rPr>
              <a:t>x</a:t>
            </a:r>
            <a:r>
              <a:rPr kumimoji="1" lang="en-US" altLang="zh-CN" sz="3200" b="1" dirty="0">
                <a:latin typeface="Times New Roman" pitchFamily="18" charset="0"/>
              </a:rPr>
              <a:t>),</a:t>
            </a:r>
            <a:r>
              <a:rPr kumimoji="1" lang="en-US" altLang="zh-CN" sz="3200" b="1" i="1" dirty="0">
                <a:latin typeface="Times New Roman" pitchFamily="18" charset="0"/>
                <a:ea typeface="黑体" pitchFamily="2" charset="-122"/>
              </a:rPr>
              <a:t> g</a:t>
            </a:r>
            <a:r>
              <a:rPr kumimoji="1" lang="en-US" altLang="zh-CN" sz="3200" b="1" dirty="0">
                <a:latin typeface="Times New Roman" pitchFamily="18" charset="0"/>
              </a:rPr>
              <a:t>(</a:t>
            </a:r>
            <a:r>
              <a:rPr kumimoji="1" lang="en-US" altLang="zh-CN" sz="3200" b="1" i="1" dirty="0">
                <a:latin typeface="Times New Roman" pitchFamily="18" charset="0"/>
              </a:rPr>
              <a:t>x</a:t>
            </a:r>
            <a:r>
              <a:rPr kumimoji="1" lang="en-US" altLang="zh-CN" sz="3200" b="1" dirty="0">
                <a:latin typeface="Times New Roman" pitchFamily="18" charset="0"/>
              </a:rPr>
              <a:t>)</a:t>
            </a:r>
            <a:r>
              <a:rPr kumimoji="1" lang="zh-CN" altLang="en-US" sz="3200" b="1" dirty="0">
                <a:latin typeface="Times New Roman" pitchFamily="18" charset="0"/>
              </a:rPr>
              <a:t>都是从</a:t>
            </a:r>
            <a:r>
              <a:rPr kumimoji="1" lang="en-US" altLang="zh-CN" sz="3200" b="1" i="1" dirty="0">
                <a:latin typeface="Times New Roman" pitchFamily="18" charset="0"/>
              </a:rPr>
              <a:t>X </a:t>
            </a:r>
            <a:r>
              <a:rPr kumimoji="1" lang="zh-CN" altLang="en-US" sz="3200" b="1" dirty="0">
                <a:latin typeface="宋体" charset="-122"/>
              </a:rPr>
              <a:t>到</a:t>
            </a:r>
            <a:r>
              <a:rPr kumimoji="1" lang="en-US" altLang="zh-CN" sz="3200" b="1" i="1" dirty="0">
                <a:latin typeface="Times New Roman" pitchFamily="18" charset="0"/>
              </a:rPr>
              <a:t>Y </a:t>
            </a:r>
            <a:r>
              <a:rPr kumimoji="1" lang="zh-CN" altLang="en-US" sz="3200" b="1" dirty="0">
                <a:latin typeface="宋体" charset="-122"/>
              </a:rPr>
              <a:t>的</a:t>
            </a:r>
            <a:r>
              <a:rPr kumimoji="1" lang="en-US" altLang="zh-CN" sz="3200" b="1" dirty="0">
                <a:latin typeface="宋体" charset="-122"/>
              </a:rPr>
              <a:t>F</a:t>
            </a:r>
            <a:r>
              <a:rPr kumimoji="1" lang="zh-CN" altLang="en-US" sz="3200" b="1" dirty="0">
                <a:latin typeface="Times New Roman" pitchFamily="18" charset="0"/>
              </a:rPr>
              <a:t>映射</a:t>
            </a:r>
            <a:r>
              <a:rPr kumimoji="1" lang="en-US" altLang="zh-CN" sz="3200" b="1" dirty="0">
                <a:latin typeface="Times New Roman" pitchFamily="18" charset="0"/>
              </a:rPr>
              <a:t>,</a:t>
            </a:r>
          </a:p>
          <a:p>
            <a:pPr algn="ctr" eaLnBrk="1" hangingPunct="1"/>
            <a:r>
              <a:rPr kumimoji="1" lang="zh-CN" altLang="en-US" sz="3200" b="1" dirty="0">
                <a:latin typeface="Times New Roman" pitchFamily="18" charset="0"/>
              </a:rPr>
              <a:t>且 </a:t>
            </a:r>
            <a:r>
              <a:rPr kumimoji="1" lang="en-US" altLang="zh-CN" sz="3200" b="1" i="1" dirty="0">
                <a:latin typeface="Times New Roman" pitchFamily="18" charset="0"/>
                <a:ea typeface="黑体" pitchFamily="2" charset="-122"/>
              </a:rPr>
              <a:t>f </a:t>
            </a:r>
            <a:r>
              <a:rPr kumimoji="1" lang="en-US" altLang="zh-CN" sz="3200" b="1" dirty="0">
                <a:latin typeface="Times New Roman" pitchFamily="18" charset="0"/>
              </a:rPr>
              <a:t>(</a:t>
            </a:r>
            <a:r>
              <a:rPr kumimoji="1" lang="en-US" altLang="zh-CN" sz="3200" b="1" i="1" dirty="0">
                <a:latin typeface="Times New Roman" pitchFamily="18" charset="0"/>
              </a:rPr>
              <a:t>x</a:t>
            </a:r>
            <a:r>
              <a:rPr kumimoji="1" lang="en-US" altLang="zh-CN" sz="3200" b="1" dirty="0">
                <a:latin typeface="Times New Roman" pitchFamily="18" charset="0"/>
              </a:rPr>
              <a:t>) </a:t>
            </a:r>
            <a:r>
              <a:rPr kumimoji="1" lang="zh-CN" altLang="en-US" sz="3200" b="1" dirty="0">
                <a:latin typeface="Times New Roman" pitchFamily="18" charset="0"/>
              </a:rPr>
              <a:t>是从</a:t>
            </a:r>
            <a:r>
              <a:rPr kumimoji="1" lang="en-US" altLang="zh-CN" sz="3200" b="1" i="1" dirty="0">
                <a:latin typeface="Times New Roman" pitchFamily="18" charset="0"/>
              </a:rPr>
              <a:t>X </a:t>
            </a:r>
            <a:r>
              <a:rPr kumimoji="1" lang="zh-CN" altLang="en-US" sz="3200" b="1" dirty="0">
                <a:latin typeface="宋体" charset="-122"/>
              </a:rPr>
              <a:t>到</a:t>
            </a:r>
            <a:r>
              <a:rPr kumimoji="1" lang="en-US" altLang="zh-CN" sz="3200" b="1" i="1" dirty="0">
                <a:latin typeface="Times New Roman" pitchFamily="18" charset="0"/>
              </a:rPr>
              <a:t>Y </a:t>
            </a:r>
            <a:r>
              <a:rPr kumimoji="1" lang="zh-CN" altLang="en-US" sz="3200" b="1" dirty="0">
                <a:latin typeface="宋体" charset="-122"/>
              </a:rPr>
              <a:t>的点</a:t>
            </a:r>
            <a:r>
              <a:rPr kumimoji="1" lang="en-US" altLang="zh-CN" sz="3200" b="1" dirty="0">
                <a:latin typeface="宋体" charset="-122"/>
              </a:rPr>
              <a:t>-</a:t>
            </a:r>
            <a:r>
              <a:rPr kumimoji="1" lang="zh-CN" altLang="en-US" sz="3200" b="1" dirty="0">
                <a:latin typeface="宋体" charset="-122"/>
              </a:rPr>
              <a:t>集</a:t>
            </a:r>
            <a:r>
              <a:rPr kumimoji="1" lang="zh-CN" altLang="en-US" sz="3200" b="1" dirty="0">
                <a:latin typeface="Times New Roman" pitchFamily="18" charset="0"/>
              </a:rPr>
              <a:t>映射</a:t>
            </a:r>
            <a:r>
              <a:rPr kumimoji="1" lang="en-US" altLang="zh-CN" sz="3200" b="1" dirty="0">
                <a:latin typeface="Times New Roman" pitchFamily="18" charset="0"/>
              </a:rPr>
              <a:t>.</a:t>
            </a:r>
          </a:p>
        </p:txBody>
      </p:sp>
      <p:sp>
        <p:nvSpPr>
          <p:cNvPr id="2" name="灯片编号占位符 1">
            <a:extLst>
              <a:ext uri="{FF2B5EF4-FFF2-40B4-BE49-F238E27FC236}">
                <a16:creationId xmlns:a16="http://schemas.microsoft.com/office/drawing/2014/main" id="{980A02CA-5D6F-807A-6C99-E7259D15EEB0}"/>
              </a:ext>
            </a:extLst>
          </p:cNvPr>
          <p:cNvSpPr>
            <a:spLocks noGrp="1"/>
          </p:cNvSpPr>
          <p:nvPr>
            <p:ph type="sldNum" sz="quarter" idx="11"/>
          </p:nvPr>
        </p:nvSpPr>
        <p:spPr/>
        <p:txBody>
          <a:bodyPr/>
          <a:lstStyle/>
          <a:p>
            <a:pPr>
              <a:defRPr/>
            </a:pPr>
            <a:fld id="{EF24B7D7-F746-4E05-9A11-DD4FB4529D5B}" type="slidenum">
              <a:rPr lang="en-US" altLang="zh-CN" smtClean="0"/>
              <a:pPr>
                <a:defRPr/>
              </a:pPr>
              <a:t>5</a:t>
            </a:fld>
            <a:endParaRPr lang="en-US" altLang="zh-CN"/>
          </a:p>
        </p:txBody>
      </p:sp>
      <p:graphicFrame>
        <p:nvGraphicFramePr>
          <p:cNvPr id="3" name="Object 5">
            <a:extLst>
              <a:ext uri="{FF2B5EF4-FFF2-40B4-BE49-F238E27FC236}">
                <a16:creationId xmlns:a16="http://schemas.microsoft.com/office/drawing/2014/main" id="{0FA210C8-9898-CCA2-4276-E2B787767D92}"/>
              </a:ext>
            </a:extLst>
          </p:cNvPr>
          <p:cNvGraphicFramePr>
            <a:graphicFrameLocks noChangeAspect="1"/>
          </p:cNvGraphicFramePr>
          <p:nvPr>
            <p:extLst>
              <p:ext uri="{D42A27DB-BD31-4B8C-83A1-F6EECF244321}">
                <p14:modId xmlns:p14="http://schemas.microsoft.com/office/powerpoint/2010/main" val="2296063292"/>
              </p:ext>
            </p:extLst>
          </p:nvPr>
        </p:nvGraphicFramePr>
        <p:xfrm>
          <a:off x="1343472" y="4119060"/>
          <a:ext cx="5743575" cy="2125662"/>
        </p:xfrm>
        <a:graphic>
          <a:graphicData uri="http://schemas.openxmlformats.org/presentationml/2006/ole">
            <mc:AlternateContent xmlns:mc="http://schemas.openxmlformats.org/markup-compatibility/2006">
              <mc:Choice xmlns:v="urn:schemas-microsoft-com:vml" Requires="v">
                <p:oleObj name="Equation" r:id="rId5" imgW="2044440" imgH="914400" progId="Equation.DSMT4">
                  <p:embed/>
                </p:oleObj>
              </mc:Choice>
              <mc:Fallback>
                <p:oleObj name="Equation" r:id="rId5" imgW="2044440" imgH="914400" progId="Equation.DSMT4">
                  <p:embed/>
                  <p:pic>
                    <p:nvPicPr>
                      <p:cNvPr id="68613" name="Object 5"/>
                      <p:cNvPicPr>
                        <a:picLocks noChangeAspect="1" noChangeArrowheads="1"/>
                      </p:cNvPicPr>
                      <p:nvPr/>
                    </p:nvPicPr>
                    <p:blipFill>
                      <a:blip r:embed="rId6"/>
                      <a:srcRect/>
                      <a:stretch>
                        <a:fillRect/>
                      </a:stretch>
                    </p:blipFill>
                    <p:spPr bwMode="auto">
                      <a:xfrm>
                        <a:off x="1343472" y="4119060"/>
                        <a:ext cx="5743575" cy="212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612">
                                            <p:txEl>
                                              <p:pRg st="0" end="0"/>
                                            </p:txEl>
                                          </p:spTgt>
                                        </p:tgtEl>
                                        <p:attrNameLst>
                                          <p:attrName>style.visibility</p:attrName>
                                        </p:attrNameLst>
                                      </p:cBhvr>
                                      <p:to>
                                        <p:strVal val="visible"/>
                                      </p:to>
                                    </p:set>
                                    <p:animEffect transition="in" filter="wipe(left)">
                                      <p:cBhvr>
                                        <p:cTn id="7" dur="500"/>
                                        <p:tgtEl>
                                          <p:spTgt spid="686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68613"/>
                                        </p:tgtEl>
                                        <p:attrNameLst>
                                          <p:attrName>style.visibility</p:attrName>
                                        </p:attrNameLst>
                                      </p:cBhvr>
                                      <p:to>
                                        <p:strVal val="visible"/>
                                      </p:to>
                                    </p:set>
                                    <p:animEffect transition="in" filter="box(out)">
                                      <p:cBhvr>
                                        <p:cTn id="12" dur="500"/>
                                        <p:tgtEl>
                                          <p:spTgt spid="6861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out)">
                                      <p:cBhvr>
                                        <p:cTn id="17" dur="500"/>
                                        <p:tgtEl>
                                          <p:spTgt spid="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68614">
                                            <p:txEl>
                                              <p:pRg st="0" end="0"/>
                                            </p:txEl>
                                          </p:spTgt>
                                        </p:tgtEl>
                                        <p:attrNameLst>
                                          <p:attrName>style.visibility</p:attrName>
                                        </p:attrNameLst>
                                      </p:cBhvr>
                                      <p:to>
                                        <p:strVal val="visible"/>
                                      </p:to>
                                    </p:set>
                                    <p:animEffect transition="in" filter="box(out)">
                                      <p:cBhvr>
                                        <p:cTn id="22" dur="500"/>
                                        <p:tgtEl>
                                          <p:spTgt spid="68614">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68614">
                                            <p:txEl>
                                              <p:pRg st="1" end="1"/>
                                            </p:txEl>
                                          </p:spTgt>
                                        </p:tgtEl>
                                        <p:attrNameLst>
                                          <p:attrName>style.visibility</p:attrName>
                                        </p:attrNameLst>
                                      </p:cBhvr>
                                      <p:to>
                                        <p:strVal val="visible"/>
                                      </p:to>
                                    </p:set>
                                    <p:animEffect transition="in" filter="box(out)">
                                      <p:cBhvr>
                                        <p:cTn id="27" dur="500"/>
                                        <p:tgtEl>
                                          <p:spTgt spid="68614">
                                            <p:txEl>
                                              <p:pRg st="1" end="1"/>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build="p" autoUpdateAnimBg="0"/>
      <p:bldP spid="68614"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981200" y="457201"/>
            <a:ext cx="8229600" cy="955675"/>
          </a:xfrm>
        </p:spPr>
        <p:txBody>
          <a:bodyPr/>
          <a:lstStyle/>
          <a:p>
            <a:pPr algn="ctr" eaLnBrk="1" hangingPunct="1"/>
            <a:r>
              <a:rPr lang="en-US" altLang="zh-CN">
                <a:solidFill>
                  <a:srgbClr val="008000"/>
                </a:solidFill>
                <a:ea typeface="黑体" pitchFamily="2" charset="-122"/>
              </a:rPr>
              <a:t>F</a:t>
            </a:r>
            <a:r>
              <a:rPr lang="zh-CN" altLang="en-US">
                <a:solidFill>
                  <a:srgbClr val="008000"/>
                </a:solidFill>
                <a:ea typeface="黑体" pitchFamily="2" charset="-122"/>
              </a:rPr>
              <a:t>映射举例</a:t>
            </a:r>
            <a:r>
              <a:rPr lang="en-US" altLang="zh-CN" sz="3600">
                <a:ea typeface="黑体" pitchFamily="2" charset="-122"/>
              </a:rPr>
              <a:t>[P94</a:t>
            </a:r>
            <a:r>
              <a:rPr lang="zh-CN" altLang="en-US" sz="3600">
                <a:ea typeface="黑体" pitchFamily="2" charset="-122"/>
              </a:rPr>
              <a:t>例</a:t>
            </a:r>
            <a:r>
              <a:rPr lang="en-US" altLang="zh-CN" sz="3600">
                <a:ea typeface="黑体" pitchFamily="2" charset="-122"/>
              </a:rPr>
              <a:t>1]</a:t>
            </a:r>
          </a:p>
        </p:txBody>
      </p:sp>
      <p:sp>
        <p:nvSpPr>
          <p:cNvPr id="81923" name="Rectangle 3"/>
          <p:cNvSpPr>
            <a:spLocks noGrp="1" noChangeArrowheads="1"/>
          </p:cNvSpPr>
          <p:nvPr>
            <p:ph type="body" sz="half" idx="1"/>
          </p:nvPr>
        </p:nvSpPr>
        <p:spPr>
          <a:xfrm>
            <a:off x="1981200" y="1412876"/>
            <a:ext cx="7715250" cy="5445125"/>
          </a:xfrm>
        </p:spPr>
        <p:txBody>
          <a:bodyPr/>
          <a:lstStyle/>
          <a:p>
            <a:pPr eaLnBrk="1" hangingPunct="1">
              <a:buFont typeface="Wingdings" pitchFamily="2" charset="2"/>
              <a:buNone/>
            </a:pPr>
            <a:r>
              <a:rPr lang="zh-CN" altLang="en-US" sz="2400" dirty="0"/>
              <a:t>设</a:t>
            </a:r>
            <a:r>
              <a:rPr lang="en-US" altLang="zh-CN" sz="2400" dirty="0"/>
              <a:t>U ={</a:t>
            </a:r>
            <a:r>
              <a:rPr kumimoji="1" lang="en-US" altLang="zh-CN" sz="2400" i="1" dirty="0"/>
              <a:t>u</a:t>
            </a:r>
            <a:r>
              <a:rPr kumimoji="1" lang="en-US" altLang="zh-CN" sz="2400" baseline="-25000" dirty="0"/>
              <a:t>1</a:t>
            </a:r>
            <a:r>
              <a:rPr kumimoji="1" lang="en-US" altLang="zh-CN" sz="2400" dirty="0"/>
              <a:t>, </a:t>
            </a:r>
            <a:r>
              <a:rPr kumimoji="1" lang="en-US" altLang="zh-CN" sz="2400" i="1" dirty="0"/>
              <a:t>u</a:t>
            </a:r>
            <a:r>
              <a:rPr kumimoji="1" lang="en-US" altLang="zh-CN" sz="2400" baseline="-25000" dirty="0"/>
              <a:t>2</a:t>
            </a:r>
            <a:r>
              <a:rPr kumimoji="1" lang="en-US" altLang="zh-CN" sz="2400" dirty="0"/>
              <a:t>, </a:t>
            </a:r>
            <a:r>
              <a:rPr kumimoji="1" lang="en-US" altLang="zh-CN" sz="2400" i="1" dirty="0"/>
              <a:t>u</a:t>
            </a:r>
            <a:r>
              <a:rPr kumimoji="1" lang="en-US" altLang="zh-CN" sz="2400" baseline="-25000" dirty="0"/>
              <a:t>3</a:t>
            </a:r>
            <a:r>
              <a:rPr kumimoji="1" lang="en-US" altLang="zh-CN" sz="2400" dirty="0"/>
              <a:t>}</a:t>
            </a:r>
            <a:r>
              <a:rPr kumimoji="1" lang="zh-CN" altLang="en-US" sz="2400" dirty="0"/>
              <a:t>，</a:t>
            </a:r>
            <a:r>
              <a:rPr kumimoji="1" lang="en-US" altLang="zh-CN" sz="2400" dirty="0"/>
              <a:t>V={v</a:t>
            </a:r>
            <a:r>
              <a:rPr kumimoji="1" lang="en-US" altLang="zh-CN" sz="2400" baseline="-25000" dirty="0"/>
              <a:t>1</a:t>
            </a:r>
            <a:r>
              <a:rPr kumimoji="1" lang="en-US" altLang="zh-CN" sz="2400" dirty="0"/>
              <a:t>,v</a:t>
            </a:r>
            <a:r>
              <a:rPr kumimoji="1" lang="en-US" altLang="zh-CN" sz="2400" baseline="-25000" dirty="0"/>
              <a:t>2</a:t>
            </a:r>
            <a:r>
              <a:rPr kumimoji="1" lang="en-US" altLang="zh-CN" sz="2400" dirty="0"/>
              <a:t>, v</a:t>
            </a:r>
            <a:r>
              <a:rPr kumimoji="1" lang="en-US" altLang="zh-CN" sz="2400" baseline="-25000" dirty="0"/>
              <a:t>3</a:t>
            </a:r>
            <a:r>
              <a:rPr kumimoji="1" lang="en-US" altLang="zh-CN" sz="2400" dirty="0"/>
              <a:t>, v</a:t>
            </a:r>
            <a:r>
              <a:rPr kumimoji="1" lang="en-US" altLang="zh-CN" sz="2400" baseline="-25000" dirty="0"/>
              <a:t>4</a:t>
            </a:r>
            <a:r>
              <a:rPr kumimoji="1" lang="en-US" altLang="zh-CN" sz="2400" dirty="0"/>
              <a:t>}</a:t>
            </a:r>
            <a:r>
              <a:rPr kumimoji="1" lang="zh-CN" altLang="en-US" sz="2400" dirty="0"/>
              <a:t>，</a:t>
            </a:r>
            <a:r>
              <a:rPr kumimoji="1" lang="en-US" altLang="zh-CN" sz="2800" i="1" dirty="0"/>
              <a:t>R</a:t>
            </a:r>
            <a:r>
              <a:rPr kumimoji="1" lang="en-US" altLang="en-US" sz="2800" dirty="0">
                <a:latin typeface="Times New Roman" pitchFamily="18" charset="0"/>
                <a:sym typeface="Symbol" panose="05050102010706020507" pitchFamily="18" charset="2"/>
              </a:rPr>
              <a:t></a:t>
            </a:r>
            <a:r>
              <a:rPr kumimoji="1" lang="en-US" altLang="zh-CN" sz="2800" dirty="0">
                <a:latin typeface="Monotype Corsiva" pitchFamily="66" charset="0"/>
              </a:rPr>
              <a:t>F</a:t>
            </a:r>
            <a:r>
              <a:rPr kumimoji="1" lang="en-US" altLang="zh-CN" sz="2800" dirty="0">
                <a:latin typeface="Times New Roman" pitchFamily="18" charset="0"/>
              </a:rPr>
              <a:t>(U</a:t>
            </a:r>
            <a:r>
              <a:rPr kumimoji="1" lang="en-US" altLang="en-US" sz="2800" dirty="0">
                <a:latin typeface="Times New Roman" pitchFamily="18" charset="0"/>
                <a:sym typeface="Symbol" panose="05050102010706020507" pitchFamily="18" charset="2"/>
              </a:rPr>
              <a:t></a:t>
            </a:r>
            <a:r>
              <a:rPr kumimoji="1" lang="en-US" altLang="zh-CN" sz="2800" dirty="0">
                <a:latin typeface="Times New Roman" pitchFamily="18" charset="0"/>
              </a:rPr>
              <a:t>V)</a:t>
            </a:r>
            <a:r>
              <a:rPr kumimoji="1" lang="zh-CN" altLang="en-US" sz="2800" dirty="0">
                <a:latin typeface="Times New Roman" pitchFamily="18" charset="0"/>
              </a:rPr>
              <a:t>，且</a:t>
            </a:r>
            <a:endParaRPr kumimoji="1" lang="en-US" altLang="zh-CN" sz="2800" dirty="0">
              <a:latin typeface="Times New Roman" pitchFamily="18" charset="0"/>
            </a:endParaRPr>
          </a:p>
          <a:p>
            <a:pPr eaLnBrk="1" hangingPunct="1">
              <a:buFont typeface="Wingdings" pitchFamily="2" charset="2"/>
              <a:buNone/>
            </a:pPr>
            <a:endParaRPr kumimoji="1" lang="zh-CN" altLang="en-US" sz="2400" dirty="0">
              <a:latin typeface="Times New Roman" pitchFamily="18" charset="0"/>
            </a:endParaRPr>
          </a:p>
          <a:p>
            <a:pPr eaLnBrk="1" hangingPunct="1">
              <a:buFont typeface="Wingdings" pitchFamily="2" charset="2"/>
              <a:buNone/>
            </a:pPr>
            <a:endParaRPr kumimoji="1" lang="zh-CN" altLang="en-US" sz="2800" dirty="0">
              <a:latin typeface="Times New Roman" pitchFamily="18" charset="0"/>
            </a:endParaRPr>
          </a:p>
          <a:p>
            <a:pPr eaLnBrk="1" hangingPunct="1">
              <a:buFont typeface="Wingdings" pitchFamily="2" charset="2"/>
              <a:buNone/>
            </a:pPr>
            <a:endParaRPr kumimoji="1" lang="zh-CN" altLang="en-US" sz="2400" dirty="0">
              <a:latin typeface="Times New Roman" pitchFamily="18" charset="0"/>
            </a:endParaRPr>
          </a:p>
          <a:p>
            <a:pPr eaLnBrk="1" hangingPunct="1">
              <a:buFont typeface="Wingdings" pitchFamily="2" charset="2"/>
              <a:buNone/>
            </a:pPr>
            <a:endParaRPr kumimoji="1" lang="zh-CN" altLang="en-US" sz="2800" dirty="0">
              <a:latin typeface="Times New Roman" pitchFamily="18" charset="0"/>
            </a:endParaRPr>
          </a:p>
          <a:p>
            <a:pPr eaLnBrk="1" hangingPunct="1">
              <a:buFont typeface="Wingdings" pitchFamily="2" charset="2"/>
              <a:buNone/>
            </a:pPr>
            <a:r>
              <a:rPr kumimoji="1" lang="zh-CN" altLang="en-US" sz="2800" dirty="0">
                <a:latin typeface="Times New Roman" pitchFamily="18" charset="0"/>
              </a:rPr>
              <a:t>令</a:t>
            </a:r>
          </a:p>
          <a:p>
            <a:pPr eaLnBrk="1" hangingPunct="1">
              <a:buFont typeface="Wingdings" pitchFamily="2" charset="2"/>
              <a:buNone/>
            </a:pPr>
            <a:endParaRPr kumimoji="1" lang="zh-CN" altLang="en-US" sz="2800" dirty="0">
              <a:latin typeface="Times New Roman" pitchFamily="18" charset="0"/>
            </a:endParaRPr>
          </a:p>
          <a:p>
            <a:pPr eaLnBrk="1" hangingPunct="1">
              <a:buFont typeface="Wingdings" pitchFamily="2" charset="2"/>
              <a:buNone/>
            </a:pPr>
            <a:endParaRPr kumimoji="1" lang="zh-CN" altLang="en-US" sz="2400" dirty="0">
              <a:latin typeface="Times New Roman" pitchFamily="18" charset="0"/>
            </a:endParaRPr>
          </a:p>
          <a:p>
            <a:pPr eaLnBrk="1" hangingPunct="1">
              <a:buFont typeface="Wingdings" pitchFamily="2" charset="2"/>
              <a:buNone/>
            </a:pPr>
            <a:endParaRPr kumimoji="1" lang="zh-CN" altLang="en-US" sz="2800" dirty="0">
              <a:latin typeface="Times New Roman" pitchFamily="18" charset="0"/>
            </a:endParaRPr>
          </a:p>
          <a:p>
            <a:pPr eaLnBrk="1" hangingPunct="1">
              <a:buFont typeface="Wingdings" pitchFamily="2" charset="2"/>
              <a:buNone/>
            </a:pPr>
            <a:endParaRPr kumimoji="1" lang="zh-CN" altLang="en-US" sz="2800" dirty="0">
              <a:latin typeface="Times New Roman" pitchFamily="18" charset="0"/>
            </a:endParaRPr>
          </a:p>
          <a:p>
            <a:pPr eaLnBrk="1" hangingPunct="1">
              <a:buFont typeface="Wingdings" pitchFamily="2" charset="2"/>
              <a:buNone/>
            </a:pPr>
            <a:r>
              <a:rPr kumimoji="1" lang="zh-CN" altLang="en-US" dirty="0">
                <a:ea typeface="黑体" pitchFamily="2" charset="-122"/>
              </a:rPr>
              <a:t>按定义知 </a:t>
            </a:r>
            <a:r>
              <a:rPr kumimoji="1" lang="en-US" altLang="zh-CN" dirty="0">
                <a:latin typeface="Monotype Corsiva" pitchFamily="66" charset="0"/>
                <a:ea typeface="黑体" pitchFamily="2" charset="-122"/>
              </a:rPr>
              <a:t>f </a:t>
            </a:r>
            <a:r>
              <a:rPr kumimoji="1" lang="zh-CN" altLang="en-US" dirty="0">
                <a:ea typeface="黑体" pitchFamily="2" charset="-122"/>
              </a:rPr>
              <a:t>是从</a:t>
            </a:r>
            <a:r>
              <a:rPr kumimoji="1" lang="en-US" altLang="zh-CN" dirty="0">
                <a:ea typeface="黑体" pitchFamily="2" charset="-122"/>
              </a:rPr>
              <a:t>U</a:t>
            </a:r>
            <a:r>
              <a:rPr kumimoji="1" lang="zh-CN" altLang="en-US" dirty="0">
                <a:ea typeface="黑体" pitchFamily="2" charset="-122"/>
              </a:rPr>
              <a:t>到</a:t>
            </a:r>
            <a:r>
              <a:rPr kumimoji="1" lang="en-US" altLang="zh-CN" dirty="0">
                <a:ea typeface="黑体" pitchFamily="2" charset="-122"/>
              </a:rPr>
              <a:t>V</a:t>
            </a:r>
            <a:r>
              <a:rPr kumimoji="1" lang="zh-CN" altLang="en-US" dirty="0">
                <a:ea typeface="黑体" pitchFamily="2" charset="-122"/>
              </a:rPr>
              <a:t>的</a:t>
            </a:r>
            <a:r>
              <a:rPr kumimoji="1" lang="en-US" altLang="zh-CN" dirty="0">
                <a:solidFill>
                  <a:srgbClr val="FF0000"/>
                </a:solidFill>
                <a:ea typeface="黑体" pitchFamily="2" charset="-122"/>
              </a:rPr>
              <a:t>F</a:t>
            </a:r>
            <a:r>
              <a:rPr kumimoji="1" lang="zh-CN" altLang="en-US" dirty="0">
                <a:solidFill>
                  <a:srgbClr val="FF0000"/>
                </a:solidFill>
                <a:ea typeface="黑体" pitchFamily="2" charset="-122"/>
              </a:rPr>
              <a:t>映射</a:t>
            </a:r>
          </a:p>
        </p:txBody>
      </p:sp>
      <p:graphicFrame>
        <p:nvGraphicFramePr>
          <p:cNvPr id="81924" name="Object 4"/>
          <p:cNvGraphicFramePr>
            <a:graphicFrameLocks noGrp="1" noChangeAspect="1"/>
          </p:cNvGraphicFramePr>
          <p:nvPr>
            <p:ph sz="quarter" idx="2"/>
          </p:nvPr>
        </p:nvGraphicFramePr>
        <p:xfrm>
          <a:off x="3648075" y="1989138"/>
          <a:ext cx="3671888" cy="1619250"/>
        </p:xfrm>
        <a:graphic>
          <a:graphicData uri="http://schemas.openxmlformats.org/presentationml/2006/ole">
            <mc:AlternateContent xmlns:mc="http://schemas.openxmlformats.org/markup-compatibility/2006">
              <mc:Choice xmlns:v="urn:schemas-microsoft-com:vml" Requires="v">
                <p:oleObj name="公式" r:id="rId2" imgW="1612900" imgH="711200" progId="Equation.3">
                  <p:embed/>
                </p:oleObj>
              </mc:Choice>
              <mc:Fallback>
                <p:oleObj name="公式" r:id="rId2" imgW="1612900" imgH="711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075" y="1989138"/>
                        <a:ext cx="3671888" cy="161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6" name="Object 6"/>
          <p:cNvGraphicFramePr>
            <a:graphicFrameLocks noGrp="1" noChangeAspect="1"/>
          </p:cNvGraphicFramePr>
          <p:nvPr>
            <p:ph sz="quarter" idx="3"/>
            <p:extLst>
              <p:ext uri="{D42A27DB-BD31-4B8C-83A1-F6EECF244321}">
                <p14:modId xmlns:p14="http://schemas.microsoft.com/office/powerpoint/2010/main" val="3229826127"/>
              </p:ext>
            </p:extLst>
          </p:nvPr>
        </p:nvGraphicFramePr>
        <p:xfrm>
          <a:off x="3503018" y="3573016"/>
          <a:ext cx="4033143" cy="971984"/>
        </p:xfrm>
        <a:graphic>
          <a:graphicData uri="http://schemas.openxmlformats.org/presentationml/2006/ole">
            <mc:AlternateContent xmlns:mc="http://schemas.openxmlformats.org/markup-compatibility/2006">
              <mc:Choice xmlns:v="urn:schemas-microsoft-com:vml" Requires="v">
                <p:oleObj name="公式" r:id="rId4" imgW="1790640" imgH="431640" progId="Equation.3">
                  <p:embed/>
                </p:oleObj>
              </mc:Choice>
              <mc:Fallback>
                <p:oleObj name="公式" r:id="rId4" imgW="1790640" imgH="431640" progId="Equation.3">
                  <p:embed/>
                  <p:pic>
                    <p:nvPicPr>
                      <p:cNvPr id="0" name="Object 6"/>
                      <p:cNvPicPr>
                        <a:picLocks noChangeAspect="1" noChangeArrowheads="1"/>
                      </p:cNvPicPr>
                      <p:nvPr/>
                    </p:nvPicPr>
                    <p:blipFill>
                      <a:blip r:embed="rId5"/>
                      <a:srcRect/>
                      <a:stretch>
                        <a:fillRect/>
                      </a:stretch>
                    </p:blipFill>
                    <p:spPr bwMode="auto">
                      <a:xfrm>
                        <a:off x="3503018" y="3573016"/>
                        <a:ext cx="4033143" cy="971984"/>
                      </a:xfrm>
                      <a:prstGeom prst="rect">
                        <a:avLst/>
                      </a:prstGeom>
                      <a:noFill/>
                      <a:ln>
                        <a:noFill/>
                      </a:ln>
                      <a:effec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6769835"/>
              </p:ext>
            </p:extLst>
          </p:nvPr>
        </p:nvGraphicFramePr>
        <p:xfrm>
          <a:off x="3503712" y="4509120"/>
          <a:ext cx="4547754" cy="936104"/>
        </p:xfrm>
        <a:graphic>
          <a:graphicData uri="http://schemas.openxmlformats.org/presentationml/2006/ole">
            <mc:AlternateContent xmlns:mc="http://schemas.openxmlformats.org/markup-compatibility/2006">
              <mc:Choice xmlns:v="urn:schemas-microsoft-com:vml" Requires="v">
                <p:oleObj name="公式" r:id="rId6" imgW="2095200" imgH="431640" progId="Equation.3">
                  <p:embed/>
                </p:oleObj>
              </mc:Choice>
              <mc:Fallback>
                <p:oleObj name="公式" r:id="rId6" imgW="2095200" imgH="431640" progId="Equation.3">
                  <p:embed/>
                  <p:pic>
                    <p:nvPicPr>
                      <p:cNvPr id="0" name="Object 6"/>
                      <p:cNvPicPr>
                        <a:picLocks noChangeAspect="1" noChangeArrowheads="1"/>
                      </p:cNvPicPr>
                      <p:nvPr/>
                    </p:nvPicPr>
                    <p:blipFill>
                      <a:blip r:embed="rId7"/>
                      <a:srcRect/>
                      <a:stretch>
                        <a:fillRect/>
                      </a:stretch>
                    </p:blipFill>
                    <p:spPr bwMode="auto">
                      <a:xfrm>
                        <a:off x="3503712" y="4509120"/>
                        <a:ext cx="4547754" cy="936104"/>
                      </a:xfrm>
                      <a:prstGeom prst="rect">
                        <a:avLst/>
                      </a:prstGeom>
                      <a:noFill/>
                      <a:ln>
                        <a:noFill/>
                      </a:ln>
                      <a:effec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098236109"/>
              </p:ext>
            </p:extLst>
          </p:nvPr>
        </p:nvGraphicFramePr>
        <p:xfrm>
          <a:off x="3503713" y="5373216"/>
          <a:ext cx="3169647" cy="936104"/>
        </p:xfrm>
        <a:graphic>
          <a:graphicData uri="http://schemas.openxmlformats.org/presentationml/2006/ole">
            <mc:AlternateContent xmlns:mc="http://schemas.openxmlformats.org/markup-compatibility/2006">
              <mc:Choice xmlns:v="urn:schemas-microsoft-com:vml" Requires="v">
                <p:oleObj name="公式" r:id="rId8" imgW="1460160" imgH="431640" progId="Equation.3">
                  <p:embed/>
                </p:oleObj>
              </mc:Choice>
              <mc:Fallback>
                <p:oleObj name="公式" r:id="rId8" imgW="1460160" imgH="431640" progId="Equation.3">
                  <p:embed/>
                  <p:pic>
                    <p:nvPicPr>
                      <p:cNvPr id="0" name="Object 6"/>
                      <p:cNvPicPr>
                        <a:picLocks noChangeAspect="1" noChangeArrowheads="1"/>
                      </p:cNvPicPr>
                      <p:nvPr/>
                    </p:nvPicPr>
                    <p:blipFill>
                      <a:blip r:embed="rId9"/>
                      <a:srcRect/>
                      <a:stretch>
                        <a:fillRect/>
                      </a:stretch>
                    </p:blipFill>
                    <p:spPr bwMode="auto">
                      <a:xfrm>
                        <a:off x="3503713" y="5373216"/>
                        <a:ext cx="3169647" cy="936104"/>
                      </a:xfrm>
                      <a:prstGeom prst="rect">
                        <a:avLst/>
                      </a:prstGeom>
                      <a:noFill/>
                      <a:ln>
                        <a:noFill/>
                      </a:ln>
                      <a:effectLst/>
                    </p:spPr>
                  </p:pic>
                </p:oleObj>
              </mc:Fallback>
            </mc:AlternateContent>
          </a:graphicData>
        </a:graphic>
      </p:graphicFrame>
      <p:sp>
        <p:nvSpPr>
          <p:cNvPr id="4" name="灯片编号占位符 3">
            <a:extLst>
              <a:ext uri="{FF2B5EF4-FFF2-40B4-BE49-F238E27FC236}">
                <a16:creationId xmlns:a16="http://schemas.microsoft.com/office/drawing/2014/main" id="{F27A7ACC-16E9-8651-9A1B-DC5A613E149E}"/>
              </a:ext>
            </a:extLst>
          </p:cNvPr>
          <p:cNvSpPr>
            <a:spLocks noGrp="1"/>
          </p:cNvSpPr>
          <p:nvPr>
            <p:ph type="sldNum" sz="quarter" idx="11"/>
          </p:nvPr>
        </p:nvSpPr>
        <p:spPr>
          <a:xfrm>
            <a:off x="84069" y="6309320"/>
            <a:ext cx="363437" cy="457200"/>
          </a:xfrm>
        </p:spPr>
        <p:txBody>
          <a:bodyPr/>
          <a:lstStyle/>
          <a:p>
            <a:pPr>
              <a:defRPr/>
            </a:pPr>
            <a:fld id="{B1928985-958F-4925-BAAA-4C45D70B67B4}" type="slidenum">
              <a:rPr lang="en-US" altLang="zh-CN" smtClean="0"/>
              <a:pPr>
                <a:defRPr/>
              </a:pPr>
              <a:t>6</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wipe(left)">
                                      <p:cBhvr>
                                        <p:cTn id="7" dur="500"/>
                                        <p:tgtEl>
                                          <p:spTgt spid="819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1924"/>
                                        </p:tgtEl>
                                        <p:attrNameLst>
                                          <p:attrName>style.visibility</p:attrName>
                                        </p:attrNameLst>
                                      </p:cBhvr>
                                      <p:to>
                                        <p:strVal val="visible"/>
                                      </p:to>
                                    </p:set>
                                    <p:animEffect transition="in" filter="wipe(left)">
                                      <p:cBhvr>
                                        <p:cTn id="12" dur="500"/>
                                        <p:tgtEl>
                                          <p:spTgt spid="819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23">
                                            <p:txEl>
                                              <p:pRg st="5" end="5"/>
                                            </p:txEl>
                                          </p:spTgt>
                                        </p:tgtEl>
                                        <p:attrNameLst>
                                          <p:attrName>style.visibility</p:attrName>
                                        </p:attrNameLst>
                                      </p:cBhvr>
                                      <p:to>
                                        <p:strVal val="visible"/>
                                      </p:to>
                                    </p:set>
                                    <p:animEffect transition="in" filter="wipe(left)">
                                      <p:cBhvr>
                                        <p:cTn id="17" dur="500"/>
                                        <p:tgtEl>
                                          <p:spTgt spid="81923">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1926"/>
                                        </p:tgtEl>
                                        <p:attrNameLst>
                                          <p:attrName>style.visibility</p:attrName>
                                        </p:attrNameLst>
                                      </p:cBhvr>
                                      <p:to>
                                        <p:strVal val="visible"/>
                                      </p:to>
                                    </p:set>
                                    <p:animEffect transition="in" filter="wipe(left)">
                                      <p:cBhvr>
                                        <p:cTn id="22" dur="500"/>
                                        <p:tgtEl>
                                          <p:spTgt spid="819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1923">
                                            <p:txEl>
                                              <p:pRg st="10" end="10"/>
                                            </p:txEl>
                                          </p:spTgt>
                                        </p:tgtEl>
                                        <p:attrNameLst>
                                          <p:attrName>style.visibility</p:attrName>
                                        </p:attrNameLst>
                                      </p:cBhvr>
                                      <p:to>
                                        <p:strVal val="visible"/>
                                      </p:to>
                                    </p:set>
                                    <p:animEffect transition="in" filter="wipe(left)">
                                      <p:cBhvr>
                                        <p:cTn id="37" dur="500"/>
                                        <p:tgtEl>
                                          <p:spTgt spid="8192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981200" y="457201"/>
            <a:ext cx="8229600" cy="955675"/>
          </a:xfrm>
        </p:spPr>
        <p:txBody>
          <a:bodyPr/>
          <a:lstStyle/>
          <a:p>
            <a:pPr algn="ctr" eaLnBrk="1" hangingPunct="1"/>
            <a:r>
              <a:rPr lang="zh-CN" altLang="en-US">
                <a:solidFill>
                  <a:srgbClr val="008000"/>
                </a:solidFill>
                <a:ea typeface="黑体" pitchFamily="2" charset="-122"/>
              </a:rPr>
              <a:t>截影的定义</a:t>
            </a:r>
          </a:p>
        </p:txBody>
      </p:sp>
      <p:sp>
        <p:nvSpPr>
          <p:cNvPr id="84995" name="Rectangle 3"/>
          <p:cNvSpPr>
            <a:spLocks noGrp="1" noChangeArrowheads="1"/>
          </p:cNvSpPr>
          <p:nvPr>
            <p:ph type="body" idx="1"/>
          </p:nvPr>
        </p:nvSpPr>
        <p:spPr>
          <a:xfrm>
            <a:off x="1199456" y="1628775"/>
            <a:ext cx="9721080" cy="4687888"/>
          </a:xfrm>
        </p:spPr>
        <p:txBody>
          <a:bodyPr/>
          <a:lstStyle/>
          <a:p>
            <a:pPr eaLnBrk="1" hangingPunct="1">
              <a:lnSpc>
                <a:spcPct val="120000"/>
              </a:lnSpc>
            </a:pPr>
            <a:r>
              <a:rPr lang="zh-CN" altLang="en-US" sz="3600" dirty="0"/>
              <a:t>设</a:t>
            </a:r>
            <a:r>
              <a:rPr kumimoji="1" lang="en-US" altLang="zh-CN" sz="3600" dirty="0"/>
              <a:t>R</a:t>
            </a:r>
            <a:r>
              <a:rPr kumimoji="1" lang="en-US" altLang="en-US" sz="3600" dirty="0">
                <a:latin typeface="Times New Roman" pitchFamily="18" charset="0"/>
                <a:sym typeface="Symbol" panose="05050102010706020507" pitchFamily="18" charset="2"/>
              </a:rPr>
              <a:t></a:t>
            </a:r>
            <a:r>
              <a:rPr kumimoji="1" lang="en-US" altLang="zh-CN" sz="3600" dirty="0">
                <a:latin typeface="Monotype Corsiva" pitchFamily="66" charset="0"/>
              </a:rPr>
              <a:t>F</a:t>
            </a:r>
            <a:r>
              <a:rPr kumimoji="1" lang="en-US" altLang="zh-CN" sz="3600" dirty="0">
                <a:latin typeface="Times New Roman" pitchFamily="18" charset="0"/>
              </a:rPr>
              <a:t>(U</a:t>
            </a:r>
            <a:r>
              <a:rPr kumimoji="1" lang="en-US" altLang="en-US" sz="3600" dirty="0">
                <a:latin typeface="Times New Roman" pitchFamily="18" charset="0"/>
              </a:rPr>
              <a:t>×</a:t>
            </a:r>
            <a:r>
              <a:rPr kumimoji="1" lang="en-US" altLang="zh-CN" sz="3600" dirty="0">
                <a:latin typeface="Times New Roman" pitchFamily="18" charset="0"/>
              </a:rPr>
              <a:t>V)</a:t>
            </a:r>
            <a:r>
              <a:rPr kumimoji="1" lang="zh-CN" altLang="en-US" sz="3600" dirty="0">
                <a:latin typeface="Times New Roman" pitchFamily="18" charset="0"/>
              </a:rPr>
              <a:t>， </a:t>
            </a:r>
            <a:r>
              <a:rPr kumimoji="1" lang="zh-CN" altLang="en-US" sz="3600" dirty="0">
                <a:ea typeface="黑体" pitchFamily="2" charset="-122"/>
                <a:sym typeface="Symbol" pitchFamily="18" charset="2"/>
              </a:rPr>
              <a:t></a:t>
            </a:r>
            <a:r>
              <a:rPr kumimoji="1" lang="en-US" altLang="zh-CN" sz="3600" dirty="0" err="1">
                <a:ea typeface="黑体" pitchFamily="2" charset="-122"/>
                <a:sym typeface="Symbol" pitchFamily="18" charset="2"/>
              </a:rPr>
              <a:t>u</a:t>
            </a:r>
            <a:r>
              <a:rPr kumimoji="1" lang="en-US" altLang="en-US" sz="3600" dirty="0" err="1">
                <a:latin typeface="Times New Roman" pitchFamily="18" charset="0"/>
                <a:sym typeface="Symbol" panose="05050102010706020507" pitchFamily="18" charset="2"/>
              </a:rPr>
              <a:t></a:t>
            </a:r>
            <a:r>
              <a:rPr kumimoji="1" lang="en-US" altLang="zh-CN" sz="3600" dirty="0" err="1">
                <a:ea typeface="黑体" pitchFamily="2" charset="-122"/>
              </a:rPr>
              <a:t>U</a:t>
            </a:r>
            <a:r>
              <a:rPr kumimoji="1" lang="en-US" altLang="zh-CN" sz="3600" dirty="0">
                <a:ea typeface="黑体" pitchFamily="2" charset="-122"/>
              </a:rPr>
              <a:t>,</a:t>
            </a:r>
            <a:r>
              <a:rPr kumimoji="1" lang="zh-CN" altLang="en-US" sz="3600" dirty="0">
                <a:ea typeface="黑体" pitchFamily="2" charset="-122"/>
              </a:rPr>
              <a:t>对应着</a:t>
            </a:r>
            <a:r>
              <a:rPr kumimoji="1" lang="en-US" altLang="zh-CN" sz="3600" dirty="0">
                <a:ea typeface="黑体" pitchFamily="2" charset="-122"/>
              </a:rPr>
              <a:t>V</a:t>
            </a:r>
            <a:r>
              <a:rPr kumimoji="1" lang="zh-CN" altLang="en-US" sz="3600" dirty="0">
                <a:ea typeface="黑体" pitchFamily="2" charset="-122"/>
              </a:rPr>
              <a:t>上的一个</a:t>
            </a:r>
            <a:r>
              <a:rPr kumimoji="1" lang="en-US" altLang="zh-CN" sz="3600" dirty="0">
                <a:ea typeface="黑体" pitchFamily="2" charset="-122"/>
              </a:rPr>
              <a:t>F</a:t>
            </a:r>
            <a:r>
              <a:rPr kumimoji="1" lang="zh-CN" altLang="en-US" sz="3600" dirty="0">
                <a:ea typeface="黑体" pitchFamily="2" charset="-122"/>
              </a:rPr>
              <a:t>集，记作</a:t>
            </a:r>
            <a:r>
              <a:rPr kumimoji="1" lang="en-US" altLang="zh-CN" sz="3600" dirty="0" err="1">
                <a:ea typeface="黑体" pitchFamily="2" charset="-122"/>
              </a:rPr>
              <a:t>R|</a:t>
            </a:r>
            <a:r>
              <a:rPr kumimoji="1" lang="en-US" altLang="zh-CN" sz="3600" baseline="-25000" dirty="0" err="1">
                <a:ea typeface="黑体" pitchFamily="2" charset="-122"/>
              </a:rPr>
              <a:t>u</a:t>
            </a:r>
            <a:r>
              <a:rPr kumimoji="1" lang="zh-CN" altLang="en-US" sz="3600" dirty="0">
                <a:ea typeface="黑体" pitchFamily="2" charset="-122"/>
              </a:rPr>
              <a:t>，它具有隶属函数</a:t>
            </a:r>
          </a:p>
          <a:p>
            <a:pPr eaLnBrk="1" hangingPunct="1">
              <a:lnSpc>
                <a:spcPct val="120000"/>
              </a:lnSpc>
              <a:buFont typeface="Wingdings" pitchFamily="2" charset="2"/>
              <a:buNone/>
            </a:pPr>
            <a:r>
              <a:rPr kumimoji="1" lang="zh-CN" altLang="en-US" sz="3600" dirty="0">
                <a:solidFill>
                  <a:schemeClr val="bg2"/>
                </a:solidFill>
                <a:ea typeface="黑体" pitchFamily="2" charset="-122"/>
              </a:rPr>
              <a:t>             </a:t>
            </a:r>
            <a:r>
              <a:rPr kumimoji="1" lang="en-US" altLang="zh-CN" sz="3600" dirty="0" err="1">
                <a:solidFill>
                  <a:schemeClr val="bg2"/>
                </a:solidFill>
                <a:ea typeface="黑体" pitchFamily="2" charset="-122"/>
              </a:rPr>
              <a:t>R|</a:t>
            </a:r>
            <a:r>
              <a:rPr kumimoji="1" lang="en-US" altLang="zh-CN" sz="3600" baseline="-25000" dirty="0" err="1">
                <a:solidFill>
                  <a:srgbClr val="FF00FF"/>
                </a:solidFill>
                <a:ea typeface="黑体" pitchFamily="2" charset="-122"/>
              </a:rPr>
              <a:t>u</a:t>
            </a:r>
            <a:r>
              <a:rPr kumimoji="1" lang="en-US" altLang="zh-CN" sz="3600" dirty="0">
                <a:solidFill>
                  <a:schemeClr val="bg2"/>
                </a:solidFill>
                <a:ea typeface="黑体" pitchFamily="2" charset="-122"/>
              </a:rPr>
              <a:t>(v)=R(</a:t>
            </a:r>
            <a:r>
              <a:rPr kumimoji="1" lang="en-US" altLang="zh-CN" sz="3600" dirty="0" err="1">
                <a:solidFill>
                  <a:srgbClr val="FF00FF"/>
                </a:solidFill>
                <a:ea typeface="黑体" pitchFamily="2" charset="-122"/>
              </a:rPr>
              <a:t>u</a:t>
            </a:r>
            <a:r>
              <a:rPr kumimoji="1" lang="en-US" altLang="zh-CN" sz="3600" dirty="0" err="1">
                <a:solidFill>
                  <a:schemeClr val="bg2"/>
                </a:solidFill>
                <a:ea typeface="黑体" pitchFamily="2" charset="-122"/>
              </a:rPr>
              <a:t>,v</a:t>
            </a:r>
            <a:r>
              <a:rPr kumimoji="1" lang="en-US" altLang="zh-CN" sz="3600" dirty="0">
                <a:solidFill>
                  <a:schemeClr val="bg2"/>
                </a:solidFill>
                <a:ea typeface="黑体" pitchFamily="2" charset="-122"/>
              </a:rPr>
              <a:t>)    </a:t>
            </a:r>
            <a:r>
              <a:rPr kumimoji="1" lang="en-US" altLang="zh-CN" sz="3600" dirty="0" err="1">
                <a:solidFill>
                  <a:schemeClr val="bg2"/>
                </a:solidFill>
                <a:ea typeface="黑体" pitchFamily="2" charset="-122"/>
              </a:rPr>
              <a:t>v</a:t>
            </a:r>
            <a:r>
              <a:rPr kumimoji="1" lang="en-US" altLang="en-US" sz="3600" dirty="0" err="1">
                <a:solidFill>
                  <a:schemeClr val="bg2"/>
                </a:solidFill>
                <a:ea typeface="黑体" pitchFamily="2" charset="-122"/>
                <a:sym typeface="Symbol" panose="05050102010706020507" pitchFamily="18" charset="2"/>
              </a:rPr>
              <a:t></a:t>
            </a:r>
            <a:r>
              <a:rPr kumimoji="1" lang="en-US" altLang="zh-CN" sz="3600" dirty="0" err="1">
                <a:solidFill>
                  <a:schemeClr val="bg2"/>
                </a:solidFill>
                <a:ea typeface="黑体" pitchFamily="2" charset="-122"/>
              </a:rPr>
              <a:t>V</a:t>
            </a:r>
            <a:endParaRPr kumimoji="1" lang="en-US" altLang="zh-CN" sz="3600" dirty="0">
              <a:solidFill>
                <a:schemeClr val="bg2"/>
              </a:solidFill>
              <a:ea typeface="黑体" pitchFamily="2" charset="-122"/>
            </a:endParaRPr>
          </a:p>
          <a:p>
            <a:pPr eaLnBrk="1" hangingPunct="1">
              <a:lnSpc>
                <a:spcPct val="120000"/>
              </a:lnSpc>
              <a:buFont typeface="Wingdings" pitchFamily="2" charset="2"/>
              <a:buNone/>
            </a:pPr>
            <a:r>
              <a:rPr kumimoji="1" lang="zh-CN" altLang="en-US" sz="3600" dirty="0">
                <a:ea typeface="黑体" pitchFamily="2" charset="-122"/>
              </a:rPr>
              <a:t>称</a:t>
            </a:r>
            <a:r>
              <a:rPr kumimoji="1" lang="en-US" altLang="zh-CN" sz="3600" dirty="0" err="1">
                <a:solidFill>
                  <a:srgbClr val="F72603"/>
                </a:solidFill>
                <a:ea typeface="黑体" pitchFamily="2" charset="-122"/>
              </a:rPr>
              <a:t>R|</a:t>
            </a:r>
            <a:r>
              <a:rPr kumimoji="1" lang="en-US" altLang="zh-CN" sz="3600" baseline="-25000" dirty="0" err="1">
                <a:solidFill>
                  <a:srgbClr val="F72603"/>
                </a:solidFill>
                <a:ea typeface="黑体" pitchFamily="2" charset="-122"/>
              </a:rPr>
              <a:t>u</a:t>
            </a:r>
            <a:r>
              <a:rPr kumimoji="1" lang="zh-CN" altLang="en-US" sz="3600" dirty="0">
                <a:solidFill>
                  <a:srgbClr val="F72603"/>
                </a:solidFill>
                <a:ea typeface="黑体" pitchFamily="2" charset="-122"/>
              </a:rPr>
              <a:t>为</a:t>
            </a:r>
            <a:r>
              <a:rPr kumimoji="1" lang="en-US" altLang="zh-CN" sz="3600" dirty="0">
                <a:solidFill>
                  <a:srgbClr val="F72603"/>
                </a:solidFill>
                <a:ea typeface="黑体" pitchFamily="2" charset="-122"/>
              </a:rPr>
              <a:t>R</a:t>
            </a:r>
            <a:r>
              <a:rPr kumimoji="1" lang="zh-CN" altLang="en-US" sz="3600" dirty="0">
                <a:solidFill>
                  <a:srgbClr val="F72603"/>
                </a:solidFill>
                <a:ea typeface="黑体" pitchFamily="2" charset="-122"/>
              </a:rPr>
              <a:t>在</a:t>
            </a:r>
            <a:r>
              <a:rPr kumimoji="1" lang="en-US" altLang="zh-CN" sz="3600" dirty="0">
                <a:solidFill>
                  <a:srgbClr val="F72603"/>
                </a:solidFill>
                <a:ea typeface="黑体" pitchFamily="2" charset="-122"/>
              </a:rPr>
              <a:t>u</a:t>
            </a:r>
            <a:r>
              <a:rPr kumimoji="1" lang="zh-CN" altLang="en-US" sz="3600" dirty="0">
                <a:solidFill>
                  <a:srgbClr val="F72603"/>
                </a:solidFill>
                <a:ea typeface="黑体" pitchFamily="2" charset="-122"/>
              </a:rPr>
              <a:t>处的截影</a:t>
            </a:r>
            <a:r>
              <a:rPr kumimoji="1" lang="zh-CN" altLang="en-US" sz="3600" dirty="0">
                <a:ea typeface="黑体" pitchFamily="2" charset="-122"/>
              </a:rPr>
              <a:t>。</a:t>
            </a:r>
          </a:p>
          <a:p>
            <a:pPr eaLnBrk="1" hangingPunct="1">
              <a:lnSpc>
                <a:spcPct val="120000"/>
              </a:lnSpc>
            </a:pPr>
            <a:r>
              <a:rPr kumimoji="1" lang="zh-CN" altLang="en-US" sz="3600" dirty="0">
                <a:ea typeface="黑体" pitchFamily="2" charset="-122"/>
              </a:rPr>
              <a:t>同样，可以定义</a:t>
            </a:r>
            <a:r>
              <a:rPr kumimoji="1" lang="en-US" altLang="zh-CN" sz="3600" dirty="0">
                <a:ea typeface="黑体" pitchFamily="2" charset="-122"/>
              </a:rPr>
              <a:t>R</a:t>
            </a:r>
            <a:r>
              <a:rPr kumimoji="1" lang="zh-CN" altLang="en-US" sz="3600" dirty="0">
                <a:ea typeface="黑体" pitchFamily="2" charset="-122"/>
              </a:rPr>
              <a:t>在</a:t>
            </a:r>
            <a:r>
              <a:rPr kumimoji="1" lang="en-US" altLang="zh-CN" sz="3600" dirty="0">
                <a:ea typeface="黑体" pitchFamily="2" charset="-122"/>
              </a:rPr>
              <a:t>v</a:t>
            </a:r>
            <a:r>
              <a:rPr kumimoji="1" lang="zh-CN" altLang="en-US" sz="3600" dirty="0">
                <a:ea typeface="黑体" pitchFamily="2" charset="-122"/>
              </a:rPr>
              <a:t>处的截影： </a:t>
            </a:r>
          </a:p>
          <a:p>
            <a:pPr eaLnBrk="1" hangingPunct="1">
              <a:lnSpc>
                <a:spcPct val="120000"/>
              </a:lnSpc>
              <a:buNone/>
            </a:pPr>
            <a:r>
              <a:rPr kumimoji="1" lang="zh-CN" altLang="en-US" sz="3600" dirty="0">
                <a:solidFill>
                  <a:schemeClr val="bg2"/>
                </a:solidFill>
                <a:ea typeface="黑体" pitchFamily="2" charset="-122"/>
              </a:rPr>
              <a:t>             </a:t>
            </a:r>
            <a:r>
              <a:rPr kumimoji="1" lang="en-US" altLang="zh-CN" sz="3600" dirty="0" err="1">
                <a:solidFill>
                  <a:schemeClr val="bg2"/>
                </a:solidFill>
                <a:ea typeface="黑体" pitchFamily="2" charset="-122"/>
              </a:rPr>
              <a:t>R|</a:t>
            </a:r>
            <a:r>
              <a:rPr kumimoji="1" lang="en-US" altLang="zh-CN" sz="3600" baseline="-25000" dirty="0" err="1">
                <a:solidFill>
                  <a:srgbClr val="FF00FF"/>
                </a:solidFill>
                <a:ea typeface="黑体" pitchFamily="2" charset="-122"/>
              </a:rPr>
              <a:t>v</a:t>
            </a:r>
            <a:r>
              <a:rPr kumimoji="1" lang="en-US" altLang="zh-CN" sz="3600" dirty="0">
                <a:solidFill>
                  <a:schemeClr val="bg2"/>
                </a:solidFill>
                <a:ea typeface="黑体" pitchFamily="2" charset="-122"/>
              </a:rPr>
              <a:t>(u)=R(</a:t>
            </a:r>
            <a:r>
              <a:rPr kumimoji="1" lang="en-US" altLang="zh-CN" sz="3600" dirty="0" err="1">
                <a:solidFill>
                  <a:schemeClr val="bg2"/>
                </a:solidFill>
                <a:ea typeface="黑体" pitchFamily="2" charset="-122"/>
              </a:rPr>
              <a:t>u,</a:t>
            </a:r>
            <a:r>
              <a:rPr kumimoji="1" lang="en-US" altLang="zh-CN" sz="3600" dirty="0" err="1">
                <a:solidFill>
                  <a:srgbClr val="FF00FF"/>
                </a:solidFill>
                <a:ea typeface="黑体" pitchFamily="2" charset="-122"/>
              </a:rPr>
              <a:t>v</a:t>
            </a:r>
            <a:r>
              <a:rPr kumimoji="1" lang="en-US" altLang="zh-CN" sz="3600" dirty="0">
                <a:solidFill>
                  <a:schemeClr val="bg2"/>
                </a:solidFill>
                <a:ea typeface="黑体" pitchFamily="2" charset="-122"/>
              </a:rPr>
              <a:t>)    </a:t>
            </a:r>
            <a:r>
              <a:rPr kumimoji="1" lang="en-US" altLang="zh-CN" sz="3600" dirty="0" err="1">
                <a:solidFill>
                  <a:schemeClr val="bg2"/>
                </a:solidFill>
                <a:ea typeface="黑体" pitchFamily="2" charset="-122"/>
              </a:rPr>
              <a:t>u</a:t>
            </a:r>
            <a:r>
              <a:rPr kumimoji="1" lang="en-US" altLang="en-US" sz="3600" dirty="0" err="1">
                <a:solidFill>
                  <a:schemeClr val="bg2"/>
                </a:solidFill>
                <a:ea typeface="黑体" pitchFamily="2" charset="-122"/>
                <a:sym typeface="Symbol" panose="05050102010706020507" pitchFamily="18" charset="2"/>
              </a:rPr>
              <a:t></a:t>
            </a:r>
            <a:r>
              <a:rPr kumimoji="1" lang="en-US" altLang="zh-CN" sz="3600" dirty="0" err="1">
                <a:solidFill>
                  <a:schemeClr val="bg2"/>
                </a:solidFill>
                <a:ea typeface="黑体" pitchFamily="2" charset="-122"/>
              </a:rPr>
              <a:t>U</a:t>
            </a:r>
            <a:r>
              <a:rPr kumimoji="1" lang="en-US" altLang="zh-CN" sz="2800" dirty="0">
                <a:ea typeface="黑体" pitchFamily="2" charset="-122"/>
              </a:rPr>
              <a:t>                </a:t>
            </a:r>
          </a:p>
        </p:txBody>
      </p:sp>
      <p:sp>
        <p:nvSpPr>
          <p:cNvPr id="2" name="灯片编号占位符 1">
            <a:extLst>
              <a:ext uri="{FF2B5EF4-FFF2-40B4-BE49-F238E27FC236}">
                <a16:creationId xmlns:a16="http://schemas.microsoft.com/office/drawing/2014/main" id="{1968BEBE-64D8-0DD9-862E-9792E5021F10}"/>
              </a:ext>
            </a:extLst>
          </p:cNvPr>
          <p:cNvSpPr>
            <a:spLocks noGrp="1"/>
          </p:cNvSpPr>
          <p:nvPr>
            <p:ph type="sldNum" sz="quarter" idx="11"/>
          </p:nvPr>
        </p:nvSpPr>
        <p:spPr/>
        <p:txBody>
          <a:bodyPr/>
          <a:lstStyle/>
          <a:p>
            <a:pPr>
              <a:defRPr/>
            </a:pPr>
            <a:fld id="{EF24B7D7-F746-4E05-9A11-DD4FB4529D5B}" type="slidenum">
              <a:rPr lang="en-US" altLang="zh-CN" smtClean="0"/>
              <a:pPr>
                <a:defRPr/>
              </a:pPr>
              <a:t>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wipe(up)">
                                      <p:cBhvr>
                                        <p:cTn id="7" dur="500"/>
                                        <p:tgtEl>
                                          <p:spTgt spid="84995">
                                            <p:txEl>
                                              <p:pRg st="0" end="0"/>
                                            </p:txEl>
                                          </p:spTgt>
                                        </p:tgtEl>
                                      </p:cBhvr>
                                    </p:animEffect>
                                  </p:childTnLst>
                                </p:cTn>
                              </p:par>
                            </p:childTnLst>
                          </p:cTn>
                        </p:par>
                      </p:childTnLst>
                    </p:cTn>
                  </p:par>
                  <p:par>
                    <p:cTn id="8" fill="hold">
                      <p:stCondLst>
                        <p:cond delay="indefinite"/>
                      </p:stCondLst>
                      <p:childTnLst>
                        <p:par>
                          <p:cTn id="9" fill="hold" nodeType="after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4995">
                                            <p:txEl>
                                              <p:pRg st="1" end="1"/>
                                            </p:txEl>
                                          </p:spTgt>
                                        </p:tgtEl>
                                        <p:attrNameLst>
                                          <p:attrName>style.visibility</p:attrName>
                                        </p:attrNameLst>
                                      </p:cBhvr>
                                      <p:to>
                                        <p:strVal val="visible"/>
                                      </p:to>
                                    </p:set>
                                    <p:animEffect transition="in" filter="wipe(up)">
                                      <p:cBhvr>
                                        <p:cTn id="12" dur="500"/>
                                        <p:tgtEl>
                                          <p:spTgt spid="84995">
                                            <p:txEl>
                                              <p:pRg st="1" end="1"/>
                                            </p:txEl>
                                          </p:spTgt>
                                        </p:tgtEl>
                                      </p:cBhvr>
                                    </p:animEffect>
                                  </p:childTnLst>
                                </p:cTn>
                              </p:par>
                            </p:childTnLst>
                          </p:cTn>
                        </p:par>
                        <p:par>
                          <p:cTn id="13" fill="hold" nodeType="with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84995">
                                            <p:txEl>
                                              <p:pRg st="2" end="2"/>
                                            </p:txEl>
                                          </p:spTgt>
                                        </p:tgtEl>
                                        <p:attrNameLst>
                                          <p:attrName>style.visibility</p:attrName>
                                        </p:attrNameLst>
                                      </p:cBhvr>
                                      <p:to>
                                        <p:strVal val="visible"/>
                                      </p:to>
                                    </p:set>
                                    <p:animEffect transition="in" filter="wipe(up)">
                                      <p:cBhvr>
                                        <p:cTn id="16" dur="500"/>
                                        <p:tgtEl>
                                          <p:spTgt spid="84995">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4995">
                                            <p:txEl>
                                              <p:pRg st="3" end="3"/>
                                            </p:txEl>
                                          </p:spTgt>
                                        </p:tgtEl>
                                        <p:attrNameLst>
                                          <p:attrName>style.visibility</p:attrName>
                                        </p:attrNameLst>
                                      </p:cBhvr>
                                      <p:to>
                                        <p:strVal val="visible"/>
                                      </p:to>
                                    </p:set>
                                    <p:animEffect transition="in" filter="wipe(up)">
                                      <p:cBhvr>
                                        <p:cTn id="21" dur="500"/>
                                        <p:tgtEl>
                                          <p:spTgt spid="84995">
                                            <p:txEl>
                                              <p:pRg st="3" end="3"/>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84995">
                                            <p:txEl>
                                              <p:pRg st="4" end="4"/>
                                            </p:txEl>
                                          </p:spTgt>
                                        </p:tgtEl>
                                        <p:attrNameLst>
                                          <p:attrName>style.visibility</p:attrName>
                                        </p:attrNameLst>
                                      </p:cBhvr>
                                      <p:to>
                                        <p:strVal val="visible"/>
                                      </p:to>
                                    </p:set>
                                    <p:animEffect transition="in" filter="wipe(up)">
                                      <p:cBhvr>
                                        <p:cTn id="26" dur="500"/>
                                        <p:tgtEl>
                                          <p:spTgt spid="849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981200" y="457201"/>
            <a:ext cx="8229600" cy="955675"/>
          </a:xfrm>
        </p:spPr>
        <p:txBody>
          <a:bodyPr/>
          <a:lstStyle/>
          <a:p>
            <a:pPr algn="ctr" eaLnBrk="1" hangingPunct="1"/>
            <a:r>
              <a:rPr lang="zh-CN" altLang="en-US">
                <a:solidFill>
                  <a:srgbClr val="008000"/>
                </a:solidFill>
                <a:ea typeface="黑体" pitchFamily="2" charset="-122"/>
              </a:rPr>
              <a:t>截影举例</a:t>
            </a:r>
            <a:r>
              <a:rPr lang="en-US" altLang="zh-CN" sz="3600">
                <a:ea typeface="黑体" pitchFamily="2" charset="-122"/>
              </a:rPr>
              <a:t>[P94</a:t>
            </a:r>
            <a:r>
              <a:rPr lang="zh-CN" altLang="en-US" sz="3600">
                <a:ea typeface="黑体" pitchFamily="2" charset="-122"/>
              </a:rPr>
              <a:t>例</a:t>
            </a:r>
            <a:r>
              <a:rPr lang="en-US" altLang="zh-CN" sz="3600">
                <a:ea typeface="黑体" pitchFamily="2" charset="-122"/>
              </a:rPr>
              <a:t>1]</a:t>
            </a:r>
          </a:p>
        </p:txBody>
      </p:sp>
      <p:sp>
        <p:nvSpPr>
          <p:cNvPr id="86019" name="Rectangle 3"/>
          <p:cNvSpPr>
            <a:spLocks noGrp="1" noChangeArrowheads="1"/>
          </p:cNvSpPr>
          <p:nvPr>
            <p:ph type="body" sz="half" idx="1"/>
          </p:nvPr>
        </p:nvSpPr>
        <p:spPr>
          <a:xfrm>
            <a:off x="983432" y="1412876"/>
            <a:ext cx="9865096" cy="5445125"/>
          </a:xfrm>
        </p:spPr>
        <p:txBody>
          <a:bodyPr/>
          <a:lstStyle/>
          <a:p>
            <a:pPr eaLnBrk="1" hangingPunct="1">
              <a:buFont typeface="Wingdings" pitchFamily="2" charset="2"/>
              <a:buNone/>
            </a:pPr>
            <a:r>
              <a:rPr lang="zh-CN" altLang="en-US" dirty="0"/>
              <a:t>设</a:t>
            </a:r>
            <a:r>
              <a:rPr lang="en-US" altLang="zh-CN" dirty="0"/>
              <a:t>U ={</a:t>
            </a:r>
            <a:r>
              <a:rPr kumimoji="1" lang="en-US" altLang="zh-CN" i="1" dirty="0"/>
              <a:t>u</a:t>
            </a:r>
            <a:r>
              <a:rPr kumimoji="1" lang="en-US" altLang="zh-CN" baseline="-25000" dirty="0"/>
              <a:t>1</a:t>
            </a:r>
            <a:r>
              <a:rPr kumimoji="1" lang="en-US" altLang="zh-CN" dirty="0"/>
              <a:t>, </a:t>
            </a:r>
            <a:r>
              <a:rPr kumimoji="1" lang="en-US" altLang="zh-CN" i="1" dirty="0"/>
              <a:t>u</a:t>
            </a:r>
            <a:r>
              <a:rPr kumimoji="1" lang="en-US" altLang="zh-CN" baseline="-25000" dirty="0"/>
              <a:t>2</a:t>
            </a:r>
            <a:r>
              <a:rPr kumimoji="1" lang="en-US" altLang="zh-CN" dirty="0"/>
              <a:t>, </a:t>
            </a:r>
            <a:r>
              <a:rPr kumimoji="1" lang="en-US" altLang="zh-CN" i="1" dirty="0"/>
              <a:t>u</a:t>
            </a:r>
            <a:r>
              <a:rPr kumimoji="1" lang="en-US" altLang="zh-CN" baseline="-25000" dirty="0"/>
              <a:t>3</a:t>
            </a:r>
            <a:r>
              <a:rPr kumimoji="1" lang="en-US" altLang="zh-CN" dirty="0"/>
              <a:t>}</a:t>
            </a:r>
            <a:r>
              <a:rPr kumimoji="1" lang="zh-CN" altLang="en-US" dirty="0"/>
              <a:t>，</a:t>
            </a:r>
            <a:r>
              <a:rPr kumimoji="1" lang="en-US" altLang="zh-CN" dirty="0"/>
              <a:t>V={v</a:t>
            </a:r>
            <a:r>
              <a:rPr kumimoji="1" lang="en-US" altLang="zh-CN" baseline="-25000" dirty="0"/>
              <a:t>1</a:t>
            </a:r>
            <a:r>
              <a:rPr kumimoji="1" lang="en-US" altLang="zh-CN" dirty="0"/>
              <a:t>,v</a:t>
            </a:r>
            <a:r>
              <a:rPr kumimoji="1" lang="en-US" altLang="zh-CN" baseline="-25000" dirty="0"/>
              <a:t>2</a:t>
            </a:r>
            <a:r>
              <a:rPr kumimoji="1" lang="en-US" altLang="zh-CN" dirty="0"/>
              <a:t>, v</a:t>
            </a:r>
            <a:r>
              <a:rPr kumimoji="1" lang="en-US" altLang="zh-CN" baseline="-25000" dirty="0"/>
              <a:t>3</a:t>
            </a:r>
            <a:r>
              <a:rPr kumimoji="1" lang="en-US" altLang="zh-CN" dirty="0"/>
              <a:t>, v</a:t>
            </a:r>
            <a:r>
              <a:rPr kumimoji="1" lang="en-US" altLang="zh-CN" baseline="-25000" dirty="0"/>
              <a:t>4</a:t>
            </a:r>
            <a:r>
              <a:rPr kumimoji="1" lang="en-US" altLang="zh-CN" dirty="0"/>
              <a:t>}</a:t>
            </a:r>
            <a:r>
              <a:rPr kumimoji="1" lang="zh-CN" altLang="en-US" dirty="0"/>
              <a:t>， </a:t>
            </a:r>
            <a:r>
              <a:rPr kumimoji="1" lang="en-US" altLang="zh-CN" i="1" dirty="0"/>
              <a:t>R </a:t>
            </a:r>
            <a:r>
              <a:rPr kumimoji="1" lang="en-US" altLang="en-US" dirty="0">
                <a:latin typeface="Times New Roman" pitchFamily="18" charset="0"/>
                <a:sym typeface="Symbol" panose="05050102010706020507" pitchFamily="18" charset="2"/>
              </a:rPr>
              <a:t></a:t>
            </a:r>
            <a:r>
              <a:rPr kumimoji="1" lang="en-US" altLang="zh-CN" dirty="0">
                <a:latin typeface="Monotype Corsiva" pitchFamily="66" charset="0"/>
              </a:rPr>
              <a:t>F</a:t>
            </a:r>
            <a:r>
              <a:rPr kumimoji="1" lang="en-US" altLang="zh-CN" dirty="0">
                <a:latin typeface="Times New Roman" pitchFamily="18" charset="0"/>
              </a:rPr>
              <a:t>(U</a:t>
            </a:r>
            <a:r>
              <a:rPr kumimoji="1" lang="en-US" altLang="en-US" dirty="0">
                <a:latin typeface="Times New Roman" pitchFamily="18" charset="0"/>
              </a:rPr>
              <a:t>×</a:t>
            </a:r>
            <a:r>
              <a:rPr kumimoji="1" lang="en-US" altLang="zh-CN" dirty="0">
                <a:latin typeface="Times New Roman" pitchFamily="18" charset="0"/>
              </a:rPr>
              <a:t>V)</a:t>
            </a:r>
            <a:r>
              <a:rPr kumimoji="1" lang="zh-CN" altLang="en-US" dirty="0">
                <a:latin typeface="Times New Roman" pitchFamily="18" charset="0"/>
              </a:rPr>
              <a:t>，且</a:t>
            </a:r>
          </a:p>
          <a:p>
            <a:pPr eaLnBrk="1" hangingPunct="1">
              <a:buFont typeface="Wingdings" pitchFamily="2" charset="2"/>
              <a:buNone/>
            </a:pPr>
            <a:endParaRPr kumimoji="1" lang="zh-CN" altLang="en-US" dirty="0">
              <a:latin typeface="Times New Roman" pitchFamily="18" charset="0"/>
            </a:endParaRPr>
          </a:p>
          <a:p>
            <a:pPr eaLnBrk="1" hangingPunct="1">
              <a:buFont typeface="Wingdings" pitchFamily="2" charset="2"/>
              <a:buNone/>
            </a:pPr>
            <a:endParaRPr kumimoji="1" lang="zh-CN" altLang="en-US" dirty="0">
              <a:latin typeface="Times New Roman" pitchFamily="18" charset="0"/>
            </a:endParaRPr>
          </a:p>
          <a:p>
            <a:pPr eaLnBrk="1" hangingPunct="1">
              <a:buFont typeface="Wingdings" pitchFamily="2" charset="2"/>
              <a:buNone/>
            </a:pPr>
            <a:endParaRPr kumimoji="1" lang="zh-CN" altLang="en-US" sz="1600" dirty="0">
              <a:latin typeface="Times New Roman" pitchFamily="18" charset="0"/>
            </a:endParaRPr>
          </a:p>
          <a:p>
            <a:pPr eaLnBrk="1" hangingPunct="1">
              <a:buFont typeface="Wingdings" pitchFamily="2" charset="2"/>
              <a:buNone/>
            </a:pPr>
            <a:endParaRPr kumimoji="1" lang="zh-CN" altLang="en-US" dirty="0">
              <a:latin typeface="Times New Roman" pitchFamily="18" charset="0"/>
            </a:endParaRPr>
          </a:p>
          <a:p>
            <a:pPr eaLnBrk="1" hangingPunct="1">
              <a:buFont typeface="Wingdings" pitchFamily="2" charset="2"/>
              <a:buNone/>
            </a:pPr>
            <a:r>
              <a:rPr kumimoji="1" lang="zh-CN" altLang="en-US" dirty="0">
                <a:solidFill>
                  <a:srgbClr val="F72603"/>
                </a:solidFill>
                <a:ea typeface="黑体" pitchFamily="2" charset="-122"/>
              </a:rPr>
              <a:t>则</a:t>
            </a:r>
            <a:r>
              <a:rPr kumimoji="1" lang="en-US" altLang="zh-CN" dirty="0">
                <a:solidFill>
                  <a:srgbClr val="F72603"/>
                </a:solidFill>
                <a:ea typeface="黑体" pitchFamily="2" charset="-122"/>
              </a:rPr>
              <a:t>R</a:t>
            </a:r>
            <a:r>
              <a:rPr kumimoji="1" lang="zh-CN" altLang="en-US" dirty="0">
                <a:solidFill>
                  <a:srgbClr val="F72603"/>
                </a:solidFill>
                <a:ea typeface="黑体" pitchFamily="2" charset="-122"/>
              </a:rPr>
              <a:t>在</a:t>
            </a:r>
            <a:r>
              <a:rPr kumimoji="1" lang="en-US" altLang="zh-CN" dirty="0">
                <a:solidFill>
                  <a:srgbClr val="F72603"/>
                </a:solidFill>
                <a:ea typeface="黑体" pitchFamily="2" charset="-122"/>
              </a:rPr>
              <a:t>u</a:t>
            </a:r>
            <a:r>
              <a:rPr kumimoji="1" lang="zh-CN" altLang="en-US" dirty="0">
                <a:solidFill>
                  <a:srgbClr val="F72603"/>
                </a:solidFill>
                <a:ea typeface="黑体" pitchFamily="2" charset="-122"/>
              </a:rPr>
              <a:t>处的截影为：</a:t>
            </a:r>
          </a:p>
          <a:p>
            <a:pPr eaLnBrk="1" hangingPunct="1">
              <a:buFont typeface="Wingdings" pitchFamily="2" charset="2"/>
              <a:buNone/>
            </a:pPr>
            <a:r>
              <a:rPr kumimoji="1" lang="zh-CN" altLang="en-US" sz="2800" dirty="0">
                <a:ea typeface="黑体" pitchFamily="2" charset="-122"/>
              </a:rPr>
              <a:t>       </a:t>
            </a:r>
            <a:r>
              <a:rPr kumimoji="1" lang="en-US" altLang="zh-CN" sz="2800" dirty="0">
                <a:ea typeface="黑体" pitchFamily="2" charset="-122"/>
              </a:rPr>
              <a:t>R|</a:t>
            </a:r>
            <a:r>
              <a:rPr kumimoji="1" lang="en-US" altLang="zh-CN" sz="2800" baseline="-25000" dirty="0">
                <a:ea typeface="黑体" pitchFamily="2" charset="-122"/>
              </a:rPr>
              <a:t>u1</a:t>
            </a:r>
            <a:r>
              <a:rPr kumimoji="1" lang="en-US" altLang="zh-CN" sz="2800" dirty="0">
                <a:ea typeface="黑体" pitchFamily="2" charset="-122"/>
              </a:rPr>
              <a:t>=(0.5, 0.2, 0.3, 0   )</a:t>
            </a:r>
          </a:p>
          <a:p>
            <a:pPr eaLnBrk="1" hangingPunct="1">
              <a:buFont typeface="Wingdings" pitchFamily="2" charset="2"/>
              <a:buNone/>
            </a:pPr>
            <a:r>
              <a:rPr kumimoji="1" lang="en-US" altLang="zh-CN" sz="2800" dirty="0">
                <a:ea typeface="黑体" pitchFamily="2" charset="-122"/>
              </a:rPr>
              <a:t>       R|</a:t>
            </a:r>
            <a:r>
              <a:rPr kumimoji="1" lang="en-US" altLang="zh-CN" sz="2800" baseline="-25000" dirty="0">
                <a:ea typeface="黑体" pitchFamily="2" charset="-122"/>
              </a:rPr>
              <a:t>u2</a:t>
            </a:r>
            <a:r>
              <a:rPr kumimoji="1" lang="en-US" altLang="zh-CN" sz="2800" dirty="0">
                <a:ea typeface="黑体" pitchFamily="2" charset="-122"/>
              </a:rPr>
              <a:t>=(0.4,  1 ,  0.3, 0.1)</a:t>
            </a:r>
          </a:p>
          <a:p>
            <a:pPr eaLnBrk="1" hangingPunct="1">
              <a:buFont typeface="Wingdings" pitchFamily="2" charset="2"/>
              <a:buNone/>
            </a:pPr>
            <a:r>
              <a:rPr kumimoji="1" lang="en-US" altLang="zh-CN" sz="2800" dirty="0">
                <a:ea typeface="黑体" pitchFamily="2" charset="-122"/>
              </a:rPr>
              <a:t>       R|</a:t>
            </a:r>
            <a:r>
              <a:rPr kumimoji="1" lang="en-US" altLang="zh-CN" sz="2800" baseline="-25000" dirty="0">
                <a:ea typeface="黑体" pitchFamily="2" charset="-122"/>
              </a:rPr>
              <a:t>u3</a:t>
            </a:r>
            <a:r>
              <a:rPr kumimoji="1" lang="en-US" altLang="zh-CN" sz="2800" dirty="0">
                <a:ea typeface="黑体" pitchFamily="2" charset="-122"/>
              </a:rPr>
              <a:t>=(   0, 0.2, 0.7, 0   )</a:t>
            </a:r>
          </a:p>
        </p:txBody>
      </p:sp>
      <p:graphicFrame>
        <p:nvGraphicFramePr>
          <p:cNvPr id="86020" name="Object 4"/>
          <p:cNvGraphicFramePr>
            <a:graphicFrameLocks noGrp="1" noChangeAspect="1"/>
          </p:cNvGraphicFramePr>
          <p:nvPr>
            <p:ph sz="quarter" idx="2"/>
            <p:extLst>
              <p:ext uri="{D42A27DB-BD31-4B8C-83A1-F6EECF244321}">
                <p14:modId xmlns:p14="http://schemas.microsoft.com/office/powerpoint/2010/main" val="1835139643"/>
              </p:ext>
            </p:extLst>
          </p:nvPr>
        </p:nvGraphicFramePr>
        <p:xfrm>
          <a:off x="3648075" y="2462213"/>
          <a:ext cx="3671888" cy="1535112"/>
        </p:xfrm>
        <a:graphic>
          <a:graphicData uri="http://schemas.openxmlformats.org/presentationml/2006/ole">
            <mc:AlternateContent xmlns:mc="http://schemas.openxmlformats.org/markup-compatibility/2006">
              <mc:Choice xmlns:v="urn:schemas-microsoft-com:vml" Requires="v">
                <p:oleObj name="Equation" r:id="rId2" imgW="1701720" imgH="711000" progId="Equation.DSMT4">
                  <p:embed/>
                </p:oleObj>
              </mc:Choice>
              <mc:Fallback>
                <p:oleObj name="Equation" r:id="rId2" imgW="1701720" imgH="711000" progId="Equation.DSMT4">
                  <p:embed/>
                  <p:pic>
                    <p:nvPicPr>
                      <p:cNvPr id="0" name="Object 4"/>
                      <p:cNvPicPr>
                        <a:picLocks noChangeAspect="1" noChangeArrowheads="1"/>
                      </p:cNvPicPr>
                      <p:nvPr/>
                    </p:nvPicPr>
                    <p:blipFill>
                      <a:blip r:embed="rId3"/>
                      <a:srcRect/>
                      <a:stretch>
                        <a:fillRect/>
                      </a:stretch>
                    </p:blipFill>
                    <p:spPr bwMode="auto">
                      <a:xfrm>
                        <a:off x="3648075" y="2462213"/>
                        <a:ext cx="3671888" cy="1535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3" name="Text Box 7"/>
          <p:cNvSpPr txBox="1">
            <a:spLocks noChangeArrowheads="1"/>
          </p:cNvSpPr>
          <p:nvPr/>
        </p:nvSpPr>
        <p:spPr bwMode="auto">
          <a:xfrm>
            <a:off x="4438651" y="2060576"/>
            <a:ext cx="28813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a:solidFill>
                  <a:srgbClr val="008000"/>
                </a:solidFill>
              </a:rPr>
              <a:t>v</a:t>
            </a:r>
            <a:r>
              <a:rPr lang="en-US" altLang="zh-CN" baseline="-25000">
                <a:solidFill>
                  <a:srgbClr val="008000"/>
                </a:solidFill>
              </a:rPr>
              <a:t>1</a:t>
            </a:r>
            <a:r>
              <a:rPr lang="en-US" altLang="zh-CN">
                <a:solidFill>
                  <a:srgbClr val="008000"/>
                </a:solidFill>
              </a:rPr>
              <a:t>        v</a:t>
            </a:r>
            <a:r>
              <a:rPr lang="en-US" altLang="zh-CN" baseline="-25000">
                <a:solidFill>
                  <a:srgbClr val="008000"/>
                </a:solidFill>
              </a:rPr>
              <a:t>2</a:t>
            </a:r>
            <a:r>
              <a:rPr lang="en-US" altLang="zh-CN">
                <a:solidFill>
                  <a:srgbClr val="008000"/>
                </a:solidFill>
              </a:rPr>
              <a:t>         v</a:t>
            </a:r>
            <a:r>
              <a:rPr lang="en-US" altLang="zh-CN" baseline="-25000">
                <a:solidFill>
                  <a:srgbClr val="008000"/>
                </a:solidFill>
              </a:rPr>
              <a:t>3</a:t>
            </a:r>
            <a:r>
              <a:rPr lang="en-US" altLang="zh-CN">
                <a:solidFill>
                  <a:srgbClr val="008000"/>
                </a:solidFill>
              </a:rPr>
              <a:t>         v</a:t>
            </a:r>
            <a:r>
              <a:rPr lang="en-US" altLang="zh-CN" baseline="-25000">
                <a:solidFill>
                  <a:srgbClr val="008000"/>
                </a:solidFill>
              </a:rPr>
              <a:t>4</a:t>
            </a:r>
            <a:endParaRPr lang="en-US" altLang="zh-CN">
              <a:solidFill>
                <a:srgbClr val="008000"/>
              </a:solidFill>
            </a:endParaRPr>
          </a:p>
        </p:txBody>
      </p:sp>
      <p:sp>
        <p:nvSpPr>
          <p:cNvPr id="86025" name="Text Box 9"/>
          <p:cNvSpPr txBox="1">
            <a:spLocks noChangeArrowheads="1"/>
          </p:cNvSpPr>
          <p:nvPr/>
        </p:nvSpPr>
        <p:spPr bwMode="auto">
          <a:xfrm>
            <a:off x="4079777" y="2492375"/>
            <a:ext cx="503237"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a:solidFill>
                  <a:srgbClr val="F72603"/>
                </a:solidFill>
              </a:rPr>
              <a:t>u</a:t>
            </a:r>
            <a:r>
              <a:rPr lang="en-US" altLang="zh-CN" baseline="-25000">
                <a:solidFill>
                  <a:srgbClr val="F72603"/>
                </a:solidFill>
              </a:rPr>
              <a:t>1</a:t>
            </a:r>
          </a:p>
          <a:p>
            <a:pPr eaLnBrk="1" hangingPunct="1">
              <a:spcBef>
                <a:spcPct val="50000"/>
              </a:spcBef>
            </a:pPr>
            <a:endParaRPr lang="en-US" altLang="zh-CN" sz="300">
              <a:solidFill>
                <a:srgbClr val="F72603"/>
              </a:solidFill>
            </a:endParaRPr>
          </a:p>
          <a:p>
            <a:pPr eaLnBrk="1" hangingPunct="1">
              <a:spcBef>
                <a:spcPct val="50000"/>
              </a:spcBef>
            </a:pPr>
            <a:r>
              <a:rPr lang="en-US" altLang="zh-CN">
                <a:solidFill>
                  <a:srgbClr val="F72603"/>
                </a:solidFill>
              </a:rPr>
              <a:t>u</a:t>
            </a:r>
            <a:r>
              <a:rPr lang="en-US" altLang="zh-CN" baseline="-25000">
                <a:solidFill>
                  <a:srgbClr val="F72603"/>
                </a:solidFill>
              </a:rPr>
              <a:t>2</a:t>
            </a:r>
            <a:endParaRPr lang="en-US" altLang="zh-CN">
              <a:solidFill>
                <a:srgbClr val="F72603"/>
              </a:solidFill>
            </a:endParaRPr>
          </a:p>
          <a:p>
            <a:pPr eaLnBrk="1" hangingPunct="1">
              <a:spcBef>
                <a:spcPct val="50000"/>
              </a:spcBef>
            </a:pPr>
            <a:endParaRPr lang="en-US" altLang="zh-CN" sz="500">
              <a:solidFill>
                <a:srgbClr val="F72603"/>
              </a:solidFill>
            </a:endParaRPr>
          </a:p>
          <a:p>
            <a:pPr eaLnBrk="1" hangingPunct="1">
              <a:spcBef>
                <a:spcPct val="50000"/>
              </a:spcBef>
            </a:pPr>
            <a:r>
              <a:rPr lang="en-US" altLang="zh-CN">
                <a:solidFill>
                  <a:srgbClr val="F72603"/>
                </a:solidFill>
              </a:rPr>
              <a:t>u</a:t>
            </a:r>
            <a:r>
              <a:rPr lang="en-US" altLang="zh-CN" baseline="-25000">
                <a:solidFill>
                  <a:srgbClr val="F72603"/>
                </a:solidFill>
              </a:rPr>
              <a:t>3</a:t>
            </a:r>
            <a:endParaRPr lang="en-US" altLang="zh-CN">
              <a:solidFill>
                <a:srgbClr val="F72603"/>
              </a:solidFill>
            </a:endParaRPr>
          </a:p>
        </p:txBody>
      </p:sp>
      <p:sp>
        <p:nvSpPr>
          <p:cNvPr id="2" name="灯片编号占位符 1">
            <a:extLst>
              <a:ext uri="{FF2B5EF4-FFF2-40B4-BE49-F238E27FC236}">
                <a16:creationId xmlns:a16="http://schemas.microsoft.com/office/drawing/2014/main" id="{F2D8E7BB-B0A3-7996-FC51-2A711E7EC7D2}"/>
              </a:ext>
            </a:extLst>
          </p:cNvPr>
          <p:cNvSpPr>
            <a:spLocks noGrp="1"/>
          </p:cNvSpPr>
          <p:nvPr>
            <p:ph type="sldNum" sz="quarter" idx="11"/>
          </p:nvPr>
        </p:nvSpPr>
        <p:spPr>
          <a:xfrm>
            <a:off x="119336" y="6165304"/>
            <a:ext cx="373832" cy="457200"/>
          </a:xfrm>
        </p:spPr>
        <p:txBody>
          <a:bodyPr/>
          <a:lstStyle/>
          <a:p>
            <a:pPr>
              <a:defRPr/>
            </a:pPr>
            <a:fld id="{B1928985-958F-4925-BAAA-4C45D70B67B4}" type="slidenum">
              <a:rPr lang="en-US" altLang="zh-CN" smtClean="0"/>
              <a:pPr>
                <a:defRPr/>
              </a:pPr>
              <a:t>8</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animEffect transition="in" filter="wipe(left)">
                                      <p:cBhvr>
                                        <p:cTn id="7" dur="500"/>
                                        <p:tgtEl>
                                          <p:spTgt spid="86019">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86020"/>
                                        </p:tgtEl>
                                        <p:attrNameLst>
                                          <p:attrName>style.visibility</p:attrName>
                                        </p:attrNameLst>
                                      </p:cBhvr>
                                      <p:to>
                                        <p:strVal val="visible"/>
                                      </p:to>
                                    </p:set>
                                    <p:animEffect transition="in" filter="wipe(left)">
                                      <p:cBhvr>
                                        <p:cTn id="11" dur="500"/>
                                        <p:tgtEl>
                                          <p:spTgt spid="86020"/>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6023"/>
                                        </p:tgtEl>
                                        <p:attrNameLst>
                                          <p:attrName>style.visibility</p:attrName>
                                        </p:attrNameLst>
                                      </p:cBhvr>
                                      <p:to>
                                        <p:strVal val="visible"/>
                                      </p:to>
                                    </p:set>
                                    <p:animEffect transition="in" filter="wipe(left)">
                                      <p:cBhvr>
                                        <p:cTn id="15" dur="500"/>
                                        <p:tgtEl>
                                          <p:spTgt spid="86023"/>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86025"/>
                                        </p:tgtEl>
                                        <p:attrNameLst>
                                          <p:attrName>style.visibility</p:attrName>
                                        </p:attrNameLst>
                                      </p:cBhvr>
                                      <p:to>
                                        <p:strVal val="visible"/>
                                      </p:to>
                                    </p:set>
                                    <p:animEffect transition="in" filter="wipe(left)">
                                      <p:cBhvr>
                                        <p:cTn id="19" dur="500"/>
                                        <p:tgtEl>
                                          <p:spTgt spid="8602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6019">
                                            <p:txEl>
                                              <p:pRg st="5" end="5"/>
                                            </p:txEl>
                                          </p:spTgt>
                                        </p:tgtEl>
                                        <p:attrNameLst>
                                          <p:attrName>style.visibility</p:attrName>
                                        </p:attrNameLst>
                                      </p:cBhvr>
                                      <p:to>
                                        <p:strVal val="visible"/>
                                      </p:to>
                                    </p:set>
                                    <p:animEffect transition="in" filter="wipe(left)">
                                      <p:cBhvr>
                                        <p:cTn id="24" dur="500"/>
                                        <p:tgtEl>
                                          <p:spTgt spid="86019">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86019">
                                            <p:txEl>
                                              <p:pRg st="6" end="6"/>
                                            </p:txEl>
                                          </p:spTgt>
                                        </p:tgtEl>
                                        <p:attrNameLst>
                                          <p:attrName>style.visibility</p:attrName>
                                        </p:attrNameLst>
                                      </p:cBhvr>
                                      <p:to>
                                        <p:strVal val="visible"/>
                                      </p:to>
                                    </p:set>
                                    <p:animEffect transition="in" filter="wipe(left)">
                                      <p:cBhvr>
                                        <p:cTn id="29" dur="500"/>
                                        <p:tgtEl>
                                          <p:spTgt spid="86019">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6019">
                                            <p:txEl>
                                              <p:pRg st="7" end="7"/>
                                            </p:txEl>
                                          </p:spTgt>
                                        </p:tgtEl>
                                        <p:attrNameLst>
                                          <p:attrName>style.visibility</p:attrName>
                                        </p:attrNameLst>
                                      </p:cBhvr>
                                      <p:to>
                                        <p:strVal val="visible"/>
                                      </p:to>
                                    </p:set>
                                    <p:animEffect transition="in" filter="wipe(left)">
                                      <p:cBhvr>
                                        <p:cTn id="34" dur="500"/>
                                        <p:tgtEl>
                                          <p:spTgt spid="86019">
                                            <p:txEl>
                                              <p:pRg st="7" end="7"/>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86019">
                                            <p:txEl>
                                              <p:pRg st="8" end="8"/>
                                            </p:txEl>
                                          </p:spTgt>
                                        </p:tgtEl>
                                        <p:attrNameLst>
                                          <p:attrName>style.visibility</p:attrName>
                                        </p:attrNameLst>
                                      </p:cBhvr>
                                      <p:to>
                                        <p:strVal val="visible"/>
                                      </p:to>
                                    </p:set>
                                    <p:animEffect transition="in" filter="wipe(left)">
                                      <p:cBhvr>
                                        <p:cTn id="39" dur="500"/>
                                        <p:tgtEl>
                                          <p:spTgt spid="860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p:bldP spid="86023" grpId="0"/>
      <p:bldP spid="860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981200" y="457201"/>
            <a:ext cx="8229600" cy="955675"/>
          </a:xfrm>
        </p:spPr>
        <p:txBody>
          <a:bodyPr/>
          <a:lstStyle/>
          <a:p>
            <a:pPr algn="ctr" eaLnBrk="1" hangingPunct="1"/>
            <a:r>
              <a:rPr lang="zh-CN" altLang="en-US">
                <a:solidFill>
                  <a:srgbClr val="008000"/>
                </a:solidFill>
                <a:ea typeface="黑体" pitchFamily="2" charset="-122"/>
              </a:rPr>
              <a:t>截影举例</a:t>
            </a:r>
            <a:r>
              <a:rPr lang="en-US" altLang="zh-CN" sz="3600">
                <a:ea typeface="黑体" pitchFamily="2" charset="-122"/>
              </a:rPr>
              <a:t>[P94</a:t>
            </a:r>
            <a:r>
              <a:rPr lang="zh-CN" altLang="en-US" sz="3600">
                <a:ea typeface="黑体" pitchFamily="2" charset="-122"/>
              </a:rPr>
              <a:t>例</a:t>
            </a:r>
            <a:r>
              <a:rPr lang="en-US" altLang="zh-CN" sz="3600">
                <a:ea typeface="黑体" pitchFamily="2" charset="-122"/>
              </a:rPr>
              <a:t>1]</a:t>
            </a:r>
          </a:p>
        </p:txBody>
      </p:sp>
      <p:sp>
        <p:nvSpPr>
          <p:cNvPr id="87043" name="Rectangle 3"/>
          <p:cNvSpPr>
            <a:spLocks noGrp="1" noChangeArrowheads="1"/>
          </p:cNvSpPr>
          <p:nvPr>
            <p:ph type="body" sz="half" idx="1"/>
          </p:nvPr>
        </p:nvSpPr>
        <p:spPr>
          <a:xfrm>
            <a:off x="983432" y="1412876"/>
            <a:ext cx="9865096" cy="5445125"/>
          </a:xfrm>
        </p:spPr>
        <p:txBody>
          <a:bodyPr/>
          <a:lstStyle/>
          <a:p>
            <a:pPr eaLnBrk="1" hangingPunct="1">
              <a:buNone/>
            </a:pPr>
            <a:r>
              <a:rPr lang="zh-CN" altLang="en-US" dirty="0"/>
              <a:t>设</a:t>
            </a:r>
            <a:r>
              <a:rPr lang="en-US" altLang="zh-CN" dirty="0"/>
              <a:t>U ={</a:t>
            </a:r>
            <a:r>
              <a:rPr kumimoji="1" lang="en-US" altLang="zh-CN" i="1" dirty="0"/>
              <a:t>u</a:t>
            </a:r>
            <a:r>
              <a:rPr kumimoji="1" lang="en-US" altLang="zh-CN" baseline="-25000" dirty="0"/>
              <a:t>1</a:t>
            </a:r>
            <a:r>
              <a:rPr kumimoji="1" lang="en-US" altLang="zh-CN" dirty="0"/>
              <a:t>, </a:t>
            </a:r>
            <a:r>
              <a:rPr kumimoji="1" lang="en-US" altLang="zh-CN" i="1" dirty="0"/>
              <a:t>u</a:t>
            </a:r>
            <a:r>
              <a:rPr kumimoji="1" lang="en-US" altLang="zh-CN" baseline="-25000" dirty="0"/>
              <a:t>2</a:t>
            </a:r>
            <a:r>
              <a:rPr kumimoji="1" lang="en-US" altLang="zh-CN" dirty="0"/>
              <a:t>, </a:t>
            </a:r>
            <a:r>
              <a:rPr kumimoji="1" lang="en-US" altLang="zh-CN" i="1" dirty="0"/>
              <a:t>u</a:t>
            </a:r>
            <a:r>
              <a:rPr kumimoji="1" lang="en-US" altLang="zh-CN" baseline="-25000" dirty="0"/>
              <a:t>3</a:t>
            </a:r>
            <a:r>
              <a:rPr kumimoji="1" lang="en-US" altLang="zh-CN" dirty="0"/>
              <a:t>}</a:t>
            </a:r>
            <a:r>
              <a:rPr kumimoji="1" lang="zh-CN" altLang="en-US" dirty="0"/>
              <a:t>，</a:t>
            </a:r>
            <a:r>
              <a:rPr kumimoji="1" lang="en-US" altLang="zh-CN" dirty="0"/>
              <a:t>V={v</a:t>
            </a:r>
            <a:r>
              <a:rPr kumimoji="1" lang="en-US" altLang="zh-CN" baseline="-25000" dirty="0"/>
              <a:t>1</a:t>
            </a:r>
            <a:r>
              <a:rPr kumimoji="1" lang="en-US" altLang="zh-CN" dirty="0"/>
              <a:t>,v</a:t>
            </a:r>
            <a:r>
              <a:rPr kumimoji="1" lang="en-US" altLang="zh-CN" baseline="-25000" dirty="0"/>
              <a:t>2</a:t>
            </a:r>
            <a:r>
              <a:rPr kumimoji="1" lang="en-US" altLang="zh-CN" dirty="0"/>
              <a:t>, v</a:t>
            </a:r>
            <a:r>
              <a:rPr kumimoji="1" lang="en-US" altLang="zh-CN" baseline="-25000" dirty="0"/>
              <a:t>3</a:t>
            </a:r>
            <a:r>
              <a:rPr kumimoji="1" lang="en-US" altLang="zh-CN" dirty="0"/>
              <a:t>, v</a:t>
            </a:r>
            <a:r>
              <a:rPr kumimoji="1" lang="en-US" altLang="zh-CN" baseline="-25000" dirty="0"/>
              <a:t>4</a:t>
            </a:r>
            <a:r>
              <a:rPr kumimoji="1" lang="en-US" altLang="zh-CN" dirty="0"/>
              <a:t>}</a:t>
            </a:r>
            <a:r>
              <a:rPr kumimoji="1" lang="zh-CN" altLang="en-US" dirty="0"/>
              <a:t>， </a:t>
            </a:r>
            <a:r>
              <a:rPr kumimoji="1" lang="en-US" altLang="zh-CN" i="1" dirty="0"/>
              <a:t>R</a:t>
            </a:r>
            <a:r>
              <a:rPr kumimoji="1" lang="en-US" altLang="en-US" dirty="0">
                <a:latin typeface="Times New Roman" pitchFamily="18" charset="0"/>
                <a:sym typeface="Symbol" panose="05050102010706020507" pitchFamily="18" charset="2"/>
              </a:rPr>
              <a:t> </a:t>
            </a:r>
            <a:r>
              <a:rPr kumimoji="1" lang="en-US" altLang="zh-CN" dirty="0">
                <a:latin typeface="Monotype Corsiva" pitchFamily="66" charset="0"/>
              </a:rPr>
              <a:t>F</a:t>
            </a:r>
            <a:r>
              <a:rPr kumimoji="1" lang="en-US" altLang="zh-CN" dirty="0">
                <a:latin typeface="Times New Roman" pitchFamily="18" charset="0"/>
              </a:rPr>
              <a:t>(U</a:t>
            </a:r>
            <a:r>
              <a:rPr kumimoji="1" lang="en-US" altLang="en-US" dirty="0">
                <a:latin typeface="Times New Roman" pitchFamily="18" charset="0"/>
              </a:rPr>
              <a:t>×</a:t>
            </a:r>
            <a:r>
              <a:rPr kumimoji="1" lang="en-US" altLang="zh-CN" dirty="0">
                <a:latin typeface="Times New Roman" pitchFamily="18" charset="0"/>
              </a:rPr>
              <a:t>V)</a:t>
            </a:r>
            <a:r>
              <a:rPr kumimoji="1" lang="zh-CN" altLang="en-US" dirty="0">
                <a:latin typeface="Times New Roman" pitchFamily="18" charset="0"/>
              </a:rPr>
              <a:t>，且</a:t>
            </a:r>
          </a:p>
          <a:p>
            <a:pPr eaLnBrk="1" hangingPunct="1">
              <a:buFont typeface="Wingdings" pitchFamily="2" charset="2"/>
              <a:buNone/>
            </a:pPr>
            <a:endParaRPr kumimoji="1" lang="zh-CN" altLang="en-US" dirty="0">
              <a:latin typeface="Times New Roman" pitchFamily="18" charset="0"/>
            </a:endParaRPr>
          </a:p>
          <a:p>
            <a:pPr eaLnBrk="1" hangingPunct="1">
              <a:buFont typeface="Wingdings" pitchFamily="2" charset="2"/>
              <a:buNone/>
            </a:pPr>
            <a:endParaRPr kumimoji="1" lang="zh-CN" altLang="en-US" dirty="0">
              <a:latin typeface="Times New Roman" pitchFamily="18" charset="0"/>
            </a:endParaRPr>
          </a:p>
          <a:p>
            <a:pPr eaLnBrk="1" hangingPunct="1">
              <a:buFont typeface="Wingdings" pitchFamily="2" charset="2"/>
              <a:buNone/>
            </a:pPr>
            <a:endParaRPr kumimoji="1" lang="en-US" altLang="zh-CN" dirty="0">
              <a:latin typeface="Times New Roman" pitchFamily="18" charset="0"/>
            </a:endParaRPr>
          </a:p>
          <a:p>
            <a:pPr eaLnBrk="1" hangingPunct="1">
              <a:buFont typeface="Wingdings" pitchFamily="2" charset="2"/>
              <a:buNone/>
            </a:pPr>
            <a:endParaRPr kumimoji="1" lang="zh-CN" altLang="en-US" sz="1800" dirty="0">
              <a:latin typeface="Times New Roman" pitchFamily="18" charset="0"/>
            </a:endParaRPr>
          </a:p>
          <a:p>
            <a:pPr eaLnBrk="1" hangingPunct="1">
              <a:buFont typeface="Wingdings" pitchFamily="2" charset="2"/>
              <a:buNone/>
            </a:pPr>
            <a:r>
              <a:rPr kumimoji="1" lang="zh-CN" altLang="en-US" dirty="0">
                <a:solidFill>
                  <a:srgbClr val="FF0000"/>
                </a:solidFill>
                <a:ea typeface="黑体" pitchFamily="2" charset="-122"/>
              </a:rPr>
              <a:t>则</a:t>
            </a:r>
            <a:r>
              <a:rPr kumimoji="1" lang="en-US" altLang="zh-CN" dirty="0">
                <a:solidFill>
                  <a:srgbClr val="FF0000"/>
                </a:solidFill>
                <a:ea typeface="黑体" pitchFamily="2" charset="-122"/>
              </a:rPr>
              <a:t>R</a:t>
            </a:r>
            <a:r>
              <a:rPr kumimoji="1" lang="zh-CN" altLang="en-US" dirty="0">
                <a:solidFill>
                  <a:srgbClr val="FF0000"/>
                </a:solidFill>
                <a:ea typeface="黑体" pitchFamily="2" charset="-122"/>
              </a:rPr>
              <a:t>在</a:t>
            </a:r>
            <a:r>
              <a:rPr kumimoji="1" lang="en-US" altLang="zh-CN" dirty="0">
                <a:solidFill>
                  <a:srgbClr val="FF0000"/>
                </a:solidFill>
                <a:ea typeface="黑体" pitchFamily="2" charset="-122"/>
              </a:rPr>
              <a:t>v</a:t>
            </a:r>
            <a:r>
              <a:rPr kumimoji="1" lang="zh-CN" altLang="en-US" dirty="0">
                <a:solidFill>
                  <a:srgbClr val="FF0000"/>
                </a:solidFill>
                <a:ea typeface="黑体" pitchFamily="2" charset="-122"/>
              </a:rPr>
              <a:t>处的截影为：</a:t>
            </a:r>
          </a:p>
        </p:txBody>
      </p:sp>
      <p:graphicFrame>
        <p:nvGraphicFramePr>
          <p:cNvPr id="12292" name="Object 4"/>
          <p:cNvGraphicFramePr>
            <a:graphicFrameLocks noGrp="1" noChangeAspect="1"/>
          </p:cNvGraphicFramePr>
          <p:nvPr>
            <p:ph sz="quarter" idx="2"/>
            <p:extLst>
              <p:ext uri="{D42A27DB-BD31-4B8C-83A1-F6EECF244321}">
                <p14:modId xmlns:p14="http://schemas.microsoft.com/office/powerpoint/2010/main" val="1479983381"/>
              </p:ext>
            </p:extLst>
          </p:nvPr>
        </p:nvGraphicFramePr>
        <p:xfrm>
          <a:off x="3503712" y="2462213"/>
          <a:ext cx="3671888" cy="1535112"/>
        </p:xfrm>
        <a:graphic>
          <a:graphicData uri="http://schemas.openxmlformats.org/presentationml/2006/ole">
            <mc:AlternateContent xmlns:mc="http://schemas.openxmlformats.org/markup-compatibility/2006">
              <mc:Choice xmlns:v="urn:schemas-microsoft-com:vml" Requires="v">
                <p:oleObj name="Equation" r:id="rId2" imgW="1701720" imgH="711000" progId="Equation.DSMT4">
                  <p:embed/>
                </p:oleObj>
              </mc:Choice>
              <mc:Fallback>
                <p:oleObj name="Equation" r:id="rId2" imgW="1701720" imgH="711000" progId="Equation.DSMT4">
                  <p:embed/>
                  <p:pic>
                    <p:nvPicPr>
                      <p:cNvPr id="0" name="Object 4"/>
                      <p:cNvPicPr>
                        <a:picLocks noChangeAspect="1" noChangeArrowheads="1"/>
                      </p:cNvPicPr>
                      <p:nvPr/>
                    </p:nvPicPr>
                    <p:blipFill>
                      <a:blip r:embed="rId3"/>
                      <a:srcRect/>
                      <a:stretch>
                        <a:fillRect/>
                      </a:stretch>
                    </p:blipFill>
                    <p:spPr bwMode="auto">
                      <a:xfrm>
                        <a:off x="3503712" y="2462213"/>
                        <a:ext cx="3671888" cy="1535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7" name="Object 7"/>
          <p:cNvGraphicFramePr>
            <a:graphicFrameLocks noGrp="1" noChangeAspect="1"/>
          </p:cNvGraphicFramePr>
          <p:nvPr>
            <p:ph sz="quarter" idx="3"/>
          </p:nvPr>
        </p:nvGraphicFramePr>
        <p:xfrm>
          <a:off x="2279651" y="4797426"/>
          <a:ext cx="1439863" cy="1641475"/>
        </p:xfrm>
        <a:graphic>
          <a:graphicData uri="http://schemas.openxmlformats.org/presentationml/2006/ole">
            <mc:AlternateContent xmlns:mc="http://schemas.openxmlformats.org/markup-compatibility/2006">
              <mc:Choice xmlns:v="urn:schemas-microsoft-com:vml" Requires="v">
                <p:oleObj name="公式" r:id="rId4" imgW="748975" imgH="710891" progId="Equation.3">
                  <p:embed/>
                </p:oleObj>
              </mc:Choice>
              <mc:Fallback>
                <p:oleObj name="公式" r:id="rId4" imgW="748975" imgH="710891"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9651" y="4797426"/>
                        <a:ext cx="1439863" cy="164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9" name="Object 9"/>
          <p:cNvGraphicFramePr>
            <a:graphicFrameLocks noChangeAspect="1"/>
          </p:cNvGraphicFramePr>
          <p:nvPr/>
        </p:nvGraphicFramePr>
        <p:xfrm>
          <a:off x="4213226" y="4797426"/>
          <a:ext cx="1463675" cy="1641475"/>
        </p:xfrm>
        <a:graphic>
          <a:graphicData uri="http://schemas.openxmlformats.org/presentationml/2006/ole">
            <mc:AlternateContent xmlns:mc="http://schemas.openxmlformats.org/markup-compatibility/2006">
              <mc:Choice xmlns:v="urn:schemas-microsoft-com:vml" Requires="v">
                <p:oleObj name="公式" r:id="rId6" imgW="761669" imgH="710891" progId="Equation.3">
                  <p:embed/>
                </p:oleObj>
              </mc:Choice>
              <mc:Fallback>
                <p:oleObj name="公式" r:id="rId6" imgW="761669" imgH="710891"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13226" y="4797426"/>
                        <a:ext cx="1463675" cy="164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50" name="Object 10"/>
          <p:cNvGraphicFramePr>
            <a:graphicFrameLocks noChangeAspect="1"/>
          </p:cNvGraphicFramePr>
          <p:nvPr/>
        </p:nvGraphicFramePr>
        <p:xfrm>
          <a:off x="6156326" y="4797426"/>
          <a:ext cx="1463675" cy="1641475"/>
        </p:xfrm>
        <a:graphic>
          <a:graphicData uri="http://schemas.openxmlformats.org/presentationml/2006/ole">
            <mc:AlternateContent xmlns:mc="http://schemas.openxmlformats.org/markup-compatibility/2006">
              <mc:Choice xmlns:v="urn:schemas-microsoft-com:vml" Requires="v">
                <p:oleObj name="公式" r:id="rId8" imgW="761669" imgH="710891" progId="Equation.3">
                  <p:embed/>
                </p:oleObj>
              </mc:Choice>
              <mc:Fallback>
                <p:oleObj name="公式" r:id="rId8" imgW="761669" imgH="710891"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56326" y="4797426"/>
                        <a:ext cx="1463675" cy="164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51" name="Object 11"/>
          <p:cNvGraphicFramePr>
            <a:graphicFrameLocks noChangeAspect="1"/>
          </p:cNvGraphicFramePr>
          <p:nvPr/>
        </p:nvGraphicFramePr>
        <p:xfrm>
          <a:off x="8256588" y="4797426"/>
          <a:ext cx="1439862" cy="1641475"/>
        </p:xfrm>
        <a:graphic>
          <a:graphicData uri="http://schemas.openxmlformats.org/presentationml/2006/ole">
            <mc:AlternateContent xmlns:mc="http://schemas.openxmlformats.org/markup-compatibility/2006">
              <mc:Choice xmlns:v="urn:schemas-microsoft-com:vml" Requires="v">
                <p:oleObj name="公式" r:id="rId10" imgW="748975" imgH="710891" progId="Equation.3">
                  <p:embed/>
                </p:oleObj>
              </mc:Choice>
              <mc:Fallback>
                <p:oleObj name="公式" r:id="rId10" imgW="748975" imgH="710891"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56588" y="4797426"/>
                        <a:ext cx="1439862" cy="164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7" name="Text Box 7"/>
          <p:cNvSpPr txBox="1">
            <a:spLocks noChangeArrowheads="1"/>
          </p:cNvSpPr>
          <p:nvPr/>
        </p:nvSpPr>
        <p:spPr bwMode="auto">
          <a:xfrm>
            <a:off x="4438651" y="2060576"/>
            <a:ext cx="28813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a:solidFill>
                  <a:srgbClr val="008000"/>
                </a:solidFill>
              </a:rPr>
              <a:t>v</a:t>
            </a:r>
            <a:r>
              <a:rPr lang="en-US" altLang="zh-CN" baseline="-25000">
                <a:solidFill>
                  <a:srgbClr val="008000"/>
                </a:solidFill>
              </a:rPr>
              <a:t>1</a:t>
            </a:r>
            <a:r>
              <a:rPr lang="en-US" altLang="zh-CN">
                <a:solidFill>
                  <a:srgbClr val="008000"/>
                </a:solidFill>
              </a:rPr>
              <a:t>        v</a:t>
            </a:r>
            <a:r>
              <a:rPr lang="en-US" altLang="zh-CN" baseline="-25000">
                <a:solidFill>
                  <a:srgbClr val="008000"/>
                </a:solidFill>
              </a:rPr>
              <a:t>2</a:t>
            </a:r>
            <a:r>
              <a:rPr lang="en-US" altLang="zh-CN">
                <a:solidFill>
                  <a:srgbClr val="008000"/>
                </a:solidFill>
              </a:rPr>
              <a:t>         v</a:t>
            </a:r>
            <a:r>
              <a:rPr lang="en-US" altLang="zh-CN" baseline="-25000">
                <a:solidFill>
                  <a:srgbClr val="008000"/>
                </a:solidFill>
              </a:rPr>
              <a:t>3</a:t>
            </a:r>
            <a:r>
              <a:rPr lang="en-US" altLang="zh-CN">
                <a:solidFill>
                  <a:srgbClr val="008000"/>
                </a:solidFill>
              </a:rPr>
              <a:t>         v</a:t>
            </a:r>
            <a:r>
              <a:rPr lang="en-US" altLang="zh-CN" baseline="-25000">
                <a:solidFill>
                  <a:srgbClr val="008000"/>
                </a:solidFill>
              </a:rPr>
              <a:t>4</a:t>
            </a:r>
            <a:endParaRPr lang="en-US" altLang="zh-CN">
              <a:solidFill>
                <a:srgbClr val="008000"/>
              </a:solidFill>
            </a:endParaRPr>
          </a:p>
        </p:txBody>
      </p:sp>
      <p:sp>
        <p:nvSpPr>
          <p:cNvPr id="12298" name="Text Box 9"/>
          <p:cNvSpPr txBox="1">
            <a:spLocks noChangeArrowheads="1"/>
          </p:cNvSpPr>
          <p:nvPr/>
        </p:nvSpPr>
        <p:spPr bwMode="auto">
          <a:xfrm>
            <a:off x="3935761" y="2492375"/>
            <a:ext cx="503237"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dirty="0">
                <a:solidFill>
                  <a:srgbClr val="F72603"/>
                </a:solidFill>
              </a:rPr>
              <a:t>u</a:t>
            </a:r>
            <a:r>
              <a:rPr lang="en-US" altLang="zh-CN" baseline="-25000" dirty="0">
                <a:solidFill>
                  <a:srgbClr val="F72603"/>
                </a:solidFill>
              </a:rPr>
              <a:t>1</a:t>
            </a:r>
          </a:p>
          <a:p>
            <a:pPr eaLnBrk="1" hangingPunct="1">
              <a:spcBef>
                <a:spcPct val="50000"/>
              </a:spcBef>
            </a:pPr>
            <a:endParaRPr lang="en-US" altLang="zh-CN" sz="300" dirty="0">
              <a:solidFill>
                <a:srgbClr val="F72603"/>
              </a:solidFill>
            </a:endParaRPr>
          </a:p>
          <a:p>
            <a:pPr eaLnBrk="1" hangingPunct="1">
              <a:spcBef>
                <a:spcPct val="50000"/>
              </a:spcBef>
            </a:pPr>
            <a:r>
              <a:rPr lang="en-US" altLang="zh-CN" dirty="0">
                <a:solidFill>
                  <a:srgbClr val="F72603"/>
                </a:solidFill>
              </a:rPr>
              <a:t>u</a:t>
            </a:r>
            <a:r>
              <a:rPr lang="en-US" altLang="zh-CN" baseline="-25000" dirty="0">
                <a:solidFill>
                  <a:srgbClr val="F72603"/>
                </a:solidFill>
              </a:rPr>
              <a:t>2</a:t>
            </a:r>
            <a:endParaRPr lang="en-US" altLang="zh-CN" dirty="0">
              <a:solidFill>
                <a:srgbClr val="F72603"/>
              </a:solidFill>
            </a:endParaRPr>
          </a:p>
          <a:p>
            <a:pPr eaLnBrk="1" hangingPunct="1">
              <a:spcBef>
                <a:spcPct val="50000"/>
              </a:spcBef>
            </a:pPr>
            <a:endParaRPr lang="en-US" altLang="zh-CN" sz="500" dirty="0">
              <a:solidFill>
                <a:srgbClr val="F72603"/>
              </a:solidFill>
            </a:endParaRPr>
          </a:p>
          <a:p>
            <a:pPr eaLnBrk="1" hangingPunct="1">
              <a:spcBef>
                <a:spcPct val="50000"/>
              </a:spcBef>
            </a:pPr>
            <a:r>
              <a:rPr lang="en-US" altLang="zh-CN" dirty="0">
                <a:solidFill>
                  <a:srgbClr val="F72603"/>
                </a:solidFill>
              </a:rPr>
              <a:t>u</a:t>
            </a:r>
            <a:r>
              <a:rPr lang="en-US" altLang="zh-CN" baseline="-25000" dirty="0">
                <a:solidFill>
                  <a:srgbClr val="F72603"/>
                </a:solidFill>
              </a:rPr>
              <a:t>3</a:t>
            </a:r>
            <a:endParaRPr lang="en-US" altLang="zh-CN" dirty="0">
              <a:solidFill>
                <a:srgbClr val="F72603"/>
              </a:solidFill>
            </a:endParaRPr>
          </a:p>
        </p:txBody>
      </p:sp>
      <p:sp>
        <p:nvSpPr>
          <p:cNvPr id="2" name="灯片编号占位符 1">
            <a:extLst>
              <a:ext uri="{FF2B5EF4-FFF2-40B4-BE49-F238E27FC236}">
                <a16:creationId xmlns:a16="http://schemas.microsoft.com/office/drawing/2014/main" id="{50B8B644-5A50-7B36-9D22-E7CC088ACB49}"/>
              </a:ext>
            </a:extLst>
          </p:cNvPr>
          <p:cNvSpPr>
            <a:spLocks noGrp="1"/>
          </p:cNvSpPr>
          <p:nvPr>
            <p:ph type="sldNum" sz="quarter" idx="11"/>
          </p:nvPr>
        </p:nvSpPr>
        <p:spPr/>
        <p:txBody>
          <a:bodyPr/>
          <a:lstStyle/>
          <a:p>
            <a:pPr>
              <a:defRPr/>
            </a:pPr>
            <a:fld id="{B1928985-958F-4925-BAAA-4C45D70B67B4}" type="slidenum">
              <a:rPr lang="en-US" altLang="zh-CN" smtClean="0"/>
              <a:pPr>
                <a:defRPr/>
              </a:pPr>
              <a:t>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043">
                                            <p:txEl>
                                              <p:pRg st="5" end="5"/>
                                            </p:txEl>
                                          </p:spTgt>
                                        </p:tgtEl>
                                        <p:attrNameLst>
                                          <p:attrName>style.visibility</p:attrName>
                                        </p:attrNameLst>
                                      </p:cBhvr>
                                      <p:to>
                                        <p:strVal val="visible"/>
                                      </p:to>
                                    </p:set>
                                    <p:animEffect transition="in" filter="wipe(left)">
                                      <p:cBhvr>
                                        <p:cTn id="7" dur="500"/>
                                        <p:tgtEl>
                                          <p:spTgt spid="87043">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7047"/>
                                        </p:tgtEl>
                                        <p:attrNameLst>
                                          <p:attrName>style.visibility</p:attrName>
                                        </p:attrNameLst>
                                      </p:cBhvr>
                                      <p:to>
                                        <p:strVal val="visible"/>
                                      </p:to>
                                    </p:set>
                                    <p:animEffect transition="in" filter="wipe(left)">
                                      <p:cBhvr>
                                        <p:cTn id="12" dur="500"/>
                                        <p:tgtEl>
                                          <p:spTgt spid="870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7049"/>
                                        </p:tgtEl>
                                        <p:attrNameLst>
                                          <p:attrName>style.visibility</p:attrName>
                                        </p:attrNameLst>
                                      </p:cBhvr>
                                      <p:to>
                                        <p:strVal val="visible"/>
                                      </p:to>
                                    </p:set>
                                    <p:animEffect transition="in" filter="wipe(left)">
                                      <p:cBhvr>
                                        <p:cTn id="17" dur="500"/>
                                        <p:tgtEl>
                                          <p:spTgt spid="870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7050"/>
                                        </p:tgtEl>
                                        <p:attrNameLst>
                                          <p:attrName>style.visibility</p:attrName>
                                        </p:attrNameLst>
                                      </p:cBhvr>
                                      <p:to>
                                        <p:strVal val="visible"/>
                                      </p:to>
                                    </p:set>
                                    <p:animEffect transition="in" filter="wipe(left)">
                                      <p:cBhvr>
                                        <p:cTn id="22" dur="500"/>
                                        <p:tgtEl>
                                          <p:spTgt spid="870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7051"/>
                                        </p:tgtEl>
                                        <p:attrNameLst>
                                          <p:attrName>style.visibility</p:attrName>
                                        </p:attrNameLst>
                                      </p:cBhvr>
                                      <p:to>
                                        <p:strVal val="visible"/>
                                      </p:to>
                                    </p:set>
                                    <p:animEffect transition="in" filter="wipe(left)">
                                      <p:cBhvr>
                                        <p:cTn id="27" dur="500"/>
                                        <p:tgtEl>
                                          <p:spTgt spid="87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992313" y="260351"/>
            <a:ext cx="8229600" cy="936625"/>
          </a:xfrm>
        </p:spPr>
        <p:txBody>
          <a:bodyPr/>
          <a:lstStyle/>
          <a:p>
            <a:pPr algn="ctr" eaLnBrk="1" hangingPunct="1"/>
            <a:r>
              <a:rPr lang="zh-CN" altLang="en-US">
                <a:solidFill>
                  <a:srgbClr val="008000"/>
                </a:solidFill>
                <a:ea typeface="黑体" pitchFamily="2" charset="-122"/>
              </a:rPr>
              <a:t>截影举例</a:t>
            </a:r>
            <a:r>
              <a:rPr lang="en-US" altLang="zh-CN" sz="3600">
                <a:ea typeface="黑体" pitchFamily="2" charset="-122"/>
              </a:rPr>
              <a:t>[P95</a:t>
            </a:r>
            <a:r>
              <a:rPr lang="zh-CN" altLang="en-US" sz="3600">
                <a:ea typeface="黑体" pitchFamily="2" charset="-122"/>
              </a:rPr>
              <a:t>例</a:t>
            </a:r>
            <a:r>
              <a:rPr lang="en-US" altLang="zh-CN" sz="3600">
                <a:ea typeface="黑体" pitchFamily="2" charset="-122"/>
              </a:rPr>
              <a:t>2]</a:t>
            </a:r>
          </a:p>
        </p:txBody>
      </p:sp>
      <p:sp>
        <p:nvSpPr>
          <p:cNvPr id="88067" name="Rectangle 3"/>
          <p:cNvSpPr>
            <a:spLocks noGrp="1" noChangeArrowheads="1"/>
          </p:cNvSpPr>
          <p:nvPr>
            <p:ph type="body" sz="half" idx="1"/>
          </p:nvPr>
        </p:nvSpPr>
        <p:spPr>
          <a:xfrm>
            <a:off x="1199456" y="1125538"/>
            <a:ext cx="9937103" cy="5327650"/>
          </a:xfrm>
        </p:spPr>
        <p:txBody>
          <a:bodyPr/>
          <a:lstStyle/>
          <a:p>
            <a:pPr eaLnBrk="1" hangingPunct="1">
              <a:buNone/>
            </a:pPr>
            <a:r>
              <a:rPr lang="zh-CN" altLang="en-US" sz="2800" b="1" dirty="0"/>
              <a:t>设</a:t>
            </a:r>
            <a:r>
              <a:rPr kumimoji="1" lang="en-US" altLang="zh-CN" sz="2800" b="1" dirty="0">
                <a:latin typeface="Times New Roman" pitchFamily="18" charset="0"/>
              </a:rPr>
              <a:t>R</a:t>
            </a:r>
            <a:r>
              <a:rPr kumimoji="1" lang="en-US" altLang="en-US" sz="2800" b="1" dirty="0">
                <a:latin typeface="Times New Roman" pitchFamily="18" charset="0"/>
                <a:sym typeface="Symbol" panose="05050102010706020507" pitchFamily="18" charset="2"/>
              </a:rPr>
              <a:t></a:t>
            </a:r>
            <a:r>
              <a:rPr kumimoji="1" lang="en-US" altLang="zh-CN" sz="2800" b="1" dirty="0">
                <a:latin typeface="Monotype Corsiva" pitchFamily="66" charset="0"/>
              </a:rPr>
              <a:t>F</a:t>
            </a:r>
            <a:r>
              <a:rPr kumimoji="1" lang="en-US" altLang="zh-CN" sz="2800" b="1" dirty="0">
                <a:latin typeface="Times New Roman" pitchFamily="18" charset="0"/>
              </a:rPr>
              <a:t>(X</a:t>
            </a:r>
            <a:r>
              <a:rPr kumimoji="1" lang="en-US" altLang="en-US" sz="2800" b="1" dirty="0">
                <a:latin typeface="Times New Roman" pitchFamily="18" charset="0"/>
              </a:rPr>
              <a:t>×Y</a:t>
            </a:r>
            <a:r>
              <a:rPr kumimoji="1" lang="en-US" altLang="zh-CN" sz="2800" b="1" dirty="0">
                <a:latin typeface="Times New Roman" pitchFamily="18" charset="0"/>
              </a:rPr>
              <a:t>)</a:t>
            </a:r>
            <a:r>
              <a:rPr kumimoji="1" lang="zh-CN" altLang="en-US" sz="2800" b="1" dirty="0">
                <a:latin typeface="Times New Roman" pitchFamily="18" charset="0"/>
              </a:rPr>
              <a:t>，</a:t>
            </a:r>
            <a:r>
              <a:rPr kumimoji="1" lang="en-US" altLang="zh-CN" sz="2800" b="1" dirty="0">
                <a:latin typeface="Times New Roman" pitchFamily="18" charset="0"/>
              </a:rPr>
              <a:t>X</a:t>
            </a:r>
            <a:r>
              <a:rPr kumimoji="1" lang="zh-CN" altLang="en-US" sz="2800" b="1" dirty="0">
                <a:latin typeface="Times New Roman" pitchFamily="18" charset="0"/>
              </a:rPr>
              <a:t>、</a:t>
            </a:r>
            <a:r>
              <a:rPr kumimoji="1" lang="en-US" altLang="zh-CN" sz="2800" b="1" dirty="0">
                <a:latin typeface="Times New Roman" pitchFamily="18" charset="0"/>
              </a:rPr>
              <a:t>Y</a:t>
            </a:r>
            <a:r>
              <a:rPr kumimoji="1" lang="zh-CN" altLang="en-US" sz="2800" b="1" dirty="0">
                <a:latin typeface="Times New Roman" pitchFamily="18" charset="0"/>
              </a:rPr>
              <a:t>为实数域，且</a:t>
            </a:r>
          </a:p>
          <a:p>
            <a:pPr eaLnBrk="1" hangingPunct="1">
              <a:buFont typeface="Wingdings" pitchFamily="2" charset="2"/>
              <a:buNone/>
            </a:pPr>
            <a:endParaRPr kumimoji="1" lang="zh-CN" altLang="en-US" sz="2800" b="1" dirty="0">
              <a:latin typeface="Times New Roman" pitchFamily="18" charset="0"/>
            </a:endParaRPr>
          </a:p>
          <a:p>
            <a:pPr eaLnBrk="1" hangingPunct="1">
              <a:buFont typeface="Wingdings" pitchFamily="2" charset="2"/>
              <a:buNone/>
            </a:pPr>
            <a:endParaRPr kumimoji="1" lang="zh-CN" altLang="en-US" sz="2800" b="1" dirty="0">
              <a:latin typeface="Times New Roman" pitchFamily="18" charset="0"/>
            </a:endParaRPr>
          </a:p>
          <a:p>
            <a:pPr eaLnBrk="1" hangingPunct="1">
              <a:buFont typeface="Wingdings" pitchFamily="2" charset="2"/>
              <a:buNone/>
            </a:pPr>
            <a:r>
              <a:rPr kumimoji="1" lang="zh-CN" altLang="en-US" sz="2800" b="1" dirty="0">
                <a:latin typeface="Times New Roman" pitchFamily="18" charset="0"/>
              </a:rPr>
              <a:t>求</a:t>
            </a:r>
            <a:r>
              <a:rPr kumimoji="1" lang="en-US" altLang="zh-CN" sz="2800" b="1" dirty="0">
                <a:latin typeface="Times New Roman" pitchFamily="18" charset="0"/>
              </a:rPr>
              <a:t>R</a:t>
            </a:r>
            <a:r>
              <a:rPr kumimoji="1" lang="zh-CN" altLang="en-US" sz="2800" b="1" dirty="0">
                <a:latin typeface="Times New Roman" pitchFamily="18" charset="0"/>
              </a:rPr>
              <a:t>在</a:t>
            </a:r>
            <a:r>
              <a:rPr kumimoji="1" lang="en-US" altLang="zh-CN" sz="2800" b="1" dirty="0">
                <a:latin typeface="Times New Roman" pitchFamily="18" charset="0"/>
              </a:rPr>
              <a:t>x=1</a:t>
            </a:r>
            <a:r>
              <a:rPr kumimoji="1" lang="zh-CN" altLang="en-US" sz="2800" b="1" dirty="0">
                <a:latin typeface="Times New Roman" pitchFamily="18" charset="0"/>
              </a:rPr>
              <a:t>和 </a:t>
            </a:r>
            <a:r>
              <a:rPr kumimoji="1" lang="en-US" altLang="zh-CN" sz="2800" b="1" dirty="0">
                <a:latin typeface="Times New Roman" pitchFamily="18" charset="0"/>
              </a:rPr>
              <a:t>y=2</a:t>
            </a:r>
            <a:r>
              <a:rPr kumimoji="1" lang="zh-CN" altLang="en-US" sz="2800" b="1" dirty="0">
                <a:latin typeface="Times New Roman" pitchFamily="18" charset="0"/>
              </a:rPr>
              <a:t>处的截影。</a:t>
            </a:r>
          </a:p>
          <a:p>
            <a:pPr eaLnBrk="1" hangingPunct="1">
              <a:buFont typeface="Wingdings" pitchFamily="2" charset="2"/>
              <a:buNone/>
            </a:pPr>
            <a:r>
              <a:rPr kumimoji="1" lang="zh-CN" altLang="en-US" sz="2800" b="1" dirty="0">
                <a:solidFill>
                  <a:schemeClr val="bg2"/>
                </a:solidFill>
                <a:latin typeface="Times New Roman" pitchFamily="18" charset="0"/>
              </a:rPr>
              <a:t>解</a:t>
            </a:r>
            <a:r>
              <a:rPr kumimoji="1" lang="zh-CN" altLang="en-US" sz="2800" b="1" dirty="0">
                <a:latin typeface="Times New Roman" pitchFamily="18" charset="0"/>
              </a:rPr>
              <a:t>：按定义，</a:t>
            </a:r>
            <a:r>
              <a:rPr kumimoji="1" lang="en-US" altLang="zh-CN" sz="2800" b="1" dirty="0">
                <a:latin typeface="Times New Roman" pitchFamily="18" charset="0"/>
              </a:rPr>
              <a:t>R</a:t>
            </a:r>
            <a:r>
              <a:rPr kumimoji="1" lang="zh-CN" altLang="en-US" sz="2800" b="1" dirty="0">
                <a:latin typeface="Times New Roman" pitchFamily="18" charset="0"/>
              </a:rPr>
              <a:t>在</a:t>
            </a:r>
            <a:r>
              <a:rPr kumimoji="1" lang="en-US" altLang="zh-CN" sz="2800" b="1" dirty="0">
                <a:latin typeface="Times New Roman" pitchFamily="18" charset="0"/>
              </a:rPr>
              <a:t>x</a:t>
            </a:r>
            <a:r>
              <a:rPr kumimoji="1" lang="zh-CN" altLang="en-US" sz="2800" b="1" dirty="0">
                <a:latin typeface="Times New Roman" pitchFamily="18" charset="0"/>
              </a:rPr>
              <a:t>处的截影为： </a:t>
            </a:r>
            <a:r>
              <a:rPr kumimoji="1" lang="en-US" altLang="zh-CN" sz="2800" b="1" dirty="0" err="1">
                <a:solidFill>
                  <a:srgbClr val="F72603"/>
                </a:solidFill>
                <a:ea typeface="黑体" pitchFamily="2" charset="-122"/>
              </a:rPr>
              <a:t>R|</a:t>
            </a:r>
            <a:r>
              <a:rPr kumimoji="1" lang="en-US" altLang="zh-CN" sz="2800" b="1" baseline="-25000" dirty="0" err="1">
                <a:solidFill>
                  <a:srgbClr val="F72603"/>
                </a:solidFill>
                <a:ea typeface="黑体" pitchFamily="2" charset="-122"/>
              </a:rPr>
              <a:t>x</a:t>
            </a:r>
            <a:r>
              <a:rPr kumimoji="1" lang="en-US" altLang="zh-CN" sz="2800" b="1" dirty="0">
                <a:solidFill>
                  <a:srgbClr val="F72603"/>
                </a:solidFill>
                <a:ea typeface="黑体" pitchFamily="2" charset="-122"/>
              </a:rPr>
              <a:t>(y)=R(</a:t>
            </a:r>
            <a:r>
              <a:rPr kumimoji="1" lang="en-US" altLang="zh-CN" sz="2800" b="1" dirty="0" err="1">
                <a:solidFill>
                  <a:srgbClr val="F72603"/>
                </a:solidFill>
                <a:ea typeface="黑体" pitchFamily="2" charset="-122"/>
              </a:rPr>
              <a:t>x,y</a:t>
            </a:r>
            <a:r>
              <a:rPr kumimoji="1" lang="en-US" altLang="zh-CN" sz="2800" b="1" dirty="0">
                <a:solidFill>
                  <a:srgbClr val="F72603"/>
                </a:solidFill>
                <a:ea typeface="黑体" pitchFamily="2" charset="-122"/>
              </a:rPr>
              <a:t>)</a:t>
            </a:r>
            <a:r>
              <a:rPr kumimoji="1" lang="en-US" altLang="zh-CN" sz="2800" b="1" dirty="0">
                <a:solidFill>
                  <a:schemeClr val="bg2"/>
                </a:solidFill>
                <a:ea typeface="黑体" pitchFamily="2" charset="-122"/>
              </a:rPr>
              <a:t> </a:t>
            </a:r>
          </a:p>
          <a:p>
            <a:pPr eaLnBrk="1" hangingPunct="1">
              <a:buFont typeface="Wingdings" pitchFamily="2" charset="2"/>
              <a:buNone/>
            </a:pPr>
            <a:r>
              <a:rPr kumimoji="1" lang="zh-CN" altLang="en-US" sz="2800" b="1" dirty="0"/>
              <a:t>因此，</a:t>
            </a:r>
          </a:p>
          <a:p>
            <a:pPr eaLnBrk="1" hangingPunct="1">
              <a:buFont typeface="Wingdings" pitchFamily="2" charset="2"/>
              <a:buNone/>
            </a:pPr>
            <a:endParaRPr kumimoji="1" lang="zh-CN" altLang="en-US" sz="2800" b="1" dirty="0"/>
          </a:p>
          <a:p>
            <a:pPr eaLnBrk="1" hangingPunct="1">
              <a:buFont typeface="Wingdings" pitchFamily="2" charset="2"/>
              <a:buNone/>
            </a:pPr>
            <a:endParaRPr kumimoji="1" lang="zh-CN" altLang="en-US" sz="1200" b="1" dirty="0"/>
          </a:p>
          <a:p>
            <a:pPr eaLnBrk="1" hangingPunct="1">
              <a:buFont typeface="Wingdings" pitchFamily="2" charset="2"/>
              <a:buNone/>
            </a:pPr>
            <a:r>
              <a:rPr kumimoji="1" lang="zh-CN" altLang="en-US" sz="2800" b="1" dirty="0"/>
              <a:t>类似地，得</a:t>
            </a:r>
          </a:p>
        </p:txBody>
      </p:sp>
      <p:graphicFrame>
        <p:nvGraphicFramePr>
          <p:cNvPr id="88069" name="Object 5"/>
          <p:cNvGraphicFramePr>
            <a:graphicFrameLocks noGrp="1" noChangeAspect="1"/>
          </p:cNvGraphicFramePr>
          <p:nvPr>
            <p:ph sz="quarter" idx="2"/>
            <p:extLst>
              <p:ext uri="{D42A27DB-BD31-4B8C-83A1-F6EECF244321}">
                <p14:modId xmlns:p14="http://schemas.microsoft.com/office/powerpoint/2010/main" val="1437633602"/>
              </p:ext>
            </p:extLst>
          </p:nvPr>
        </p:nvGraphicFramePr>
        <p:xfrm>
          <a:off x="3071665" y="5607050"/>
          <a:ext cx="5400675" cy="882650"/>
        </p:xfrm>
        <a:graphic>
          <a:graphicData uri="http://schemas.openxmlformats.org/presentationml/2006/ole">
            <mc:AlternateContent xmlns:mc="http://schemas.openxmlformats.org/markup-compatibility/2006">
              <mc:Choice xmlns:v="urn:schemas-microsoft-com:vml" Requires="v">
                <p:oleObj name="Equation" r:id="rId2" imgW="2565360" imgH="419040" progId="Equation.DSMT4">
                  <p:embed/>
                </p:oleObj>
              </mc:Choice>
              <mc:Fallback>
                <p:oleObj name="Equation" r:id="rId2" imgW="2565360" imgH="419040" progId="Equation.DSMT4">
                  <p:embed/>
                  <p:pic>
                    <p:nvPicPr>
                      <p:cNvPr id="0" name="Object 5"/>
                      <p:cNvPicPr>
                        <a:picLocks noChangeAspect="1" noChangeArrowheads="1"/>
                      </p:cNvPicPr>
                      <p:nvPr/>
                    </p:nvPicPr>
                    <p:blipFill>
                      <a:blip r:embed="rId3"/>
                      <a:srcRect/>
                      <a:stretch>
                        <a:fillRect/>
                      </a:stretch>
                    </p:blipFill>
                    <p:spPr bwMode="auto">
                      <a:xfrm>
                        <a:off x="3071665" y="5607050"/>
                        <a:ext cx="5400675"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71" name="Object 7"/>
          <p:cNvGraphicFramePr>
            <a:graphicFrameLocks noGrp="1" noChangeAspect="1"/>
          </p:cNvGraphicFramePr>
          <p:nvPr>
            <p:ph sz="quarter" idx="3"/>
            <p:extLst>
              <p:ext uri="{D42A27DB-BD31-4B8C-83A1-F6EECF244321}">
                <p14:modId xmlns:p14="http://schemas.microsoft.com/office/powerpoint/2010/main" val="1254063277"/>
              </p:ext>
            </p:extLst>
          </p:nvPr>
        </p:nvGraphicFramePr>
        <p:xfrm>
          <a:off x="3143250" y="4098925"/>
          <a:ext cx="5257800" cy="889000"/>
        </p:xfrm>
        <a:graphic>
          <a:graphicData uri="http://schemas.openxmlformats.org/presentationml/2006/ole">
            <mc:AlternateContent xmlns:mc="http://schemas.openxmlformats.org/markup-compatibility/2006">
              <mc:Choice xmlns:v="urn:schemas-microsoft-com:vml" Requires="v">
                <p:oleObj name="Equation" r:id="rId4" imgW="2476440" imgH="419040" progId="Equation.DSMT4">
                  <p:embed/>
                </p:oleObj>
              </mc:Choice>
              <mc:Fallback>
                <p:oleObj name="Equation" r:id="rId4" imgW="2476440" imgH="419040" progId="Equation.DSMT4">
                  <p:embed/>
                  <p:pic>
                    <p:nvPicPr>
                      <p:cNvPr id="0" name="Object 7"/>
                      <p:cNvPicPr>
                        <a:picLocks noChangeAspect="1" noChangeArrowheads="1"/>
                      </p:cNvPicPr>
                      <p:nvPr/>
                    </p:nvPicPr>
                    <p:blipFill>
                      <a:blip r:embed="rId5"/>
                      <a:srcRect/>
                      <a:stretch>
                        <a:fillRect/>
                      </a:stretch>
                    </p:blipFill>
                    <p:spPr bwMode="auto">
                      <a:xfrm>
                        <a:off x="3143250" y="4098925"/>
                        <a:ext cx="52578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8" name="Object 9"/>
          <p:cNvGraphicFramePr>
            <a:graphicFrameLocks noChangeAspect="1"/>
          </p:cNvGraphicFramePr>
          <p:nvPr>
            <p:extLst>
              <p:ext uri="{D42A27DB-BD31-4B8C-83A1-F6EECF244321}">
                <p14:modId xmlns:p14="http://schemas.microsoft.com/office/powerpoint/2010/main" val="678855685"/>
              </p:ext>
            </p:extLst>
          </p:nvPr>
        </p:nvGraphicFramePr>
        <p:xfrm>
          <a:off x="2999657" y="1628775"/>
          <a:ext cx="5032375" cy="896938"/>
        </p:xfrm>
        <a:graphic>
          <a:graphicData uri="http://schemas.openxmlformats.org/presentationml/2006/ole">
            <mc:AlternateContent xmlns:mc="http://schemas.openxmlformats.org/markup-compatibility/2006">
              <mc:Choice xmlns:v="urn:schemas-microsoft-com:vml" Requires="v">
                <p:oleObj name="Equation" r:id="rId6" imgW="2349360" imgH="419040" progId="Equation.DSMT4">
                  <p:embed/>
                </p:oleObj>
              </mc:Choice>
              <mc:Fallback>
                <p:oleObj name="Equation" r:id="rId6" imgW="2349360" imgH="419040" progId="Equation.DSMT4">
                  <p:embed/>
                  <p:pic>
                    <p:nvPicPr>
                      <p:cNvPr id="0" name="Object 9"/>
                      <p:cNvPicPr>
                        <a:picLocks noChangeAspect="1" noChangeArrowheads="1"/>
                      </p:cNvPicPr>
                      <p:nvPr/>
                    </p:nvPicPr>
                    <p:blipFill>
                      <a:blip r:embed="rId7"/>
                      <a:srcRect/>
                      <a:stretch>
                        <a:fillRect/>
                      </a:stretch>
                    </p:blipFill>
                    <p:spPr bwMode="auto">
                      <a:xfrm>
                        <a:off x="2999657" y="1628775"/>
                        <a:ext cx="5032375"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BEEE288B-2B50-8FAF-E9B8-9C8369963B6E}"/>
              </a:ext>
            </a:extLst>
          </p:cNvPr>
          <p:cNvSpPr>
            <a:spLocks noGrp="1"/>
          </p:cNvSpPr>
          <p:nvPr>
            <p:ph type="sldNum" sz="quarter" idx="11"/>
          </p:nvPr>
        </p:nvSpPr>
        <p:spPr>
          <a:xfrm>
            <a:off x="49413" y="6367464"/>
            <a:ext cx="589856" cy="457200"/>
          </a:xfrm>
        </p:spPr>
        <p:txBody>
          <a:bodyPr/>
          <a:lstStyle/>
          <a:p>
            <a:pPr>
              <a:defRPr/>
            </a:pPr>
            <a:fld id="{B1928985-958F-4925-BAAA-4C45D70B67B4}" type="slidenum">
              <a:rPr lang="en-US" altLang="zh-CN" smtClean="0"/>
              <a:pPr>
                <a:defRPr/>
              </a:pPr>
              <a:t>10</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8067">
                                            <p:txEl>
                                              <p:pRg st="4" end="4"/>
                                            </p:txEl>
                                          </p:spTgt>
                                        </p:tgtEl>
                                        <p:attrNameLst>
                                          <p:attrName>style.visibility</p:attrName>
                                        </p:attrNameLst>
                                      </p:cBhvr>
                                      <p:to>
                                        <p:strVal val="visible"/>
                                      </p:to>
                                    </p:set>
                                    <p:animEffect transition="in" filter="wipe(left)">
                                      <p:cBhvr>
                                        <p:cTn id="7" dur="500"/>
                                        <p:tgtEl>
                                          <p:spTgt spid="88067">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8067">
                                            <p:txEl>
                                              <p:pRg st="5" end="5"/>
                                            </p:txEl>
                                          </p:spTgt>
                                        </p:tgtEl>
                                        <p:attrNameLst>
                                          <p:attrName>style.visibility</p:attrName>
                                        </p:attrNameLst>
                                      </p:cBhvr>
                                      <p:to>
                                        <p:strVal val="visible"/>
                                      </p:to>
                                    </p:set>
                                    <p:animEffect transition="in" filter="wipe(left)">
                                      <p:cBhvr>
                                        <p:cTn id="12" dur="500"/>
                                        <p:tgtEl>
                                          <p:spTgt spid="88067">
                                            <p:txEl>
                                              <p:pRg st="5" end="5"/>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88071"/>
                                        </p:tgtEl>
                                        <p:attrNameLst>
                                          <p:attrName>style.visibility</p:attrName>
                                        </p:attrNameLst>
                                      </p:cBhvr>
                                      <p:to>
                                        <p:strVal val="visible"/>
                                      </p:to>
                                    </p:set>
                                    <p:animEffect transition="in" filter="wipe(left)">
                                      <p:cBhvr>
                                        <p:cTn id="16" dur="500"/>
                                        <p:tgtEl>
                                          <p:spTgt spid="8807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8067">
                                            <p:txEl>
                                              <p:pRg st="8" end="8"/>
                                            </p:txEl>
                                          </p:spTgt>
                                        </p:tgtEl>
                                        <p:attrNameLst>
                                          <p:attrName>style.visibility</p:attrName>
                                        </p:attrNameLst>
                                      </p:cBhvr>
                                      <p:to>
                                        <p:strVal val="visible"/>
                                      </p:to>
                                    </p:set>
                                    <p:animEffect transition="in" filter="wipe(left)">
                                      <p:cBhvr>
                                        <p:cTn id="21" dur="500"/>
                                        <p:tgtEl>
                                          <p:spTgt spid="88067">
                                            <p:txEl>
                                              <p:pRg st="8" end="8"/>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88069"/>
                                        </p:tgtEl>
                                        <p:attrNameLst>
                                          <p:attrName>style.visibility</p:attrName>
                                        </p:attrNameLst>
                                      </p:cBhvr>
                                      <p:to>
                                        <p:strVal val="visible"/>
                                      </p:to>
                                    </p:set>
                                    <p:animEffect transition="in" filter="wipe(left)">
                                      <p:cBhvr>
                                        <p:cTn id="26" dur="500"/>
                                        <p:tgtEl>
                                          <p:spTgt spid="88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992313" y="404814"/>
            <a:ext cx="8229600" cy="884237"/>
          </a:xfrm>
        </p:spPr>
        <p:txBody>
          <a:bodyPr/>
          <a:lstStyle/>
          <a:p>
            <a:pPr algn="ctr" eaLnBrk="1" hangingPunct="1"/>
            <a:r>
              <a:rPr lang="zh-CN" altLang="en-US">
                <a:solidFill>
                  <a:srgbClr val="008000"/>
                </a:solidFill>
                <a:ea typeface="黑体" pitchFamily="2" charset="-122"/>
              </a:rPr>
              <a:t>有关</a:t>
            </a:r>
            <a:r>
              <a:rPr lang="en-US" altLang="zh-CN">
                <a:solidFill>
                  <a:srgbClr val="008000"/>
                </a:solidFill>
                <a:ea typeface="黑体" pitchFamily="2" charset="-122"/>
              </a:rPr>
              <a:t>F</a:t>
            </a:r>
            <a:r>
              <a:rPr lang="zh-CN" altLang="en-US">
                <a:solidFill>
                  <a:srgbClr val="008000"/>
                </a:solidFill>
                <a:ea typeface="黑体" pitchFamily="2" charset="-122"/>
              </a:rPr>
              <a:t>关系与</a:t>
            </a:r>
            <a:r>
              <a:rPr lang="en-US" altLang="zh-CN">
                <a:solidFill>
                  <a:srgbClr val="008000"/>
                </a:solidFill>
                <a:ea typeface="黑体" pitchFamily="2" charset="-122"/>
              </a:rPr>
              <a:t>F</a:t>
            </a:r>
            <a:r>
              <a:rPr lang="zh-CN" altLang="en-US">
                <a:solidFill>
                  <a:srgbClr val="008000"/>
                </a:solidFill>
                <a:ea typeface="黑体" pitchFamily="2" charset="-122"/>
              </a:rPr>
              <a:t>映射的</a:t>
            </a:r>
            <a:r>
              <a:rPr lang="en-US" altLang="zh-CN">
                <a:solidFill>
                  <a:srgbClr val="008000"/>
                </a:solidFill>
                <a:ea typeface="黑体" pitchFamily="2" charset="-122"/>
              </a:rPr>
              <a:t>[</a:t>
            </a:r>
            <a:r>
              <a:rPr lang="zh-CN" altLang="en-US">
                <a:solidFill>
                  <a:srgbClr val="008000"/>
                </a:solidFill>
                <a:ea typeface="黑体" pitchFamily="2" charset="-122"/>
              </a:rPr>
              <a:t>定理</a:t>
            </a:r>
            <a:r>
              <a:rPr lang="en-US" altLang="zh-CN">
                <a:solidFill>
                  <a:srgbClr val="008000"/>
                </a:solidFill>
                <a:ea typeface="黑体" pitchFamily="2" charset="-122"/>
              </a:rPr>
              <a:t>1]</a:t>
            </a:r>
            <a:r>
              <a:rPr lang="en-US" altLang="zh-CN" sz="3200">
                <a:ea typeface="黑体" pitchFamily="2" charset="-122"/>
              </a:rPr>
              <a:t>[P95]</a:t>
            </a:r>
          </a:p>
        </p:txBody>
      </p:sp>
      <p:sp>
        <p:nvSpPr>
          <p:cNvPr id="91139" name="Rectangle 3"/>
          <p:cNvSpPr>
            <a:spLocks noGrp="1" noChangeArrowheads="1"/>
          </p:cNvSpPr>
          <p:nvPr>
            <p:ph type="body" idx="1"/>
          </p:nvPr>
        </p:nvSpPr>
        <p:spPr>
          <a:xfrm>
            <a:off x="839416" y="1412776"/>
            <a:ext cx="10081120" cy="5183634"/>
          </a:xfrm>
        </p:spPr>
        <p:txBody>
          <a:bodyPr/>
          <a:lstStyle/>
          <a:p>
            <a:pPr eaLnBrk="1" hangingPunct="1">
              <a:lnSpc>
                <a:spcPct val="95000"/>
              </a:lnSpc>
              <a:buNone/>
            </a:pPr>
            <a:r>
              <a:rPr lang="zh-CN" altLang="en-US" dirty="0">
                <a:ea typeface="黑体" pitchFamily="2" charset="-122"/>
              </a:rPr>
              <a:t>任给</a:t>
            </a:r>
            <a:r>
              <a:rPr kumimoji="1" lang="en-US" altLang="zh-CN" dirty="0">
                <a:latin typeface="Times New Roman" pitchFamily="18" charset="0"/>
              </a:rPr>
              <a:t>R</a:t>
            </a:r>
            <a:r>
              <a:rPr kumimoji="1" lang="en-US" altLang="en-US" dirty="0">
                <a:latin typeface="Times New Roman" pitchFamily="18" charset="0"/>
                <a:sym typeface="Symbol" panose="05050102010706020507" pitchFamily="18" charset="2"/>
              </a:rPr>
              <a:t></a:t>
            </a:r>
            <a:r>
              <a:rPr kumimoji="1" lang="en-US" altLang="zh-CN" dirty="0">
                <a:latin typeface="Monotype Corsiva" pitchFamily="66" charset="0"/>
              </a:rPr>
              <a:t>F</a:t>
            </a:r>
            <a:r>
              <a:rPr kumimoji="1" lang="en-US" altLang="zh-CN" dirty="0">
                <a:latin typeface="Times New Roman" pitchFamily="18" charset="0"/>
              </a:rPr>
              <a:t>(U</a:t>
            </a:r>
            <a:r>
              <a:rPr kumimoji="1" lang="en-US" altLang="en-US" dirty="0">
                <a:latin typeface="Times New Roman" pitchFamily="18" charset="0"/>
              </a:rPr>
              <a:t>×</a:t>
            </a:r>
            <a:r>
              <a:rPr kumimoji="1" lang="en-US" altLang="zh-CN" dirty="0">
                <a:latin typeface="Times New Roman" pitchFamily="18" charset="0"/>
              </a:rPr>
              <a:t>V)</a:t>
            </a:r>
            <a:r>
              <a:rPr kumimoji="1" lang="zh-CN" altLang="en-US" dirty="0">
                <a:latin typeface="Times New Roman" pitchFamily="18" charset="0"/>
              </a:rPr>
              <a:t>，</a:t>
            </a:r>
            <a:r>
              <a:rPr kumimoji="1" lang="zh-CN" altLang="en-US" dirty="0">
                <a:ea typeface="黑体" pitchFamily="2" charset="-122"/>
              </a:rPr>
              <a:t>都唯一确定了一个从</a:t>
            </a:r>
            <a:r>
              <a:rPr kumimoji="1" lang="en-US" altLang="zh-CN" dirty="0">
                <a:ea typeface="黑体" pitchFamily="2" charset="-122"/>
              </a:rPr>
              <a:t>U</a:t>
            </a:r>
            <a:r>
              <a:rPr kumimoji="1" lang="zh-CN" altLang="en-US" dirty="0">
                <a:ea typeface="黑体" pitchFamily="2" charset="-122"/>
              </a:rPr>
              <a:t>到</a:t>
            </a:r>
            <a:r>
              <a:rPr kumimoji="1" lang="en-US" altLang="zh-CN" dirty="0">
                <a:ea typeface="黑体" pitchFamily="2" charset="-122"/>
              </a:rPr>
              <a:t>V</a:t>
            </a:r>
            <a:r>
              <a:rPr kumimoji="1" lang="zh-CN" altLang="en-US" dirty="0">
                <a:ea typeface="黑体" pitchFamily="2" charset="-122"/>
              </a:rPr>
              <a:t>的</a:t>
            </a:r>
            <a:r>
              <a:rPr kumimoji="1" lang="en-US" altLang="zh-CN" dirty="0">
                <a:ea typeface="黑体" pitchFamily="2" charset="-122"/>
              </a:rPr>
              <a:t>F</a:t>
            </a:r>
            <a:r>
              <a:rPr kumimoji="1" lang="zh-CN" altLang="en-US" dirty="0">
                <a:ea typeface="黑体" pitchFamily="2" charset="-122"/>
              </a:rPr>
              <a:t>映射，</a:t>
            </a:r>
          </a:p>
          <a:p>
            <a:pPr eaLnBrk="1" hangingPunct="1">
              <a:lnSpc>
                <a:spcPct val="95000"/>
              </a:lnSpc>
              <a:buNone/>
            </a:pPr>
            <a:r>
              <a:rPr kumimoji="1" lang="zh-CN" altLang="en-US" dirty="0">
                <a:ea typeface="黑体" pitchFamily="2" charset="-122"/>
              </a:rPr>
              <a:t>       记作       </a:t>
            </a:r>
            <a:r>
              <a:rPr kumimoji="1" lang="en-US" altLang="zh-CN" b="1" dirty="0">
                <a:solidFill>
                  <a:srgbClr val="008000"/>
                </a:solidFill>
                <a:latin typeface="Monotype Corsiva" pitchFamily="66" charset="0"/>
              </a:rPr>
              <a:t>f </a:t>
            </a:r>
            <a:r>
              <a:rPr kumimoji="1" lang="en-US" altLang="zh-CN" b="1" baseline="-25000" dirty="0">
                <a:solidFill>
                  <a:srgbClr val="008000"/>
                </a:solidFill>
                <a:latin typeface="Times New Roman" pitchFamily="18" charset="0"/>
              </a:rPr>
              <a:t>R</a:t>
            </a:r>
            <a:r>
              <a:rPr kumimoji="1" lang="en-US" altLang="zh-CN" b="1" dirty="0">
                <a:solidFill>
                  <a:srgbClr val="008000"/>
                </a:solidFill>
                <a:latin typeface="Times New Roman" pitchFamily="18" charset="0"/>
              </a:rPr>
              <a:t>: U</a:t>
            </a:r>
            <a:r>
              <a:rPr kumimoji="1" lang="en-US" altLang="zh-CN" b="1" dirty="0">
                <a:solidFill>
                  <a:srgbClr val="008000"/>
                </a:solidFill>
              </a:rPr>
              <a:t>→</a:t>
            </a:r>
            <a:r>
              <a:rPr kumimoji="1" lang="en-US" altLang="zh-CN" b="1" dirty="0">
                <a:solidFill>
                  <a:srgbClr val="008000"/>
                </a:solidFill>
                <a:latin typeface="Monotype Corsiva" pitchFamily="66" charset="0"/>
              </a:rPr>
              <a:t>F</a:t>
            </a:r>
            <a:r>
              <a:rPr kumimoji="1" lang="en-US" altLang="zh-CN" b="1" dirty="0">
                <a:solidFill>
                  <a:srgbClr val="008000"/>
                </a:solidFill>
              </a:rPr>
              <a:t>(V)</a:t>
            </a:r>
          </a:p>
          <a:p>
            <a:pPr eaLnBrk="1" hangingPunct="1">
              <a:lnSpc>
                <a:spcPct val="95000"/>
              </a:lnSpc>
              <a:buNone/>
            </a:pPr>
            <a:r>
              <a:rPr kumimoji="1" lang="en-US" altLang="zh-CN" dirty="0"/>
              <a:t>  </a:t>
            </a:r>
            <a:r>
              <a:rPr kumimoji="1" lang="zh-CN" altLang="en-US" dirty="0">
                <a:ea typeface="黑体" pitchFamily="2" charset="-122"/>
              </a:rPr>
              <a:t>使对 </a:t>
            </a:r>
            <a:r>
              <a:rPr kumimoji="1" lang="zh-CN" altLang="en-US" dirty="0">
                <a:ea typeface="黑体" pitchFamily="2" charset="-122"/>
                <a:sym typeface="Symbol" pitchFamily="18" charset="2"/>
              </a:rPr>
              <a:t></a:t>
            </a:r>
            <a:r>
              <a:rPr kumimoji="1" lang="en-US" altLang="zh-CN" dirty="0" err="1">
                <a:ea typeface="黑体" pitchFamily="2" charset="-122"/>
                <a:sym typeface="Symbol" pitchFamily="18" charset="2"/>
              </a:rPr>
              <a:t>u</a:t>
            </a:r>
            <a:r>
              <a:rPr kumimoji="1" lang="en-US" altLang="en-US" sz="3600" dirty="0" err="1">
                <a:latin typeface="Times New Roman" pitchFamily="18" charset="0"/>
                <a:sym typeface="Symbol" panose="05050102010706020507" pitchFamily="18" charset="2"/>
              </a:rPr>
              <a:t></a:t>
            </a:r>
            <a:r>
              <a:rPr kumimoji="1" lang="en-US" altLang="zh-CN" sz="3600" dirty="0" err="1">
                <a:ea typeface="黑体" pitchFamily="2" charset="-122"/>
              </a:rPr>
              <a:t>U</a:t>
            </a:r>
            <a:r>
              <a:rPr kumimoji="1" lang="en-US" altLang="zh-CN" sz="3600" dirty="0">
                <a:ea typeface="黑体" pitchFamily="2" charset="-122"/>
              </a:rPr>
              <a:t>, </a:t>
            </a:r>
            <a:r>
              <a:rPr kumimoji="1" lang="zh-CN" altLang="en-US" sz="3600" dirty="0">
                <a:ea typeface="黑体" pitchFamily="2" charset="-122"/>
              </a:rPr>
              <a:t>都有</a:t>
            </a:r>
            <a:r>
              <a:rPr kumimoji="1" lang="zh-CN" altLang="en-US" sz="2800" dirty="0">
                <a:ea typeface="黑体" pitchFamily="2" charset="-122"/>
              </a:rPr>
              <a:t>       </a:t>
            </a:r>
            <a:r>
              <a:rPr kumimoji="1" lang="zh-CN" altLang="en-US" b="1" dirty="0">
                <a:latin typeface="Times New Roman" pitchFamily="18" charset="0"/>
              </a:rPr>
              <a:t> </a:t>
            </a:r>
            <a:r>
              <a:rPr kumimoji="1" lang="en-US" altLang="zh-CN" b="1" dirty="0">
                <a:solidFill>
                  <a:srgbClr val="FF0000"/>
                </a:solidFill>
                <a:latin typeface="Monotype Corsiva" pitchFamily="66" charset="0"/>
              </a:rPr>
              <a:t>f </a:t>
            </a:r>
            <a:r>
              <a:rPr kumimoji="1" lang="en-US" altLang="zh-CN" sz="3600" b="1" baseline="-25000" dirty="0">
                <a:solidFill>
                  <a:srgbClr val="F72603"/>
                </a:solidFill>
              </a:rPr>
              <a:t>R</a:t>
            </a:r>
            <a:r>
              <a:rPr kumimoji="1" lang="en-US" altLang="zh-CN" b="1" dirty="0">
                <a:solidFill>
                  <a:srgbClr val="F72603"/>
                </a:solidFill>
              </a:rPr>
              <a:t>(u)=</a:t>
            </a:r>
            <a:r>
              <a:rPr kumimoji="1" lang="en-US" altLang="zh-CN" b="1" dirty="0" err="1">
                <a:solidFill>
                  <a:srgbClr val="F72603"/>
                </a:solidFill>
              </a:rPr>
              <a:t>R|</a:t>
            </a:r>
            <a:r>
              <a:rPr kumimoji="1" lang="en-US" altLang="zh-CN" b="1" baseline="-25000" dirty="0" err="1">
                <a:solidFill>
                  <a:srgbClr val="F72603"/>
                </a:solidFill>
              </a:rPr>
              <a:t>u</a:t>
            </a:r>
            <a:endParaRPr kumimoji="1" lang="en-US" altLang="zh-CN" b="1" baseline="-25000" dirty="0">
              <a:solidFill>
                <a:srgbClr val="F72603"/>
              </a:solidFill>
            </a:endParaRPr>
          </a:p>
          <a:p>
            <a:pPr eaLnBrk="1" hangingPunct="1">
              <a:lnSpc>
                <a:spcPct val="95000"/>
              </a:lnSpc>
              <a:buFont typeface="Wingdings" pitchFamily="2" charset="2"/>
              <a:buNone/>
            </a:pPr>
            <a:r>
              <a:rPr kumimoji="1" lang="en-US" altLang="zh-CN" dirty="0">
                <a:ea typeface="黑体" pitchFamily="2" charset="-122"/>
              </a:rPr>
              <a:t>  </a:t>
            </a:r>
            <a:r>
              <a:rPr kumimoji="1" lang="zh-CN" altLang="en-US" dirty="0">
                <a:solidFill>
                  <a:schemeClr val="bg2"/>
                </a:solidFill>
                <a:ea typeface="黑体" pitchFamily="2" charset="-122"/>
              </a:rPr>
              <a:t>反之，任给从</a:t>
            </a:r>
            <a:r>
              <a:rPr kumimoji="1" lang="en-US" altLang="zh-CN" dirty="0">
                <a:solidFill>
                  <a:schemeClr val="bg2"/>
                </a:solidFill>
                <a:ea typeface="黑体" pitchFamily="2" charset="-122"/>
              </a:rPr>
              <a:t>U</a:t>
            </a:r>
            <a:r>
              <a:rPr kumimoji="1" lang="zh-CN" altLang="en-US" dirty="0">
                <a:solidFill>
                  <a:schemeClr val="bg2"/>
                </a:solidFill>
                <a:ea typeface="黑体" pitchFamily="2" charset="-122"/>
              </a:rPr>
              <a:t>到</a:t>
            </a:r>
            <a:r>
              <a:rPr kumimoji="1" lang="en-US" altLang="zh-CN" dirty="0">
                <a:solidFill>
                  <a:schemeClr val="bg2"/>
                </a:solidFill>
                <a:ea typeface="黑体" pitchFamily="2" charset="-122"/>
              </a:rPr>
              <a:t>V</a:t>
            </a:r>
            <a:r>
              <a:rPr kumimoji="1" lang="zh-CN" altLang="en-US" dirty="0">
                <a:solidFill>
                  <a:schemeClr val="bg2"/>
                </a:solidFill>
                <a:ea typeface="黑体" pitchFamily="2" charset="-122"/>
              </a:rPr>
              <a:t>的</a:t>
            </a:r>
            <a:r>
              <a:rPr kumimoji="1" lang="en-US" altLang="zh-CN" dirty="0">
                <a:solidFill>
                  <a:schemeClr val="bg2"/>
                </a:solidFill>
                <a:ea typeface="黑体" pitchFamily="2" charset="-122"/>
              </a:rPr>
              <a:t>F</a:t>
            </a:r>
            <a:r>
              <a:rPr kumimoji="1" lang="zh-CN" altLang="en-US" dirty="0">
                <a:solidFill>
                  <a:schemeClr val="bg2"/>
                </a:solidFill>
                <a:ea typeface="黑体" pitchFamily="2" charset="-122"/>
              </a:rPr>
              <a:t>映射：</a:t>
            </a:r>
          </a:p>
          <a:p>
            <a:pPr eaLnBrk="1" hangingPunct="1">
              <a:lnSpc>
                <a:spcPct val="95000"/>
              </a:lnSpc>
              <a:buFont typeface="Wingdings" pitchFamily="2" charset="2"/>
              <a:buNone/>
            </a:pPr>
            <a:r>
              <a:rPr kumimoji="1" lang="zh-CN" altLang="en-US" b="1" dirty="0">
                <a:solidFill>
                  <a:schemeClr val="bg2"/>
                </a:solidFill>
                <a:ea typeface="黑体" pitchFamily="2" charset="-122"/>
              </a:rPr>
              <a:t>               </a:t>
            </a:r>
            <a:r>
              <a:rPr kumimoji="1" lang="zh-CN" altLang="en-US" b="1" dirty="0">
                <a:latin typeface="Times New Roman" pitchFamily="18" charset="0"/>
              </a:rPr>
              <a:t> </a:t>
            </a:r>
            <a:r>
              <a:rPr kumimoji="1" lang="en-US" altLang="zh-CN" b="1" dirty="0">
                <a:solidFill>
                  <a:srgbClr val="008000"/>
                </a:solidFill>
                <a:latin typeface="Monotype Corsiva" pitchFamily="66" charset="0"/>
              </a:rPr>
              <a:t>f  </a:t>
            </a:r>
            <a:r>
              <a:rPr kumimoji="1" lang="en-US" altLang="zh-CN" b="1" dirty="0">
                <a:solidFill>
                  <a:srgbClr val="008000"/>
                </a:solidFill>
                <a:latin typeface="Times New Roman" pitchFamily="18" charset="0"/>
              </a:rPr>
              <a:t>:  U</a:t>
            </a:r>
            <a:r>
              <a:rPr kumimoji="1" lang="en-US" altLang="zh-CN" b="1" dirty="0">
                <a:solidFill>
                  <a:srgbClr val="008000"/>
                </a:solidFill>
              </a:rPr>
              <a:t>→</a:t>
            </a:r>
            <a:r>
              <a:rPr kumimoji="1" lang="en-US" altLang="zh-CN" b="1" dirty="0">
                <a:solidFill>
                  <a:srgbClr val="008000"/>
                </a:solidFill>
                <a:latin typeface="Monotype Corsiva" pitchFamily="66" charset="0"/>
              </a:rPr>
              <a:t>F</a:t>
            </a:r>
            <a:r>
              <a:rPr kumimoji="1" lang="en-US" altLang="zh-CN" b="1" dirty="0">
                <a:solidFill>
                  <a:srgbClr val="008000"/>
                </a:solidFill>
              </a:rPr>
              <a:t>(V)</a:t>
            </a:r>
            <a:endParaRPr kumimoji="1" lang="en-US" altLang="zh-CN" b="1" dirty="0">
              <a:solidFill>
                <a:srgbClr val="008000"/>
              </a:solidFill>
              <a:ea typeface="黑体" pitchFamily="2" charset="-122"/>
            </a:endParaRPr>
          </a:p>
          <a:p>
            <a:pPr eaLnBrk="1" hangingPunct="1">
              <a:lnSpc>
                <a:spcPct val="95000"/>
              </a:lnSpc>
              <a:buFont typeface="Wingdings" pitchFamily="2" charset="2"/>
              <a:buNone/>
            </a:pPr>
            <a:r>
              <a:rPr kumimoji="1" lang="zh-CN" altLang="en-US" dirty="0">
                <a:solidFill>
                  <a:schemeClr val="bg2"/>
                </a:solidFill>
                <a:ea typeface="黑体" pitchFamily="2" charset="-122"/>
              </a:rPr>
              <a:t>  都唯一确定了一个</a:t>
            </a:r>
            <a:r>
              <a:rPr kumimoji="1" lang="en-US" altLang="zh-CN" dirty="0">
                <a:solidFill>
                  <a:schemeClr val="bg2"/>
                </a:solidFill>
                <a:ea typeface="黑体" pitchFamily="2" charset="-122"/>
              </a:rPr>
              <a:t>F</a:t>
            </a:r>
            <a:r>
              <a:rPr kumimoji="1" lang="zh-CN" altLang="en-US" dirty="0">
                <a:solidFill>
                  <a:schemeClr val="bg2"/>
                </a:solidFill>
                <a:ea typeface="黑体" pitchFamily="2" charset="-122"/>
              </a:rPr>
              <a:t>关系，记作</a:t>
            </a:r>
          </a:p>
          <a:p>
            <a:pPr eaLnBrk="1" hangingPunct="1">
              <a:lnSpc>
                <a:spcPct val="95000"/>
              </a:lnSpc>
              <a:buFont typeface="Wingdings" pitchFamily="2" charset="2"/>
              <a:buNone/>
            </a:pPr>
            <a:r>
              <a:rPr kumimoji="1" lang="zh-CN" altLang="en-US" dirty="0">
                <a:solidFill>
                  <a:schemeClr val="bg2"/>
                </a:solidFill>
                <a:latin typeface="Times New Roman" pitchFamily="18" charset="0"/>
              </a:rPr>
              <a:t>                  </a:t>
            </a:r>
            <a:r>
              <a:rPr kumimoji="1" lang="en-US" altLang="zh-CN" b="1" dirty="0" err="1">
                <a:solidFill>
                  <a:schemeClr val="bg2"/>
                </a:solidFill>
                <a:latin typeface="Times New Roman" pitchFamily="18" charset="0"/>
              </a:rPr>
              <a:t>R</a:t>
            </a:r>
            <a:r>
              <a:rPr kumimoji="1" lang="en-US" altLang="zh-CN" b="1" i="1" baseline="-25000" dirty="0" err="1">
                <a:solidFill>
                  <a:schemeClr val="bg2"/>
                </a:solidFill>
                <a:latin typeface="Times New Roman" pitchFamily="18" charset="0"/>
              </a:rPr>
              <a:t>f</a:t>
            </a:r>
            <a:r>
              <a:rPr kumimoji="1" lang="en-US" altLang="zh-CN" b="1" i="1" baseline="-25000" dirty="0">
                <a:solidFill>
                  <a:schemeClr val="bg2"/>
                </a:solidFill>
                <a:latin typeface="Times New Roman" pitchFamily="18" charset="0"/>
              </a:rPr>
              <a:t> </a:t>
            </a:r>
            <a:r>
              <a:rPr kumimoji="1" lang="en-US" altLang="en-US" b="1" dirty="0">
                <a:solidFill>
                  <a:schemeClr val="bg2"/>
                </a:solidFill>
                <a:latin typeface="Times New Roman" pitchFamily="18" charset="0"/>
                <a:sym typeface="Symbol" panose="05050102010706020507" pitchFamily="18" charset="2"/>
              </a:rPr>
              <a:t></a:t>
            </a:r>
            <a:r>
              <a:rPr kumimoji="1" lang="en-US" altLang="zh-CN" b="1" dirty="0">
                <a:solidFill>
                  <a:schemeClr val="bg2"/>
                </a:solidFill>
                <a:latin typeface="Monotype Corsiva" pitchFamily="66" charset="0"/>
              </a:rPr>
              <a:t>F</a:t>
            </a:r>
            <a:r>
              <a:rPr kumimoji="1" lang="en-US" altLang="zh-CN" b="1" dirty="0">
                <a:solidFill>
                  <a:schemeClr val="bg2"/>
                </a:solidFill>
                <a:latin typeface="Times New Roman" pitchFamily="18" charset="0"/>
              </a:rPr>
              <a:t>(U</a:t>
            </a:r>
            <a:r>
              <a:rPr kumimoji="1" lang="en-US" altLang="en-US" b="1" dirty="0">
                <a:solidFill>
                  <a:schemeClr val="bg2"/>
                </a:solidFill>
                <a:latin typeface="Times New Roman" pitchFamily="18" charset="0"/>
              </a:rPr>
              <a:t>×</a:t>
            </a:r>
            <a:r>
              <a:rPr kumimoji="1" lang="en-US" altLang="zh-CN" b="1" dirty="0">
                <a:solidFill>
                  <a:schemeClr val="bg2"/>
                </a:solidFill>
                <a:latin typeface="Times New Roman" pitchFamily="18" charset="0"/>
              </a:rPr>
              <a:t>V)</a:t>
            </a:r>
          </a:p>
          <a:p>
            <a:pPr eaLnBrk="1" hangingPunct="1">
              <a:lnSpc>
                <a:spcPct val="95000"/>
              </a:lnSpc>
              <a:buNone/>
            </a:pPr>
            <a:r>
              <a:rPr kumimoji="1" lang="zh-CN" altLang="en-US" dirty="0">
                <a:solidFill>
                  <a:schemeClr val="bg2"/>
                </a:solidFill>
                <a:latin typeface="Times New Roman" pitchFamily="18" charset="0"/>
                <a:ea typeface="黑体" pitchFamily="2" charset="-122"/>
              </a:rPr>
              <a:t>  使对</a:t>
            </a:r>
            <a:r>
              <a:rPr kumimoji="1" lang="zh-CN" altLang="en-US" dirty="0">
                <a:solidFill>
                  <a:schemeClr val="bg2"/>
                </a:solidFill>
                <a:ea typeface="黑体" pitchFamily="2" charset="-122"/>
                <a:sym typeface="Symbol" pitchFamily="18" charset="2"/>
              </a:rPr>
              <a:t></a:t>
            </a:r>
            <a:r>
              <a:rPr kumimoji="1" lang="en-US" altLang="zh-CN" dirty="0" err="1">
                <a:solidFill>
                  <a:schemeClr val="bg2"/>
                </a:solidFill>
                <a:ea typeface="黑体" pitchFamily="2" charset="-122"/>
                <a:sym typeface="Symbol" pitchFamily="18" charset="2"/>
              </a:rPr>
              <a:t>u</a:t>
            </a:r>
            <a:r>
              <a:rPr kumimoji="1" lang="en-US" altLang="en-US" b="1" dirty="0" err="1">
                <a:solidFill>
                  <a:schemeClr val="bg2"/>
                </a:solidFill>
                <a:latin typeface="Times New Roman" pitchFamily="18" charset="0"/>
                <a:sym typeface="Symbol" panose="05050102010706020507" pitchFamily="18" charset="2"/>
              </a:rPr>
              <a:t></a:t>
            </a:r>
            <a:r>
              <a:rPr kumimoji="1" lang="en-US" altLang="zh-CN" dirty="0" err="1">
                <a:solidFill>
                  <a:schemeClr val="bg2"/>
                </a:solidFill>
                <a:ea typeface="黑体" pitchFamily="2" charset="-122"/>
              </a:rPr>
              <a:t>U</a:t>
            </a:r>
            <a:r>
              <a:rPr kumimoji="1" lang="en-US" altLang="zh-CN" dirty="0">
                <a:solidFill>
                  <a:schemeClr val="bg2"/>
                </a:solidFill>
                <a:ea typeface="黑体" pitchFamily="2" charset="-122"/>
              </a:rPr>
              <a:t>, </a:t>
            </a:r>
            <a:r>
              <a:rPr kumimoji="1" lang="zh-CN" altLang="en-US" dirty="0">
                <a:solidFill>
                  <a:schemeClr val="bg2"/>
                </a:solidFill>
                <a:ea typeface="黑体" pitchFamily="2" charset="-122"/>
              </a:rPr>
              <a:t>都有    </a:t>
            </a:r>
            <a:r>
              <a:rPr kumimoji="1" lang="en-US" altLang="zh-CN" b="1" dirty="0" err="1">
                <a:solidFill>
                  <a:srgbClr val="F72603"/>
                </a:solidFill>
              </a:rPr>
              <a:t>R</a:t>
            </a:r>
            <a:r>
              <a:rPr kumimoji="1" lang="en-US" altLang="zh-CN" b="1" i="1" baseline="-25000" dirty="0" err="1">
                <a:solidFill>
                  <a:srgbClr val="F72603"/>
                </a:solidFill>
                <a:latin typeface="Times New Roman" panose="02020603050405020304" pitchFamily="18" charset="0"/>
                <a:cs typeface="Times New Roman" panose="02020603050405020304" pitchFamily="18" charset="0"/>
              </a:rPr>
              <a:t>f</a:t>
            </a:r>
            <a:r>
              <a:rPr kumimoji="1" lang="en-US" altLang="zh-CN" b="1" dirty="0" err="1">
                <a:solidFill>
                  <a:srgbClr val="F72603"/>
                </a:solidFill>
              </a:rPr>
              <a:t>|</a:t>
            </a:r>
            <a:r>
              <a:rPr kumimoji="1" lang="en-US" altLang="zh-CN" b="1" baseline="-25000" dirty="0" err="1">
                <a:solidFill>
                  <a:srgbClr val="F72603"/>
                </a:solidFill>
              </a:rPr>
              <a:t>u</a:t>
            </a:r>
            <a:r>
              <a:rPr kumimoji="1" lang="en-US" altLang="zh-CN" b="1" dirty="0">
                <a:solidFill>
                  <a:srgbClr val="F72603"/>
                </a:solidFill>
              </a:rPr>
              <a:t>=</a:t>
            </a:r>
            <a:r>
              <a:rPr kumimoji="1" lang="en-US" altLang="zh-CN" b="1" dirty="0">
                <a:solidFill>
                  <a:srgbClr val="008000"/>
                </a:solidFill>
                <a:latin typeface="Monotype Corsiva" pitchFamily="66" charset="0"/>
              </a:rPr>
              <a:t> </a:t>
            </a:r>
            <a:r>
              <a:rPr kumimoji="1" lang="en-US" altLang="zh-CN" b="1" dirty="0">
                <a:solidFill>
                  <a:srgbClr val="FF0000"/>
                </a:solidFill>
                <a:latin typeface="Monotype Corsiva" pitchFamily="66" charset="0"/>
              </a:rPr>
              <a:t>f</a:t>
            </a:r>
            <a:r>
              <a:rPr kumimoji="1" lang="en-US" altLang="zh-CN" b="1" dirty="0">
                <a:solidFill>
                  <a:srgbClr val="008000"/>
                </a:solidFill>
                <a:latin typeface="Monotype Corsiva" pitchFamily="66" charset="0"/>
              </a:rPr>
              <a:t> </a:t>
            </a:r>
            <a:r>
              <a:rPr kumimoji="1" lang="en-US" altLang="zh-CN" b="1" dirty="0">
                <a:solidFill>
                  <a:srgbClr val="F72603"/>
                </a:solidFill>
              </a:rPr>
              <a:t>(u)</a:t>
            </a:r>
          </a:p>
        </p:txBody>
      </p:sp>
      <p:sp>
        <p:nvSpPr>
          <p:cNvPr id="91142" name="Text Box 6"/>
          <p:cNvSpPr txBox="1">
            <a:spLocks noChangeArrowheads="1"/>
          </p:cNvSpPr>
          <p:nvPr/>
        </p:nvSpPr>
        <p:spPr bwMode="auto">
          <a:xfrm>
            <a:off x="839416" y="5930756"/>
            <a:ext cx="10657184" cy="946150"/>
          </a:xfrm>
          <a:prstGeom prst="rect">
            <a:avLst/>
          </a:prstGeom>
          <a:solidFill>
            <a:srgbClr val="BDFB9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2800" b="1" dirty="0">
                <a:solidFill>
                  <a:srgbClr val="F72603"/>
                </a:solidFill>
                <a:ea typeface="楷体_GB2312" pitchFamily="49" charset="-122"/>
              </a:rPr>
              <a:t>可见，</a:t>
            </a:r>
            <a:r>
              <a:rPr kumimoji="1" lang="en-US" altLang="zh-CN" sz="2800" b="1" dirty="0">
                <a:solidFill>
                  <a:srgbClr val="F72603"/>
                </a:solidFill>
                <a:ea typeface="楷体_GB2312" pitchFamily="49" charset="-122"/>
              </a:rPr>
              <a:t>U</a:t>
            </a:r>
            <a:r>
              <a:rPr kumimoji="1" lang="en-US" altLang="en-US" sz="2800" b="1" dirty="0">
                <a:solidFill>
                  <a:srgbClr val="F72603"/>
                </a:solidFill>
                <a:ea typeface="楷体_GB2312" pitchFamily="49" charset="-122"/>
              </a:rPr>
              <a:t>×</a:t>
            </a:r>
            <a:r>
              <a:rPr kumimoji="1" lang="en-US" altLang="zh-CN" sz="2800" b="1" dirty="0">
                <a:solidFill>
                  <a:srgbClr val="F72603"/>
                </a:solidFill>
                <a:ea typeface="楷体_GB2312" pitchFamily="49" charset="-122"/>
              </a:rPr>
              <a:t>V</a:t>
            </a:r>
            <a:r>
              <a:rPr kumimoji="1" lang="zh-CN" altLang="en-US" sz="2800" b="1" dirty="0">
                <a:solidFill>
                  <a:srgbClr val="F72603"/>
                </a:solidFill>
                <a:ea typeface="楷体_GB2312" pitchFamily="49" charset="-122"/>
              </a:rPr>
              <a:t>上的</a:t>
            </a:r>
            <a:r>
              <a:rPr kumimoji="1" lang="en-US" altLang="zh-CN" sz="2800" b="1" dirty="0">
                <a:solidFill>
                  <a:srgbClr val="F72603"/>
                </a:solidFill>
                <a:ea typeface="楷体_GB2312" pitchFamily="49" charset="-122"/>
              </a:rPr>
              <a:t>F</a:t>
            </a:r>
            <a:r>
              <a:rPr kumimoji="1" lang="zh-CN" altLang="en-US" sz="2800" b="1" dirty="0">
                <a:solidFill>
                  <a:srgbClr val="F72603"/>
                </a:solidFill>
                <a:ea typeface="楷体_GB2312" pitchFamily="49" charset="-122"/>
              </a:rPr>
              <a:t>关系与</a:t>
            </a:r>
            <a:r>
              <a:rPr kumimoji="1" lang="en-US" altLang="zh-CN" sz="2800" b="1" dirty="0">
                <a:solidFill>
                  <a:srgbClr val="F72603"/>
                </a:solidFill>
                <a:ea typeface="楷体_GB2312" pitchFamily="49" charset="-122"/>
              </a:rPr>
              <a:t>U</a:t>
            </a:r>
            <a:r>
              <a:rPr kumimoji="1" lang="zh-CN" altLang="en-US" sz="2800" b="1" dirty="0">
                <a:solidFill>
                  <a:srgbClr val="F72603"/>
                </a:solidFill>
                <a:ea typeface="楷体_GB2312" pitchFamily="49" charset="-122"/>
              </a:rPr>
              <a:t>到</a:t>
            </a:r>
            <a:r>
              <a:rPr kumimoji="1" lang="en-US" altLang="zh-CN" sz="2800" b="1" dirty="0">
                <a:solidFill>
                  <a:srgbClr val="F72603"/>
                </a:solidFill>
                <a:ea typeface="楷体_GB2312" pitchFamily="49" charset="-122"/>
              </a:rPr>
              <a:t>V</a:t>
            </a:r>
            <a:r>
              <a:rPr kumimoji="1" lang="zh-CN" altLang="en-US" sz="2800" b="1" dirty="0">
                <a:solidFill>
                  <a:srgbClr val="F72603"/>
                </a:solidFill>
                <a:ea typeface="楷体_GB2312" pitchFamily="49" charset="-122"/>
              </a:rPr>
              <a:t>的</a:t>
            </a:r>
            <a:r>
              <a:rPr kumimoji="1" lang="en-US" altLang="zh-CN" sz="2800" b="1" dirty="0">
                <a:solidFill>
                  <a:srgbClr val="F72603"/>
                </a:solidFill>
                <a:ea typeface="楷体_GB2312" pitchFamily="49" charset="-122"/>
              </a:rPr>
              <a:t>F</a:t>
            </a:r>
            <a:r>
              <a:rPr kumimoji="1" lang="zh-CN" altLang="en-US" sz="2800" b="1" dirty="0">
                <a:solidFill>
                  <a:srgbClr val="F72603"/>
                </a:solidFill>
                <a:ea typeface="楷体_GB2312" pitchFamily="49" charset="-122"/>
              </a:rPr>
              <a:t>映射之间有一一对应关系，甚至有时把</a:t>
            </a:r>
            <a:r>
              <a:rPr kumimoji="1" lang="en-US" altLang="zh-CN" sz="2800" b="1" dirty="0">
                <a:solidFill>
                  <a:srgbClr val="F72603"/>
                </a:solidFill>
                <a:ea typeface="楷体_GB2312" pitchFamily="49" charset="-122"/>
              </a:rPr>
              <a:t>F</a:t>
            </a:r>
            <a:r>
              <a:rPr kumimoji="1" lang="zh-CN" altLang="en-US" sz="2800" b="1" dirty="0">
                <a:solidFill>
                  <a:srgbClr val="F72603"/>
                </a:solidFill>
                <a:ea typeface="楷体_GB2312" pitchFamily="49" charset="-122"/>
              </a:rPr>
              <a:t>关系看成是</a:t>
            </a:r>
            <a:r>
              <a:rPr kumimoji="1" lang="en-US" altLang="zh-CN" sz="2800" b="1" dirty="0">
                <a:solidFill>
                  <a:srgbClr val="F72603"/>
                </a:solidFill>
                <a:ea typeface="楷体_GB2312" pitchFamily="49" charset="-122"/>
              </a:rPr>
              <a:t>F</a:t>
            </a:r>
            <a:r>
              <a:rPr kumimoji="1" lang="zh-CN" altLang="en-US" sz="2800" b="1" dirty="0">
                <a:solidFill>
                  <a:srgbClr val="F72603"/>
                </a:solidFill>
                <a:ea typeface="楷体_GB2312" pitchFamily="49" charset="-122"/>
              </a:rPr>
              <a:t>映射。反之亦然。</a:t>
            </a:r>
          </a:p>
        </p:txBody>
      </p:sp>
      <p:sp>
        <p:nvSpPr>
          <p:cNvPr id="2" name="灯片编号占位符 1">
            <a:extLst>
              <a:ext uri="{FF2B5EF4-FFF2-40B4-BE49-F238E27FC236}">
                <a16:creationId xmlns:a16="http://schemas.microsoft.com/office/drawing/2014/main" id="{A7916C0D-1C62-C3DE-8AEF-2CFA0DE1E5A5}"/>
              </a:ext>
            </a:extLst>
          </p:cNvPr>
          <p:cNvSpPr>
            <a:spLocks noGrp="1"/>
          </p:cNvSpPr>
          <p:nvPr>
            <p:ph type="sldNum" sz="quarter" idx="11"/>
          </p:nvPr>
        </p:nvSpPr>
        <p:spPr/>
        <p:txBody>
          <a:bodyPr/>
          <a:lstStyle/>
          <a:p>
            <a:pPr>
              <a:defRPr/>
            </a:pPr>
            <a:fld id="{EF24B7D7-F746-4E05-9A11-DD4FB4529D5B}" type="slidenum">
              <a:rPr lang="en-US" altLang="zh-CN" smtClean="0"/>
              <a:pPr>
                <a:defRPr/>
              </a:pPr>
              <a:t>11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wipe(left)">
                                      <p:cBhvr>
                                        <p:cTn id="7" dur="500"/>
                                        <p:tgtEl>
                                          <p:spTgt spid="911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39">
                                            <p:txEl>
                                              <p:pRg st="1" end="1"/>
                                            </p:txEl>
                                          </p:spTgt>
                                        </p:tgtEl>
                                        <p:attrNameLst>
                                          <p:attrName>style.visibility</p:attrName>
                                        </p:attrNameLst>
                                      </p:cBhvr>
                                      <p:to>
                                        <p:strVal val="visible"/>
                                      </p:to>
                                    </p:set>
                                    <p:animEffect transition="in" filter="wipe(left)">
                                      <p:cBhvr>
                                        <p:cTn id="12" dur="500"/>
                                        <p:tgtEl>
                                          <p:spTgt spid="911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1139">
                                            <p:txEl>
                                              <p:pRg st="2" end="2"/>
                                            </p:txEl>
                                          </p:spTgt>
                                        </p:tgtEl>
                                        <p:attrNameLst>
                                          <p:attrName>style.visibility</p:attrName>
                                        </p:attrNameLst>
                                      </p:cBhvr>
                                      <p:to>
                                        <p:strVal val="visible"/>
                                      </p:to>
                                    </p:set>
                                    <p:animEffect transition="in" filter="wipe(left)">
                                      <p:cBhvr>
                                        <p:cTn id="17" dur="500"/>
                                        <p:tgtEl>
                                          <p:spTgt spid="911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1139">
                                            <p:txEl>
                                              <p:pRg st="3" end="3"/>
                                            </p:txEl>
                                          </p:spTgt>
                                        </p:tgtEl>
                                        <p:attrNameLst>
                                          <p:attrName>style.visibility</p:attrName>
                                        </p:attrNameLst>
                                      </p:cBhvr>
                                      <p:to>
                                        <p:strVal val="visible"/>
                                      </p:to>
                                    </p:set>
                                    <p:animEffect transition="in" filter="wipe(left)">
                                      <p:cBhvr>
                                        <p:cTn id="22" dur="500"/>
                                        <p:tgtEl>
                                          <p:spTgt spid="911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1139">
                                            <p:txEl>
                                              <p:pRg st="4" end="4"/>
                                            </p:txEl>
                                          </p:spTgt>
                                        </p:tgtEl>
                                        <p:attrNameLst>
                                          <p:attrName>style.visibility</p:attrName>
                                        </p:attrNameLst>
                                      </p:cBhvr>
                                      <p:to>
                                        <p:strVal val="visible"/>
                                      </p:to>
                                    </p:set>
                                    <p:animEffect transition="in" filter="wipe(left)">
                                      <p:cBhvr>
                                        <p:cTn id="27" dur="500"/>
                                        <p:tgtEl>
                                          <p:spTgt spid="911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1139">
                                            <p:txEl>
                                              <p:pRg st="5" end="5"/>
                                            </p:txEl>
                                          </p:spTgt>
                                        </p:tgtEl>
                                        <p:attrNameLst>
                                          <p:attrName>style.visibility</p:attrName>
                                        </p:attrNameLst>
                                      </p:cBhvr>
                                      <p:to>
                                        <p:strVal val="visible"/>
                                      </p:to>
                                    </p:set>
                                    <p:animEffect transition="in" filter="wipe(left)">
                                      <p:cBhvr>
                                        <p:cTn id="32" dur="500"/>
                                        <p:tgtEl>
                                          <p:spTgt spid="9113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1139">
                                            <p:txEl>
                                              <p:pRg st="6" end="6"/>
                                            </p:txEl>
                                          </p:spTgt>
                                        </p:tgtEl>
                                        <p:attrNameLst>
                                          <p:attrName>style.visibility</p:attrName>
                                        </p:attrNameLst>
                                      </p:cBhvr>
                                      <p:to>
                                        <p:strVal val="visible"/>
                                      </p:to>
                                    </p:set>
                                    <p:animEffect transition="in" filter="wipe(left)">
                                      <p:cBhvr>
                                        <p:cTn id="37" dur="500"/>
                                        <p:tgtEl>
                                          <p:spTgt spid="9113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1139">
                                            <p:txEl>
                                              <p:pRg st="7" end="7"/>
                                            </p:txEl>
                                          </p:spTgt>
                                        </p:tgtEl>
                                        <p:attrNameLst>
                                          <p:attrName>style.visibility</p:attrName>
                                        </p:attrNameLst>
                                      </p:cBhvr>
                                      <p:to>
                                        <p:strVal val="visible"/>
                                      </p:to>
                                    </p:set>
                                    <p:animEffect transition="in" filter="wipe(left)">
                                      <p:cBhvr>
                                        <p:cTn id="42" dur="500"/>
                                        <p:tgtEl>
                                          <p:spTgt spid="9113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91142"/>
                                        </p:tgtEl>
                                        <p:attrNameLst>
                                          <p:attrName>style.visibility</p:attrName>
                                        </p:attrNameLst>
                                      </p:cBhvr>
                                      <p:to>
                                        <p:strVal val="visible"/>
                                      </p:to>
                                    </p:set>
                                    <p:anim calcmode="lin" valueType="num">
                                      <p:cBhvr additive="base">
                                        <p:cTn id="47" dur="500" fill="hold"/>
                                        <p:tgtEl>
                                          <p:spTgt spid="91142"/>
                                        </p:tgtEl>
                                        <p:attrNameLst>
                                          <p:attrName>ppt_x</p:attrName>
                                        </p:attrNameLst>
                                      </p:cBhvr>
                                      <p:tavLst>
                                        <p:tav tm="0">
                                          <p:val>
                                            <p:strVal val="#ppt_x"/>
                                          </p:val>
                                        </p:tav>
                                        <p:tav tm="100000">
                                          <p:val>
                                            <p:strVal val="#ppt_x"/>
                                          </p:val>
                                        </p:tav>
                                      </p:tavLst>
                                    </p:anim>
                                    <p:anim calcmode="lin" valueType="num">
                                      <p:cBhvr additive="base">
                                        <p:cTn id="48" dur="500" fill="hold"/>
                                        <p:tgtEl>
                                          <p:spTgt spid="911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P spid="9114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992313" y="548680"/>
            <a:ext cx="8229600" cy="863600"/>
          </a:xfrm>
        </p:spPr>
        <p:txBody>
          <a:bodyPr/>
          <a:lstStyle/>
          <a:p>
            <a:pPr algn="ctr" eaLnBrk="1" hangingPunct="1"/>
            <a:r>
              <a:rPr lang="zh-CN" altLang="en-US" dirty="0">
                <a:solidFill>
                  <a:srgbClr val="008000"/>
                </a:solidFill>
                <a:ea typeface="黑体" pitchFamily="2" charset="-122"/>
              </a:rPr>
              <a:t>由</a:t>
            </a:r>
            <a:r>
              <a:rPr lang="en-US" altLang="zh-CN" dirty="0">
                <a:solidFill>
                  <a:srgbClr val="008000"/>
                </a:solidFill>
                <a:ea typeface="黑体" pitchFamily="2" charset="-122"/>
              </a:rPr>
              <a:t>[</a:t>
            </a:r>
            <a:r>
              <a:rPr lang="zh-CN" altLang="en-US" dirty="0">
                <a:solidFill>
                  <a:srgbClr val="008000"/>
                </a:solidFill>
                <a:ea typeface="黑体" pitchFamily="2" charset="-122"/>
              </a:rPr>
              <a:t>定理</a:t>
            </a:r>
            <a:r>
              <a:rPr lang="en-US" altLang="zh-CN" dirty="0">
                <a:solidFill>
                  <a:srgbClr val="008000"/>
                </a:solidFill>
                <a:ea typeface="黑体" pitchFamily="2" charset="-122"/>
              </a:rPr>
              <a:t>1]</a:t>
            </a:r>
            <a:r>
              <a:rPr lang="zh-CN" altLang="en-US" dirty="0">
                <a:solidFill>
                  <a:srgbClr val="008000"/>
                </a:solidFill>
                <a:ea typeface="黑体" pitchFamily="2" charset="-122"/>
              </a:rPr>
              <a:t>可以有下面结论</a:t>
            </a:r>
            <a:r>
              <a:rPr lang="en-US" altLang="zh-CN" dirty="0">
                <a:solidFill>
                  <a:srgbClr val="008000"/>
                </a:solidFill>
                <a:ea typeface="黑体" pitchFamily="2" charset="-122"/>
              </a:rPr>
              <a:t>:</a:t>
            </a:r>
            <a:endParaRPr lang="zh-CN" altLang="en-US" dirty="0">
              <a:solidFill>
                <a:srgbClr val="008000"/>
              </a:solidFill>
              <a:ea typeface="黑体" pitchFamily="2" charset="-122"/>
            </a:endParaRPr>
          </a:p>
        </p:txBody>
      </p:sp>
      <p:sp>
        <p:nvSpPr>
          <p:cNvPr id="16387" name="Rectangle 4"/>
          <p:cNvSpPr>
            <a:spLocks noChangeArrowheads="1"/>
          </p:cNvSpPr>
          <p:nvPr/>
        </p:nvSpPr>
        <p:spPr bwMode="auto">
          <a:xfrm>
            <a:off x="839416" y="1656080"/>
            <a:ext cx="782675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dirty="0">
                <a:latin typeface="宋体" charset="-122"/>
              </a:rPr>
              <a:t> </a:t>
            </a:r>
            <a:r>
              <a:rPr kumimoji="1" lang="zh-CN" altLang="en-US" sz="3200" b="1" dirty="0">
                <a:latin typeface="宋体" charset="-122"/>
              </a:rPr>
              <a:t>设</a:t>
            </a:r>
            <a:r>
              <a:rPr kumimoji="1" lang="en-US" altLang="zh-CN" sz="3200" b="1" i="1" dirty="0">
                <a:latin typeface="Times New Roman" pitchFamily="18" charset="0"/>
              </a:rPr>
              <a:t>U</a:t>
            </a:r>
            <a:r>
              <a:rPr kumimoji="1" lang="en-US" altLang="zh-CN" sz="3200" b="1" dirty="0">
                <a:latin typeface="Times New Roman" pitchFamily="18" charset="0"/>
              </a:rPr>
              <a:t>=</a:t>
            </a:r>
            <a:r>
              <a:rPr kumimoji="1" lang="en-US" altLang="zh-CN" sz="3200" b="1" dirty="0">
                <a:latin typeface="宋体" charset="-122"/>
              </a:rPr>
              <a:t>{</a:t>
            </a:r>
            <a:r>
              <a:rPr kumimoji="1" lang="en-US" altLang="zh-CN" sz="3200" b="1" i="1" dirty="0">
                <a:latin typeface="Times New Roman" pitchFamily="18" charset="0"/>
              </a:rPr>
              <a:t>u</a:t>
            </a:r>
            <a:r>
              <a:rPr kumimoji="1" lang="en-US" altLang="zh-CN" sz="3200" b="1" baseline="-30000" dirty="0">
                <a:latin typeface="Times New Roman" pitchFamily="18" charset="0"/>
              </a:rPr>
              <a:t>1</a:t>
            </a:r>
            <a:r>
              <a:rPr kumimoji="1" lang="en-US" altLang="zh-CN" sz="3200" b="1" dirty="0">
                <a:latin typeface="Times New Roman" pitchFamily="18" charset="0"/>
              </a:rPr>
              <a:t>, </a:t>
            </a:r>
            <a:r>
              <a:rPr kumimoji="1" lang="en-US" altLang="zh-CN" sz="3200" b="1" i="1" dirty="0">
                <a:latin typeface="Times New Roman" pitchFamily="18" charset="0"/>
              </a:rPr>
              <a:t>u</a:t>
            </a:r>
            <a:r>
              <a:rPr kumimoji="1" lang="en-US" altLang="zh-CN" sz="3200" b="1" baseline="-30000" dirty="0">
                <a:latin typeface="Times New Roman" pitchFamily="18" charset="0"/>
              </a:rPr>
              <a:t>2</a:t>
            </a:r>
            <a:r>
              <a:rPr kumimoji="1" lang="en-US" altLang="zh-CN" sz="3200" b="1" dirty="0">
                <a:latin typeface="Times New Roman" pitchFamily="18" charset="0"/>
              </a:rPr>
              <a:t>, … , </a:t>
            </a:r>
            <a:r>
              <a:rPr kumimoji="1" lang="en-US" altLang="zh-CN" sz="3200" b="1" i="1" dirty="0">
                <a:latin typeface="Times New Roman" pitchFamily="18" charset="0"/>
              </a:rPr>
              <a:t>u</a:t>
            </a:r>
            <a:r>
              <a:rPr kumimoji="1" lang="en-US" altLang="zh-CN" sz="3200" b="1" i="1" baseline="-30000" dirty="0">
                <a:latin typeface="Times New Roman" pitchFamily="18" charset="0"/>
              </a:rPr>
              <a:t>n</a:t>
            </a:r>
            <a:r>
              <a:rPr kumimoji="1" lang="en-US" altLang="zh-CN" sz="3200" b="1" dirty="0">
                <a:latin typeface="宋体" charset="-122"/>
              </a:rPr>
              <a:t>},</a:t>
            </a:r>
            <a:r>
              <a:rPr kumimoji="1" lang="en-US" altLang="zh-CN" sz="3200" b="1" i="1" dirty="0">
                <a:latin typeface="Times New Roman" pitchFamily="18" charset="0"/>
              </a:rPr>
              <a:t>V </a:t>
            </a:r>
            <a:r>
              <a:rPr kumimoji="1" lang="en-US" altLang="zh-CN" sz="3200" b="1" dirty="0">
                <a:latin typeface="Times New Roman" pitchFamily="18" charset="0"/>
              </a:rPr>
              <a:t>=</a:t>
            </a:r>
            <a:r>
              <a:rPr kumimoji="1" lang="en-US" altLang="zh-CN" sz="3200" b="1" dirty="0">
                <a:latin typeface="宋体" charset="-122"/>
              </a:rPr>
              <a:t>{</a:t>
            </a:r>
            <a:r>
              <a:rPr kumimoji="1" lang="en-US" altLang="zh-CN" sz="3200" b="1" i="1" dirty="0">
                <a:latin typeface="Times New Roman" pitchFamily="18" charset="0"/>
              </a:rPr>
              <a:t>v</a:t>
            </a:r>
            <a:r>
              <a:rPr kumimoji="1" lang="en-US" altLang="zh-CN" sz="3200" b="1" baseline="-30000" dirty="0">
                <a:latin typeface="Times New Roman" pitchFamily="18" charset="0"/>
              </a:rPr>
              <a:t>1</a:t>
            </a:r>
            <a:r>
              <a:rPr kumimoji="1" lang="en-US" altLang="zh-CN" sz="3200" b="1" dirty="0">
                <a:latin typeface="Times New Roman" pitchFamily="18" charset="0"/>
              </a:rPr>
              <a:t>, </a:t>
            </a:r>
            <a:r>
              <a:rPr kumimoji="1" lang="en-US" altLang="zh-CN" sz="3200" b="1" i="1" dirty="0">
                <a:latin typeface="Times New Roman" pitchFamily="18" charset="0"/>
              </a:rPr>
              <a:t>v</a:t>
            </a:r>
            <a:r>
              <a:rPr kumimoji="1" lang="en-US" altLang="zh-CN" sz="3200" b="1" baseline="-30000" dirty="0">
                <a:latin typeface="Times New Roman" pitchFamily="18" charset="0"/>
              </a:rPr>
              <a:t>2</a:t>
            </a:r>
            <a:r>
              <a:rPr kumimoji="1" lang="en-US" altLang="zh-CN" sz="3200" b="1" dirty="0">
                <a:latin typeface="Times New Roman" pitchFamily="18" charset="0"/>
              </a:rPr>
              <a:t>, … , </a:t>
            </a:r>
            <a:r>
              <a:rPr kumimoji="1" lang="en-US" altLang="zh-CN" sz="3200" b="1" i="1" dirty="0" err="1">
                <a:latin typeface="Times New Roman" pitchFamily="18" charset="0"/>
              </a:rPr>
              <a:t>v</a:t>
            </a:r>
            <a:r>
              <a:rPr kumimoji="1" lang="en-US" altLang="zh-CN" sz="3200" b="1" i="1" baseline="-30000" dirty="0" err="1">
                <a:latin typeface="Times New Roman" pitchFamily="18" charset="0"/>
              </a:rPr>
              <a:t>m</a:t>
            </a:r>
            <a:r>
              <a:rPr kumimoji="1" lang="en-US" altLang="zh-CN" sz="3200" b="1" dirty="0">
                <a:latin typeface="宋体" charset="-122"/>
              </a:rPr>
              <a:t>},</a:t>
            </a:r>
          </a:p>
        </p:txBody>
      </p:sp>
      <p:sp>
        <p:nvSpPr>
          <p:cNvPr id="95238" name="Rectangle 6"/>
          <p:cNvSpPr>
            <a:spLocks noChangeArrowheads="1"/>
          </p:cNvSpPr>
          <p:nvPr/>
        </p:nvSpPr>
        <p:spPr bwMode="auto">
          <a:xfrm>
            <a:off x="1127448" y="2737601"/>
            <a:ext cx="9937104" cy="222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accent2"/>
              </a:buClr>
              <a:buSzPct val="80000"/>
              <a:buFont typeface="Wingdings" pitchFamily="2" charset="2"/>
              <a:buNone/>
            </a:pPr>
            <a:r>
              <a:rPr kumimoji="1" lang="en-US" altLang="zh-CN" sz="3200" b="1" dirty="0">
                <a:latin typeface="宋体" charset="-122"/>
              </a:rPr>
              <a:t>    </a:t>
            </a:r>
            <a:r>
              <a:rPr kumimoji="1" lang="en-US" altLang="zh-CN" sz="3200" b="1" dirty="0">
                <a:solidFill>
                  <a:srgbClr val="F72603"/>
                </a:solidFill>
                <a:latin typeface="宋体" charset="-122"/>
              </a:rPr>
              <a:t>(1) </a:t>
            </a:r>
            <a:r>
              <a:rPr kumimoji="1" lang="en-US" altLang="zh-CN" sz="3200" b="1" i="1" dirty="0">
                <a:solidFill>
                  <a:srgbClr val="F72603"/>
                </a:solidFill>
                <a:latin typeface="Times New Roman" pitchFamily="18" charset="0"/>
              </a:rPr>
              <a:t>U </a:t>
            </a:r>
            <a:r>
              <a:rPr kumimoji="1" lang="zh-CN" altLang="en-US" sz="3200" b="1" dirty="0">
                <a:solidFill>
                  <a:srgbClr val="F72603"/>
                </a:solidFill>
                <a:latin typeface="Times New Roman" pitchFamily="18" charset="0"/>
              </a:rPr>
              <a:t>到</a:t>
            </a:r>
            <a:r>
              <a:rPr kumimoji="1" lang="en-US" altLang="zh-CN" sz="3200" b="1" i="1" dirty="0">
                <a:solidFill>
                  <a:srgbClr val="F72603"/>
                </a:solidFill>
                <a:latin typeface="Times New Roman" pitchFamily="18" charset="0"/>
              </a:rPr>
              <a:t>V </a:t>
            </a:r>
            <a:r>
              <a:rPr kumimoji="1" lang="zh-CN" altLang="en-US" sz="3200" b="1" dirty="0">
                <a:solidFill>
                  <a:srgbClr val="F72603"/>
                </a:solidFill>
                <a:latin typeface="Times New Roman" pitchFamily="18" charset="0"/>
              </a:rPr>
              <a:t>的任一个</a:t>
            </a:r>
            <a:r>
              <a:rPr kumimoji="1" lang="en-US" altLang="zh-CN" sz="3200" b="1" dirty="0">
                <a:solidFill>
                  <a:srgbClr val="F72603"/>
                </a:solidFill>
                <a:latin typeface="Times New Roman" pitchFamily="18" charset="0"/>
              </a:rPr>
              <a:t>F</a:t>
            </a:r>
            <a:r>
              <a:rPr kumimoji="1" lang="zh-CN" altLang="en-US" sz="3200" b="1" dirty="0">
                <a:solidFill>
                  <a:srgbClr val="F72603"/>
                </a:solidFill>
                <a:latin typeface="Times New Roman" pitchFamily="18" charset="0"/>
              </a:rPr>
              <a:t>映射 </a:t>
            </a:r>
            <a:r>
              <a:rPr kumimoji="1" lang="en-US" altLang="zh-CN" sz="3200" b="1" i="1" dirty="0">
                <a:solidFill>
                  <a:srgbClr val="F72603"/>
                </a:solidFill>
                <a:latin typeface="Monotype Corsiva" pitchFamily="66" charset="0"/>
                <a:ea typeface="Dotum" pitchFamily="34" charset="-127"/>
              </a:rPr>
              <a:t>f  </a:t>
            </a:r>
            <a:r>
              <a:rPr kumimoji="1" lang="zh-CN" altLang="en-US" sz="3200" b="1" dirty="0">
                <a:solidFill>
                  <a:srgbClr val="F72603"/>
                </a:solidFill>
                <a:latin typeface="Times New Roman" pitchFamily="18" charset="0"/>
              </a:rPr>
              <a:t>可唯一确定</a:t>
            </a:r>
            <a:r>
              <a:rPr kumimoji="1" lang="en-US" altLang="zh-CN" sz="3200" b="1" i="1" dirty="0">
                <a:solidFill>
                  <a:srgbClr val="F72603"/>
                </a:solidFill>
                <a:latin typeface="Times New Roman" pitchFamily="18" charset="0"/>
              </a:rPr>
              <a:t>U </a:t>
            </a:r>
            <a:r>
              <a:rPr kumimoji="1" lang="zh-CN" altLang="en-US" sz="3200" b="1" dirty="0">
                <a:solidFill>
                  <a:srgbClr val="F72603"/>
                </a:solidFill>
                <a:latin typeface="Times New Roman" pitchFamily="18" charset="0"/>
              </a:rPr>
              <a:t>到</a:t>
            </a:r>
            <a:r>
              <a:rPr kumimoji="1" lang="en-US" altLang="zh-CN" sz="3200" b="1" i="1" dirty="0">
                <a:solidFill>
                  <a:srgbClr val="F72603"/>
                </a:solidFill>
                <a:latin typeface="Times New Roman" pitchFamily="18" charset="0"/>
              </a:rPr>
              <a:t>V </a:t>
            </a:r>
            <a:r>
              <a:rPr kumimoji="1" lang="zh-CN" altLang="en-US" sz="3200" b="1" dirty="0">
                <a:solidFill>
                  <a:srgbClr val="F72603"/>
                </a:solidFill>
                <a:latin typeface="Times New Roman" pitchFamily="18" charset="0"/>
              </a:rPr>
              <a:t>的一个</a:t>
            </a:r>
            <a:r>
              <a:rPr kumimoji="1" lang="en-US" altLang="zh-CN" sz="3200" b="1" dirty="0">
                <a:solidFill>
                  <a:srgbClr val="F72603"/>
                </a:solidFill>
                <a:latin typeface="Times New Roman" pitchFamily="18" charset="0"/>
              </a:rPr>
              <a:t>F</a:t>
            </a:r>
            <a:r>
              <a:rPr kumimoji="1" lang="zh-CN" altLang="en-US" sz="3200" b="1" dirty="0">
                <a:solidFill>
                  <a:srgbClr val="F72603"/>
                </a:solidFill>
                <a:latin typeface="Times New Roman" pitchFamily="18" charset="0"/>
              </a:rPr>
              <a:t>关系 </a:t>
            </a:r>
            <a:r>
              <a:rPr kumimoji="1" lang="en-US" altLang="zh-CN" sz="3200" b="1" i="1" dirty="0" err="1">
                <a:solidFill>
                  <a:srgbClr val="F72603"/>
                </a:solidFill>
                <a:latin typeface="Times New Roman" pitchFamily="18" charset="0"/>
              </a:rPr>
              <a:t>R</a:t>
            </a:r>
            <a:r>
              <a:rPr kumimoji="1" lang="en-US" altLang="zh-CN" sz="3200" b="1" i="1" baseline="-30000" dirty="0" err="1">
                <a:solidFill>
                  <a:srgbClr val="F72603"/>
                </a:solidFill>
                <a:latin typeface="Monotype Corsiva" pitchFamily="66" charset="0"/>
              </a:rPr>
              <a:t>f</a:t>
            </a:r>
            <a:r>
              <a:rPr kumimoji="1" lang="en-US" altLang="zh-CN" sz="3200" b="1" dirty="0">
                <a:solidFill>
                  <a:srgbClr val="F72603"/>
                </a:solidFill>
                <a:latin typeface="宋体" charset="-122"/>
              </a:rPr>
              <a:t> </a:t>
            </a:r>
            <a:r>
              <a:rPr kumimoji="1" lang="zh-CN" altLang="en-US" sz="3200" b="1" dirty="0">
                <a:solidFill>
                  <a:srgbClr val="F72603"/>
                </a:solidFill>
                <a:latin typeface="宋体" charset="-122"/>
              </a:rPr>
              <a:t>；</a:t>
            </a:r>
          </a:p>
          <a:p>
            <a:pPr>
              <a:spcBef>
                <a:spcPct val="20000"/>
              </a:spcBef>
              <a:buClr>
                <a:schemeClr val="accent2"/>
              </a:buClr>
              <a:buSzPct val="80000"/>
              <a:buFont typeface="Wingdings" pitchFamily="2" charset="2"/>
              <a:buNone/>
            </a:pPr>
            <a:r>
              <a:rPr kumimoji="1" lang="zh-CN" altLang="en-US" sz="3200" b="1" dirty="0">
                <a:solidFill>
                  <a:srgbClr val="F72603"/>
                </a:solidFill>
                <a:latin typeface="宋体" charset="-122"/>
              </a:rPr>
              <a:t>    </a:t>
            </a:r>
            <a:r>
              <a:rPr kumimoji="1" lang="en-US" altLang="zh-CN" sz="3200" b="1" dirty="0">
                <a:solidFill>
                  <a:srgbClr val="F72603"/>
                </a:solidFill>
                <a:latin typeface="宋体" charset="-122"/>
              </a:rPr>
              <a:t>(2) </a:t>
            </a:r>
            <a:r>
              <a:rPr kumimoji="1" lang="en-US" altLang="zh-CN" sz="3200" b="1" i="1" dirty="0">
                <a:solidFill>
                  <a:srgbClr val="F72603"/>
                </a:solidFill>
                <a:latin typeface="Times New Roman" pitchFamily="18" charset="0"/>
              </a:rPr>
              <a:t>U </a:t>
            </a:r>
            <a:r>
              <a:rPr kumimoji="1" lang="zh-CN" altLang="en-US" sz="3200" b="1" dirty="0">
                <a:solidFill>
                  <a:srgbClr val="F72603"/>
                </a:solidFill>
                <a:latin typeface="Times New Roman" pitchFamily="18" charset="0"/>
              </a:rPr>
              <a:t>到</a:t>
            </a:r>
            <a:r>
              <a:rPr kumimoji="1" lang="en-US" altLang="zh-CN" sz="3200" b="1" i="1" dirty="0">
                <a:solidFill>
                  <a:srgbClr val="F72603"/>
                </a:solidFill>
                <a:latin typeface="Times New Roman" pitchFamily="18" charset="0"/>
              </a:rPr>
              <a:t>V </a:t>
            </a:r>
            <a:r>
              <a:rPr kumimoji="1" lang="zh-CN" altLang="en-US" sz="3200" b="1" dirty="0">
                <a:solidFill>
                  <a:srgbClr val="F72603"/>
                </a:solidFill>
                <a:latin typeface="Times New Roman" pitchFamily="18" charset="0"/>
              </a:rPr>
              <a:t>的任一个</a:t>
            </a:r>
            <a:r>
              <a:rPr kumimoji="1" lang="en-US" altLang="zh-CN" sz="3200" b="1" dirty="0">
                <a:solidFill>
                  <a:srgbClr val="F72603"/>
                </a:solidFill>
                <a:latin typeface="Times New Roman" pitchFamily="18" charset="0"/>
              </a:rPr>
              <a:t>F</a:t>
            </a:r>
            <a:r>
              <a:rPr kumimoji="1" lang="zh-CN" altLang="en-US" sz="3200" b="1" dirty="0">
                <a:solidFill>
                  <a:srgbClr val="F72603"/>
                </a:solidFill>
                <a:latin typeface="Times New Roman" pitchFamily="18" charset="0"/>
              </a:rPr>
              <a:t>关系</a:t>
            </a:r>
            <a:r>
              <a:rPr kumimoji="1" lang="en-US" altLang="zh-CN" sz="3200" b="1" i="1" dirty="0">
                <a:solidFill>
                  <a:srgbClr val="F72603"/>
                </a:solidFill>
                <a:latin typeface="Times New Roman" pitchFamily="18" charset="0"/>
              </a:rPr>
              <a:t>R</a:t>
            </a:r>
            <a:r>
              <a:rPr kumimoji="1" lang="zh-CN" altLang="en-US" sz="3200" b="1" dirty="0">
                <a:solidFill>
                  <a:srgbClr val="F72603"/>
                </a:solidFill>
                <a:latin typeface="Times New Roman" pitchFamily="18" charset="0"/>
              </a:rPr>
              <a:t>可唯一确定</a:t>
            </a:r>
            <a:r>
              <a:rPr kumimoji="1" lang="en-US" altLang="zh-CN" sz="3200" b="1" i="1" dirty="0">
                <a:solidFill>
                  <a:srgbClr val="F72603"/>
                </a:solidFill>
                <a:latin typeface="Times New Roman" pitchFamily="18" charset="0"/>
              </a:rPr>
              <a:t>U </a:t>
            </a:r>
            <a:r>
              <a:rPr kumimoji="1" lang="zh-CN" altLang="en-US" sz="3200" b="1" dirty="0">
                <a:solidFill>
                  <a:srgbClr val="F72603"/>
                </a:solidFill>
                <a:latin typeface="Times New Roman" pitchFamily="18" charset="0"/>
              </a:rPr>
              <a:t>到</a:t>
            </a:r>
            <a:r>
              <a:rPr kumimoji="1" lang="en-US" altLang="zh-CN" sz="3200" b="1" i="1" dirty="0">
                <a:solidFill>
                  <a:srgbClr val="F72603"/>
                </a:solidFill>
                <a:latin typeface="Times New Roman" pitchFamily="18" charset="0"/>
              </a:rPr>
              <a:t>V</a:t>
            </a:r>
            <a:r>
              <a:rPr kumimoji="1" lang="zh-CN" altLang="en-US" sz="3200" b="1" dirty="0">
                <a:solidFill>
                  <a:srgbClr val="F72603"/>
                </a:solidFill>
                <a:latin typeface="Times New Roman" pitchFamily="18" charset="0"/>
              </a:rPr>
              <a:t>的一个</a:t>
            </a:r>
            <a:r>
              <a:rPr kumimoji="1" lang="en-US" altLang="zh-CN" sz="3200" b="1" dirty="0">
                <a:solidFill>
                  <a:srgbClr val="F72603"/>
                </a:solidFill>
                <a:latin typeface="Times New Roman" pitchFamily="18" charset="0"/>
              </a:rPr>
              <a:t>F</a:t>
            </a:r>
            <a:r>
              <a:rPr kumimoji="1" lang="zh-CN" altLang="en-US" sz="3200" b="1" dirty="0">
                <a:solidFill>
                  <a:srgbClr val="F72603"/>
                </a:solidFill>
                <a:latin typeface="Times New Roman" pitchFamily="18" charset="0"/>
              </a:rPr>
              <a:t>映射 </a:t>
            </a:r>
            <a:r>
              <a:rPr lang="en-US" altLang="zh-CN" sz="3200" b="1" i="1" dirty="0" err="1">
                <a:solidFill>
                  <a:srgbClr val="F72603"/>
                </a:solidFill>
                <a:latin typeface="Monotype Corsiva" pitchFamily="66" charset="0"/>
              </a:rPr>
              <a:t>f</a:t>
            </a:r>
            <a:r>
              <a:rPr kumimoji="1" lang="en-US" altLang="zh-CN" sz="3200" b="1" i="1" baseline="-30000" dirty="0" err="1">
                <a:solidFill>
                  <a:srgbClr val="F72603"/>
                </a:solidFill>
                <a:latin typeface="Times New Roman" pitchFamily="18" charset="0"/>
              </a:rPr>
              <a:t>R</a:t>
            </a:r>
            <a:r>
              <a:rPr kumimoji="1" lang="en-US" altLang="zh-CN" sz="3200" b="1" dirty="0">
                <a:solidFill>
                  <a:srgbClr val="F72603"/>
                </a:solidFill>
                <a:latin typeface="宋体" charset="-122"/>
              </a:rPr>
              <a:t> .</a:t>
            </a:r>
          </a:p>
        </p:txBody>
      </p:sp>
      <p:sp>
        <p:nvSpPr>
          <p:cNvPr id="95240" name="Text Box 8"/>
          <p:cNvSpPr txBox="1">
            <a:spLocks noChangeArrowheads="1"/>
          </p:cNvSpPr>
          <p:nvPr/>
        </p:nvSpPr>
        <p:spPr bwMode="auto">
          <a:xfrm>
            <a:off x="2279576" y="4801816"/>
            <a:ext cx="698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spcBef>
                <a:spcPct val="50000"/>
              </a:spcBef>
            </a:pPr>
            <a:r>
              <a:rPr lang="en-US" altLang="zh-CN" sz="3600" b="1" i="1" dirty="0" err="1">
                <a:solidFill>
                  <a:srgbClr val="0000EA"/>
                </a:solidFill>
              </a:rPr>
              <a:t>R</a:t>
            </a:r>
            <a:r>
              <a:rPr lang="en-US" altLang="zh-CN" sz="3600" b="1" baseline="-25000" dirty="0" err="1">
                <a:solidFill>
                  <a:srgbClr val="0000EA"/>
                </a:solidFill>
                <a:latin typeface="Monotype Corsiva" pitchFamily="66" charset="0"/>
              </a:rPr>
              <a:t>f</a:t>
            </a:r>
            <a:r>
              <a:rPr lang="en-US" altLang="zh-CN" sz="3600" b="1" dirty="0">
                <a:solidFill>
                  <a:srgbClr val="0000EA"/>
                </a:solidFill>
              </a:rPr>
              <a:t> </a:t>
            </a:r>
            <a:r>
              <a:rPr kumimoji="1" lang="en-US" altLang="zh-CN" sz="3600" b="1" dirty="0">
                <a:solidFill>
                  <a:srgbClr val="0000EA"/>
                </a:solidFill>
                <a:sym typeface="Symbol" pitchFamily="18" charset="2"/>
              </a:rPr>
              <a:t></a:t>
            </a:r>
            <a:r>
              <a:rPr lang="en-US" altLang="zh-CN" sz="3600" b="1" dirty="0">
                <a:solidFill>
                  <a:srgbClr val="0000EA"/>
                </a:solidFill>
              </a:rPr>
              <a:t> </a:t>
            </a:r>
            <a:r>
              <a:rPr lang="en-US" altLang="zh-CN" sz="3600" b="1" i="1" dirty="0">
                <a:solidFill>
                  <a:srgbClr val="0000EA"/>
                </a:solidFill>
              </a:rPr>
              <a:t>R</a:t>
            </a:r>
            <a:r>
              <a:rPr lang="en-US" altLang="zh-CN" sz="3600" b="1" dirty="0">
                <a:solidFill>
                  <a:srgbClr val="0000EA"/>
                </a:solidFill>
              </a:rPr>
              <a:t>(</a:t>
            </a:r>
            <a:r>
              <a:rPr lang="en-US" altLang="zh-CN" sz="3600" b="1" i="1" dirty="0">
                <a:solidFill>
                  <a:srgbClr val="0000EA"/>
                </a:solidFill>
              </a:rPr>
              <a:t>u</a:t>
            </a:r>
            <a:r>
              <a:rPr lang="en-US" altLang="zh-CN" sz="3600" b="1" dirty="0">
                <a:solidFill>
                  <a:srgbClr val="0000EA"/>
                </a:solidFill>
              </a:rPr>
              <a:t>, </a:t>
            </a:r>
            <a:r>
              <a:rPr lang="en-US" altLang="zh-CN" sz="3600" b="1" i="1" dirty="0">
                <a:solidFill>
                  <a:srgbClr val="0000EA"/>
                </a:solidFill>
              </a:rPr>
              <a:t>v</a:t>
            </a:r>
            <a:r>
              <a:rPr lang="en-US" altLang="zh-CN" sz="3600" b="1" dirty="0">
                <a:solidFill>
                  <a:srgbClr val="0000EA"/>
                </a:solidFill>
              </a:rPr>
              <a:t>)</a:t>
            </a:r>
          </a:p>
        </p:txBody>
      </p:sp>
      <p:sp>
        <p:nvSpPr>
          <p:cNvPr id="6" name="AutoShape 5">
            <a:extLst>
              <a:ext uri="{FF2B5EF4-FFF2-40B4-BE49-F238E27FC236}">
                <a16:creationId xmlns:a16="http://schemas.microsoft.com/office/drawing/2014/main" id="{02E3160A-2774-4F12-B996-257BB9B59515}"/>
              </a:ext>
            </a:extLst>
          </p:cNvPr>
          <p:cNvSpPr>
            <a:spLocks noChangeArrowheads="1"/>
          </p:cNvSpPr>
          <p:nvPr/>
        </p:nvSpPr>
        <p:spPr bwMode="auto">
          <a:xfrm>
            <a:off x="2011007" y="5640301"/>
            <a:ext cx="7776864" cy="1152698"/>
          </a:xfrm>
          <a:prstGeom prst="wedgeRoundRectCallout">
            <a:avLst>
              <a:gd name="adj1" fmla="val -49695"/>
              <a:gd name="adj2" fmla="val 39302"/>
              <a:gd name="adj3" fmla="val 16667"/>
            </a:avLst>
          </a:prstGeom>
          <a:solidFill>
            <a:srgbClr val="F3FD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dirty="0">
                <a:ea typeface="楷体_GB2312" pitchFamily="49" charset="-122"/>
              </a:rPr>
              <a:t>在不致混淆的情况下，等同使用下面符号：</a:t>
            </a:r>
            <a:endParaRPr lang="en-US" altLang="zh-CN" sz="2800" b="1" dirty="0">
              <a:ea typeface="楷体_GB2312" pitchFamily="49" charset="-122"/>
            </a:endParaRPr>
          </a:p>
          <a:p>
            <a:pPr algn="ctr"/>
            <a:r>
              <a:rPr lang="en-US" altLang="zh-CN" sz="3600" b="1" i="1" dirty="0">
                <a:solidFill>
                  <a:srgbClr val="F72603"/>
                </a:solidFill>
              </a:rPr>
              <a:t>R = R</a:t>
            </a:r>
            <a:r>
              <a:rPr lang="en-US" altLang="zh-CN" sz="3600" b="1" i="1" baseline="-25000" dirty="0">
                <a:solidFill>
                  <a:srgbClr val="F72603"/>
                </a:solidFill>
                <a:latin typeface="Monotype Corsiva" pitchFamily="66" charset="0"/>
              </a:rPr>
              <a:t>f  </a:t>
            </a:r>
            <a:r>
              <a:rPr lang="en-US" altLang="zh-CN" sz="3600" b="1" i="1" dirty="0">
                <a:solidFill>
                  <a:srgbClr val="F72603"/>
                </a:solidFill>
              </a:rPr>
              <a:t>= </a:t>
            </a:r>
            <a:r>
              <a:rPr lang="en-US" altLang="zh-CN" sz="3600" b="1" i="1" dirty="0" err="1">
                <a:solidFill>
                  <a:srgbClr val="F72603"/>
                </a:solidFill>
                <a:latin typeface="Monotype Corsiva" pitchFamily="66" charset="0"/>
              </a:rPr>
              <a:t>f</a:t>
            </a:r>
            <a:r>
              <a:rPr lang="en-US" altLang="zh-CN" sz="3600" b="1" i="1" baseline="-25000" dirty="0" err="1">
                <a:solidFill>
                  <a:srgbClr val="F72603"/>
                </a:solidFill>
              </a:rPr>
              <a:t>R</a:t>
            </a:r>
            <a:r>
              <a:rPr lang="en-US" altLang="zh-CN" sz="3600" b="1" i="1" baseline="-25000" dirty="0">
                <a:solidFill>
                  <a:srgbClr val="F72603"/>
                </a:solidFill>
              </a:rPr>
              <a:t> </a:t>
            </a:r>
            <a:r>
              <a:rPr lang="en-US" altLang="zh-CN" sz="3600" b="1" i="1" dirty="0">
                <a:solidFill>
                  <a:srgbClr val="F72603"/>
                </a:solidFill>
              </a:rPr>
              <a:t>=</a:t>
            </a:r>
            <a:r>
              <a:rPr lang="en-US" altLang="zh-CN" sz="3600" b="1" i="1" dirty="0">
                <a:solidFill>
                  <a:srgbClr val="F72603"/>
                </a:solidFill>
                <a:latin typeface="Monotype Corsiva" pitchFamily="66" charset="0"/>
              </a:rPr>
              <a:t>f</a:t>
            </a:r>
          </a:p>
        </p:txBody>
      </p:sp>
      <p:sp>
        <p:nvSpPr>
          <p:cNvPr id="2" name="灯片编号占位符 1">
            <a:extLst>
              <a:ext uri="{FF2B5EF4-FFF2-40B4-BE49-F238E27FC236}">
                <a16:creationId xmlns:a16="http://schemas.microsoft.com/office/drawing/2014/main" id="{08937825-D98E-A40F-7DF8-AA747C23D334}"/>
              </a:ext>
            </a:extLst>
          </p:cNvPr>
          <p:cNvSpPr>
            <a:spLocks noGrp="1"/>
          </p:cNvSpPr>
          <p:nvPr>
            <p:ph type="sldNum" sz="quarter" idx="11"/>
          </p:nvPr>
        </p:nvSpPr>
        <p:spPr/>
        <p:txBody>
          <a:bodyPr/>
          <a:lstStyle/>
          <a:p>
            <a:pPr>
              <a:defRPr/>
            </a:pPr>
            <a:fld id="{EF24B7D7-F746-4E05-9A11-DD4FB4529D5B}" type="slidenum">
              <a:rPr lang="en-US" altLang="zh-CN" smtClean="0"/>
              <a:pPr>
                <a:defRPr/>
              </a:pPr>
              <a:t>12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5238">
                                            <p:txEl>
                                              <p:pRg st="0" end="0"/>
                                            </p:txEl>
                                          </p:spTgt>
                                        </p:tgtEl>
                                        <p:attrNameLst>
                                          <p:attrName>style.visibility</p:attrName>
                                        </p:attrNameLst>
                                      </p:cBhvr>
                                      <p:to>
                                        <p:strVal val="visible"/>
                                      </p:to>
                                    </p:set>
                                    <p:animEffect transition="in" filter="box(out)">
                                      <p:cBhvr>
                                        <p:cTn id="7" dur="500"/>
                                        <p:tgtEl>
                                          <p:spTgt spid="95238">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5238">
                                            <p:txEl>
                                              <p:pRg st="1" end="1"/>
                                            </p:txEl>
                                          </p:spTgt>
                                        </p:tgtEl>
                                        <p:attrNameLst>
                                          <p:attrName>style.visibility</p:attrName>
                                        </p:attrNameLst>
                                      </p:cBhvr>
                                      <p:to>
                                        <p:strVal val="visible"/>
                                      </p:to>
                                    </p:set>
                                    <p:animEffect transition="in" filter="box(out)">
                                      <p:cBhvr>
                                        <p:cTn id="12" dur="500"/>
                                        <p:tgtEl>
                                          <p:spTgt spid="95238">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5240"/>
                                        </p:tgtEl>
                                        <p:attrNameLst>
                                          <p:attrName>style.visibility</p:attrName>
                                        </p:attrNameLst>
                                      </p:cBhvr>
                                      <p:to>
                                        <p:strVal val="visible"/>
                                      </p:to>
                                    </p:set>
                                    <p:anim calcmode="lin" valueType="num">
                                      <p:cBhvr additive="base">
                                        <p:cTn id="17" dur="500" fill="hold"/>
                                        <p:tgtEl>
                                          <p:spTgt spid="95240"/>
                                        </p:tgtEl>
                                        <p:attrNameLst>
                                          <p:attrName>ppt_x</p:attrName>
                                        </p:attrNameLst>
                                      </p:cBhvr>
                                      <p:tavLst>
                                        <p:tav tm="0">
                                          <p:val>
                                            <p:strVal val="#ppt_x"/>
                                          </p:val>
                                        </p:tav>
                                        <p:tav tm="100000">
                                          <p:val>
                                            <p:strVal val="#ppt_x"/>
                                          </p:val>
                                        </p:tav>
                                      </p:tavLst>
                                    </p:anim>
                                    <p:anim calcmode="lin" valueType="num">
                                      <p:cBhvr additive="base">
                                        <p:cTn id="18" dur="500" fill="hold"/>
                                        <p:tgtEl>
                                          <p:spTgt spid="9524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8" grpId="0" build="p" autoUpdateAnimBg="0"/>
      <p:bldP spid="95240" grpId="0"/>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1"/>
          <p:cNvSpPr>
            <a:spLocks noGrp="1" noChangeArrowheads="1"/>
          </p:cNvSpPr>
          <p:nvPr>
            <p:ph type="title"/>
          </p:nvPr>
        </p:nvSpPr>
        <p:spPr>
          <a:xfrm>
            <a:off x="1981200" y="457201"/>
            <a:ext cx="8229600" cy="955675"/>
          </a:xfrm>
        </p:spPr>
        <p:txBody>
          <a:bodyPr/>
          <a:lstStyle/>
          <a:p>
            <a:pPr algn="ctr" eaLnBrk="1" hangingPunct="1"/>
            <a:r>
              <a:rPr lang="zh-CN" altLang="en-US">
                <a:solidFill>
                  <a:srgbClr val="008000"/>
                </a:solidFill>
                <a:latin typeface="黑体" pitchFamily="2" charset="-122"/>
                <a:ea typeface="黑体" pitchFamily="2" charset="-122"/>
              </a:rPr>
              <a:t>给定</a:t>
            </a:r>
            <a:r>
              <a:rPr lang="en-US" altLang="zh-CN">
                <a:solidFill>
                  <a:srgbClr val="008000"/>
                </a:solidFill>
                <a:latin typeface="黑体" pitchFamily="2" charset="-122"/>
                <a:ea typeface="黑体" pitchFamily="2" charset="-122"/>
              </a:rPr>
              <a:t>F</a:t>
            </a:r>
            <a:r>
              <a:rPr lang="zh-CN" altLang="en-US">
                <a:solidFill>
                  <a:srgbClr val="008000"/>
                </a:solidFill>
                <a:latin typeface="黑体" pitchFamily="2" charset="-122"/>
                <a:ea typeface="黑体" pitchFamily="2" charset="-122"/>
              </a:rPr>
              <a:t>映射，求</a:t>
            </a:r>
            <a:r>
              <a:rPr lang="en-US" altLang="zh-CN">
                <a:solidFill>
                  <a:srgbClr val="008000"/>
                </a:solidFill>
                <a:latin typeface="黑体" pitchFamily="2" charset="-122"/>
                <a:ea typeface="黑体" pitchFamily="2" charset="-122"/>
              </a:rPr>
              <a:t>F</a:t>
            </a:r>
            <a:r>
              <a:rPr lang="zh-CN" altLang="en-US">
                <a:solidFill>
                  <a:srgbClr val="008000"/>
                </a:solidFill>
                <a:latin typeface="黑体" pitchFamily="2" charset="-122"/>
                <a:ea typeface="黑体" pitchFamily="2" charset="-122"/>
              </a:rPr>
              <a:t>关系的方法</a:t>
            </a:r>
          </a:p>
        </p:txBody>
      </p:sp>
      <p:sp>
        <p:nvSpPr>
          <p:cNvPr id="96259" name="Rectangle 3"/>
          <p:cNvSpPr>
            <a:spLocks noGrp="1" noChangeArrowheads="1"/>
          </p:cNvSpPr>
          <p:nvPr>
            <p:ph type="body" idx="1"/>
          </p:nvPr>
        </p:nvSpPr>
        <p:spPr>
          <a:xfrm>
            <a:off x="1271464" y="1412875"/>
            <a:ext cx="8928224" cy="5329238"/>
          </a:xfrm>
        </p:spPr>
        <p:txBody>
          <a:bodyPr/>
          <a:lstStyle/>
          <a:p>
            <a:pPr eaLnBrk="1" hangingPunct="1"/>
            <a:r>
              <a:rPr lang="zh-CN" altLang="en-US" sz="2800" dirty="0"/>
              <a:t>给定</a:t>
            </a:r>
            <a:r>
              <a:rPr lang="en-US" altLang="zh-CN" sz="2800" dirty="0"/>
              <a:t>F</a:t>
            </a:r>
            <a:r>
              <a:rPr lang="zh-CN" altLang="en-US" sz="2800" dirty="0"/>
              <a:t>映射</a:t>
            </a:r>
          </a:p>
          <a:p>
            <a:pPr eaLnBrk="1" hangingPunct="1"/>
            <a:endParaRPr lang="zh-CN" altLang="en-US" sz="2800" dirty="0"/>
          </a:p>
          <a:p>
            <a:pPr eaLnBrk="1" hangingPunct="1"/>
            <a:endParaRPr lang="zh-CN" altLang="en-US" sz="2800" dirty="0"/>
          </a:p>
          <a:p>
            <a:pPr eaLnBrk="1" hangingPunct="1"/>
            <a:endParaRPr lang="zh-CN" altLang="en-US" sz="2800" dirty="0"/>
          </a:p>
          <a:p>
            <a:pPr eaLnBrk="1" hangingPunct="1"/>
            <a:endParaRPr lang="zh-CN" altLang="en-US" sz="1600" dirty="0"/>
          </a:p>
          <a:p>
            <a:pPr eaLnBrk="1" hangingPunct="1"/>
            <a:endParaRPr lang="zh-CN" altLang="en-US" sz="600" dirty="0"/>
          </a:p>
          <a:p>
            <a:pPr eaLnBrk="1" hangingPunct="1"/>
            <a:r>
              <a:rPr lang="zh-CN" altLang="en-US" sz="2800" dirty="0">
                <a:latin typeface="Times New Roman" panose="02020603050405020304" pitchFamily="18" charset="0"/>
                <a:ea typeface="黑体" pitchFamily="2" charset="-122"/>
                <a:cs typeface="Times New Roman" panose="02020603050405020304" pitchFamily="18" charset="0"/>
              </a:rPr>
              <a:t>以</a:t>
            </a:r>
            <a:r>
              <a:rPr lang="en-US" altLang="zh-CN" sz="2800" dirty="0">
                <a:latin typeface="Times New Roman" panose="02020603050405020304" pitchFamily="18" charset="0"/>
                <a:ea typeface="黑体" pitchFamily="2" charset="-122"/>
                <a:cs typeface="Times New Roman" panose="02020603050405020304" pitchFamily="18" charset="0"/>
              </a:rPr>
              <a:t>(</a:t>
            </a:r>
            <a:r>
              <a:rPr lang="en-US" altLang="zh-CN" sz="2800" i="1" dirty="0">
                <a:latin typeface="Times New Roman" panose="02020603050405020304" pitchFamily="18" charset="0"/>
                <a:ea typeface="黑体" pitchFamily="2" charset="-122"/>
                <a:cs typeface="Times New Roman" panose="02020603050405020304" pitchFamily="18" charset="0"/>
              </a:rPr>
              <a:t>r</a:t>
            </a:r>
            <a:r>
              <a:rPr lang="en-US" altLang="zh-CN" sz="2800" i="1" baseline="-25000" dirty="0">
                <a:latin typeface="Times New Roman" panose="02020603050405020304" pitchFamily="18" charset="0"/>
                <a:ea typeface="黑体" pitchFamily="2" charset="-122"/>
                <a:cs typeface="Times New Roman" panose="02020603050405020304" pitchFamily="18" charset="0"/>
              </a:rPr>
              <a:t>i</a:t>
            </a:r>
            <a:r>
              <a:rPr lang="en-US" altLang="zh-CN" sz="2800" baseline="-25000" dirty="0">
                <a:latin typeface="Times New Roman" panose="02020603050405020304" pitchFamily="18" charset="0"/>
                <a:ea typeface="黑体" pitchFamily="2" charset="-122"/>
                <a:cs typeface="Times New Roman" panose="02020603050405020304" pitchFamily="18" charset="0"/>
              </a:rPr>
              <a:t>1</a:t>
            </a:r>
            <a:r>
              <a:rPr lang="en-US" altLang="zh-CN" sz="2800" dirty="0">
                <a:latin typeface="Times New Roman" panose="02020603050405020304" pitchFamily="18" charset="0"/>
                <a:ea typeface="黑体" pitchFamily="2" charset="-122"/>
                <a:cs typeface="Times New Roman" panose="02020603050405020304" pitchFamily="18" charset="0"/>
              </a:rPr>
              <a:t>, </a:t>
            </a:r>
            <a:r>
              <a:rPr lang="en-US" altLang="zh-CN" sz="2800" i="1" dirty="0">
                <a:latin typeface="Times New Roman" panose="02020603050405020304" pitchFamily="18" charset="0"/>
                <a:ea typeface="黑体" pitchFamily="2" charset="-122"/>
                <a:cs typeface="Times New Roman" panose="02020603050405020304" pitchFamily="18" charset="0"/>
              </a:rPr>
              <a:t>r</a:t>
            </a:r>
            <a:r>
              <a:rPr lang="en-US" altLang="zh-CN" sz="2800" i="1" baseline="-25000" dirty="0">
                <a:latin typeface="Times New Roman" panose="02020603050405020304" pitchFamily="18" charset="0"/>
                <a:ea typeface="黑体" pitchFamily="2" charset="-122"/>
                <a:cs typeface="Times New Roman" panose="02020603050405020304" pitchFamily="18" charset="0"/>
              </a:rPr>
              <a:t>i</a:t>
            </a:r>
            <a:r>
              <a:rPr lang="en-US" altLang="zh-CN" sz="2800" baseline="-25000" dirty="0">
                <a:latin typeface="Times New Roman" panose="02020603050405020304" pitchFamily="18" charset="0"/>
                <a:ea typeface="黑体" pitchFamily="2" charset="-122"/>
                <a:cs typeface="Times New Roman" panose="02020603050405020304" pitchFamily="18" charset="0"/>
              </a:rPr>
              <a:t>2</a:t>
            </a:r>
            <a:r>
              <a:rPr lang="en-US" altLang="zh-CN" sz="2800" dirty="0">
                <a:latin typeface="Times New Roman" panose="02020603050405020304" pitchFamily="18" charset="0"/>
                <a:ea typeface="黑体" pitchFamily="2" charset="-122"/>
                <a:cs typeface="Times New Roman" panose="02020603050405020304" pitchFamily="18" charset="0"/>
              </a:rPr>
              <a:t>,…, </a:t>
            </a:r>
            <a:r>
              <a:rPr lang="en-US" altLang="zh-CN" sz="2800" i="1" dirty="0">
                <a:latin typeface="Times New Roman" panose="02020603050405020304" pitchFamily="18" charset="0"/>
                <a:ea typeface="黑体" pitchFamily="2" charset="-122"/>
                <a:cs typeface="Times New Roman" panose="02020603050405020304" pitchFamily="18" charset="0"/>
              </a:rPr>
              <a:t>r</a:t>
            </a:r>
            <a:r>
              <a:rPr lang="en-US" altLang="zh-CN" sz="2800" i="1" baseline="-25000" dirty="0">
                <a:latin typeface="Times New Roman" panose="02020603050405020304" pitchFamily="18" charset="0"/>
                <a:ea typeface="黑体" pitchFamily="2" charset="-122"/>
                <a:cs typeface="Times New Roman" panose="02020603050405020304" pitchFamily="18" charset="0"/>
              </a:rPr>
              <a:t>im</a:t>
            </a:r>
            <a:r>
              <a:rPr lang="en-US" altLang="zh-CN" sz="2800" dirty="0">
                <a:latin typeface="Times New Roman" panose="02020603050405020304" pitchFamily="18" charset="0"/>
                <a:ea typeface="黑体" pitchFamily="2" charset="-122"/>
                <a:cs typeface="Times New Roman" panose="02020603050405020304" pitchFamily="18" charset="0"/>
              </a:rPr>
              <a:t>)</a:t>
            </a:r>
            <a:r>
              <a:rPr lang="zh-CN" altLang="en-US" sz="2800" dirty="0">
                <a:latin typeface="Times New Roman" panose="02020603050405020304" pitchFamily="18" charset="0"/>
                <a:ea typeface="黑体" pitchFamily="2" charset="-122"/>
                <a:cs typeface="Times New Roman" panose="02020603050405020304" pitchFamily="18" charset="0"/>
              </a:rPr>
              <a:t>为第</a:t>
            </a:r>
            <a:r>
              <a:rPr lang="en-US" altLang="zh-CN" sz="2800" i="1" dirty="0">
                <a:latin typeface="Times New Roman" panose="02020603050405020304" pitchFamily="18" charset="0"/>
                <a:ea typeface="黑体" pitchFamily="2" charset="-122"/>
                <a:cs typeface="Times New Roman" panose="02020603050405020304" pitchFamily="18" charset="0"/>
              </a:rPr>
              <a:t>i </a:t>
            </a:r>
            <a:r>
              <a:rPr lang="zh-CN" altLang="en-US" sz="2800" dirty="0">
                <a:latin typeface="Times New Roman" panose="02020603050405020304" pitchFamily="18" charset="0"/>
                <a:ea typeface="黑体" pitchFamily="2" charset="-122"/>
                <a:cs typeface="Times New Roman" panose="02020603050405020304" pitchFamily="18" charset="0"/>
              </a:rPr>
              <a:t>行，就可构造一个</a:t>
            </a:r>
            <a:r>
              <a:rPr lang="en-US" altLang="zh-CN" sz="2800" dirty="0">
                <a:latin typeface="Times New Roman" panose="02020603050405020304" pitchFamily="18" charset="0"/>
                <a:ea typeface="黑体" pitchFamily="2" charset="-122"/>
                <a:cs typeface="Times New Roman" panose="02020603050405020304" pitchFamily="18" charset="0"/>
              </a:rPr>
              <a:t>F</a:t>
            </a:r>
            <a:r>
              <a:rPr lang="zh-CN" altLang="en-US" sz="2800" dirty="0">
                <a:latin typeface="Times New Roman" panose="02020603050405020304" pitchFamily="18" charset="0"/>
                <a:ea typeface="黑体" pitchFamily="2" charset="-122"/>
                <a:cs typeface="Times New Roman" panose="02020603050405020304" pitchFamily="18" charset="0"/>
              </a:rPr>
              <a:t>矩阵， 它可唯一确定</a:t>
            </a:r>
            <a:r>
              <a:rPr lang="en-US" altLang="zh-CN" sz="2800" dirty="0">
                <a:latin typeface="Times New Roman" panose="02020603050405020304" pitchFamily="18" charset="0"/>
                <a:ea typeface="黑体" pitchFamily="2" charset="-122"/>
                <a:cs typeface="Times New Roman" panose="02020603050405020304" pitchFamily="18" charset="0"/>
              </a:rPr>
              <a:t>F</a:t>
            </a:r>
            <a:r>
              <a:rPr lang="zh-CN" altLang="en-US" sz="2800" dirty="0">
                <a:latin typeface="Times New Roman" panose="02020603050405020304" pitchFamily="18" charset="0"/>
                <a:ea typeface="黑体" pitchFamily="2" charset="-122"/>
                <a:cs typeface="Times New Roman" panose="02020603050405020304" pitchFamily="18" charset="0"/>
              </a:rPr>
              <a:t>关系</a:t>
            </a:r>
          </a:p>
          <a:p>
            <a:pPr eaLnBrk="1" hangingPunct="1">
              <a:buFont typeface="Wingdings" pitchFamily="2" charset="2"/>
              <a:buNone/>
            </a:pPr>
            <a:endParaRPr lang="en-US" altLang="zh-CN" dirty="0"/>
          </a:p>
        </p:txBody>
      </p:sp>
      <p:graphicFrame>
        <p:nvGraphicFramePr>
          <p:cNvPr id="96263" name="Object 7"/>
          <p:cNvGraphicFramePr>
            <a:graphicFrameLocks noGrp="1" noChangeAspect="1"/>
          </p:cNvGraphicFramePr>
          <p:nvPr>
            <p:ph sz="quarter" idx="4294967295"/>
            <p:extLst>
              <p:ext uri="{D42A27DB-BD31-4B8C-83A1-F6EECF244321}">
                <p14:modId xmlns:p14="http://schemas.microsoft.com/office/powerpoint/2010/main" val="3381319598"/>
              </p:ext>
            </p:extLst>
          </p:nvPr>
        </p:nvGraphicFramePr>
        <p:xfrm>
          <a:off x="3647728" y="1557339"/>
          <a:ext cx="5545137" cy="2370137"/>
        </p:xfrm>
        <a:graphic>
          <a:graphicData uri="http://schemas.openxmlformats.org/presentationml/2006/ole">
            <mc:AlternateContent xmlns:mc="http://schemas.openxmlformats.org/markup-compatibility/2006">
              <mc:Choice xmlns:v="urn:schemas-microsoft-com:vml" Requires="v">
                <p:oleObj name="公式" r:id="rId2" imgW="2616200" imgH="1117600" progId="Equation.3">
                  <p:embed/>
                </p:oleObj>
              </mc:Choice>
              <mc:Fallback>
                <p:oleObj name="公式" r:id="rId2" imgW="2616200" imgH="11176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7728" y="1557339"/>
                        <a:ext cx="5545137" cy="2370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6" name="Object 10"/>
          <p:cNvGraphicFramePr>
            <a:graphicFrameLocks noChangeAspect="1"/>
          </p:cNvGraphicFramePr>
          <p:nvPr/>
        </p:nvGraphicFramePr>
        <p:xfrm>
          <a:off x="1919288" y="4770438"/>
          <a:ext cx="8496300" cy="2087562"/>
        </p:xfrm>
        <a:graphic>
          <a:graphicData uri="http://schemas.openxmlformats.org/presentationml/2006/ole">
            <mc:AlternateContent xmlns:mc="http://schemas.openxmlformats.org/markup-compatibility/2006">
              <mc:Choice xmlns:v="urn:schemas-microsoft-com:vml" Requires="v">
                <p:oleObj name="公式" r:id="rId4" imgW="3822700" imgH="939800" progId="Equation.3">
                  <p:embed/>
                </p:oleObj>
              </mc:Choice>
              <mc:Fallback>
                <p:oleObj name="公式" r:id="rId4" imgW="3822700" imgH="93980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9288" y="4770438"/>
                        <a:ext cx="8496300" cy="208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DC90949C-0006-5393-6AA3-253EAF5D9D02}"/>
              </a:ext>
            </a:extLst>
          </p:cNvPr>
          <p:cNvSpPr>
            <a:spLocks noGrp="1"/>
          </p:cNvSpPr>
          <p:nvPr>
            <p:ph type="sldNum" sz="quarter" idx="11"/>
          </p:nvPr>
        </p:nvSpPr>
        <p:spPr/>
        <p:txBody>
          <a:bodyPr/>
          <a:lstStyle/>
          <a:p>
            <a:pPr>
              <a:defRPr/>
            </a:pPr>
            <a:fld id="{EF24B7D7-F746-4E05-9A11-DD4FB4529D5B}" type="slidenum">
              <a:rPr lang="en-US" altLang="zh-CN" smtClean="0"/>
              <a:pPr>
                <a:defRPr/>
              </a:pPr>
              <a:t>13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wipe(left)">
                                      <p:cBhvr>
                                        <p:cTn id="7" dur="500"/>
                                        <p:tgtEl>
                                          <p:spTgt spid="96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6263"/>
                                        </p:tgtEl>
                                        <p:attrNameLst>
                                          <p:attrName>style.visibility</p:attrName>
                                        </p:attrNameLst>
                                      </p:cBhvr>
                                      <p:to>
                                        <p:strVal val="visible"/>
                                      </p:to>
                                    </p:set>
                                    <p:animEffect transition="in" filter="wipe(up)">
                                      <p:cBhvr>
                                        <p:cTn id="12" dur="500"/>
                                        <p:tgtEl>
                                          <p:spTgt spid="962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6259">
                                            <p:txEl>
                                              <p:pRg st="6" end="6"/>
                                            </p:txEl>
                                          </p:spTgt>
                                        </p:tgtEl>
                                        <p:attrNameLst>
                                          <p:attrName>style.visibility</p:attrName>
                                        </p:attrNameLst>
                                      </p:cBhvr>
                                      <p:to>
                                        <p:strVal val="visible"/>
                                      </p:to>
                                    </p:set>
                                    <p:animEffect transition="in" filter="wipe(left)">
                                      <p:cBhvr>
                                        <p:cTn id="17" dur="500"/>
                                        <p:tgtEl>
                                          <p:spTgt spid="96259">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6266"/>
                                        </p:tgtEl>
                                        <p:attrNameLst>
                                          <p:attrName>style.visibility</p:attrName>
                                        </p:attrNameLst>
                                      </p:cBhvr>
                                      <p:to>
                                        <p:strVal val="visible"/>
                                      </p:to>
                                    </p:set>
                                    <p:animEffect transition="in" filter="wipe(up)">
                                      <p:cBhvr>
                                        <p:cTn id="22" dur="500"/>
                                        <p:tgtEl>
                                          <p:spTgt spid="96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981200" y="457201"/>
            <a:ext cx="8229600" cy="955675"/>
          </a:xfrm>
        </p:spPr>
        <p:txBody>
          <a:bodyPr/>
          <a:lstStyle/>
          <a:p>
            <a:pPr algn="ctr" eaLnBrk="1" hangingPunct="1"/>
            <a:r>
              <a:rPr lang="zh-CN" altLang="en-US">
                <a:solidFill>
                  <a:srgbClr val="008000"/>
                </a:solidFill>
                <a:latin typeface="黑体" pitchFamily="2" charset="-122"/>
                <a:ea typeface="黑体" pitchFamily="2" charset="-122"/>
              </a:rPr>
              <a:t>给定</a:t>
            </a:r>
            <a:r>
              <a:rPr lang="en-US" altLang="zh-CN">
                <a:solidFill>
                  <a:srgbClr val="008000"/>
                </a:solidFill>
                <a:latin typeface="黑体" pitchFamily="2" charset="-122"/>
                <a:ea typeface="黑体" pitchFamily="2" charset="-122"/>
              </a:rPr>
              <a:t>F</a:t>
            </a:r>
            <a:r>
              <a:rPr lang="zh-CN" altLang="en-US">
                <a:solidFill>
                  <a:srgbClr val="008000"/>
                </a:solidFill>
                <a:latin typeface="黑体" pitchFamily="2" charset="-122"/>
                <a:ea typeface="黑体" pitchFamily="2" charset="-122"/>
              </a:rPr>
              <a:t>映射，求</a:t>
            </a:r>
            <a:r>
              <a:rPr lang="en-US" altLang="zh-CN">
                <a:solidFill>
                  <a:srgbClr val="008000"/>
                </a:solidFill>
                <a:latin typeface="黑体" pitchFamily="2" charset="-122"/>
                <a:ea typeface="黑体" pitchFamily="2" charset="-122"/>
              </a:rPr>
              <a:t>F</a:t>
            </a:r>
            <a:r>
              <a:rPr lang="zh-CN" altLang="en-US">
                <a:solidFill>
                  <a:srgbClr val="008000"/>
                </a:solidFill>
                <a:latin typeface="黑体" pitchFamily="2" charset="-122"/>
                <a:ea typeface="黑体" pitchFamily="2" charset="-122"/>
              </a:rPr>
              <a:t>关系的方法</a:t>
            </a:r>
            <a:r>
              <a:rPr lang="zh-CN" altLang="en-US">
                <a:solidFill>
                  <a:srgbClr val="008000"/>
                </a:solidFill>
                <a:ea typeface="黑体" pitchFamily="2" charset="-122"/>
              </a:rPr>
              <a:t>举例</a:t>
            </a:r>
            <a:endParaRPr lang="en-US" altLang="zh-CN" sz="3600">
              <a:ea typeface="黑体" pitchFamily="2" charset="-122"/>
            </a:endParaRPr>
          </a:p>
        </p:txBody>
      </p:sp>
      <p:sp>
        <p:nvSpPr>
          <p:cNvPr id="81923" name="Rectangle 3"/>
          <p:cNvSpPr>
            <a:spLocks noGrp="1" noChangeArrowheads="1"/>
          </p:cNvSpPr>
          <p:nvPr>
            <p:ph type="body" sz="half" idx="1"/>
          </p:nvPr>
        </p:nvSpPr>
        <p:spPr>
          <a:xfrm>
            <a:off x="1271464" y="1412876"/>
            <a:ext cx="9721080" cy="5445125"/>
          </a:xfrm>
        </p:spPr>
        <p:txBody>
          <a:bodyPr/>
          <a:lstStyle/>
          <a:p>
            <a:pPr eaLnBrk="1" hangingPunct="1">
              <a:buFont typeface="Wingdings" pitchFamily="2" charset="2"/>
              <a:buNone/>
            </a:pPr>
            <a:r>
              <a:rPr lang="zh-CN" altLang="en-US" sz="2800" dirty="0"/>
              <a:t>设</a:t>
            </a:r>
            <a:r>
              <a:rPr lang="en-US" altLang="zh-CN" sz="2800" dirty="0"/>
              <a:t>U ={</a:t>
            </a:r>
            <a:r>
              <a:rPr kumimoji="1" lang="en-US" altLang="zh-CN" sz="2800" i="1" dirty="0"/>
              <a:t>u</a:t>
            </a:r>
            <a:r>
              <a:rPr kumimoji="1" lang="en-US" altLang="zh-CN" sz="2800" baseline="-25000" dirty="0"/>
              <a:t>1</a:t>
            </a:r>
            <a:r>
              <a:rPr kumimoji="1" lang="en-US" altLang="zh-CN" sz="2800" dirty="0"/>
              <a:t>, </a:t>
            </a:r>
            <a:r>
              <a:rPr kumimoji="1" lang="en-US" altLang="zh-CN" sz="2800" i="1" dirty="0"/>
              <a:t>u</a:t>
            </a:r>
            <a:r>
              <a:rPr kumimoji="1" lang="en-US" altLang="zh-CN" sz="2800" baseline="-25000" dirty="0"/>
              <a:t>2</a:t>
            </a:r>
            <a:r>
              <a:rPr kumimoji="1" lang="en-US" altLang="zh-CN" sz="2800" dirty="0"/>
              <a:t>, </a:t>
            </a:r>
            <a:r>
              <a:rPr kumimoji="1" lang="en-US" altLang="zh-CN" sz="2800" i="1" dirty="0"/>
              <a:t>u</a:t>
            </a:r>
            <a:r>
              <a:rPr kumimoji="1" lang="en-US" altLang="zh-CN" sz="2800" baseline="-25000" dirty="0"/>
              <a:t>3</a:t>
            </a:r>
            <a:r>
              <a:rPr kumimoji="1" lang="en-US" altLang="zh-CN" sz="2800" dirty="0"/>
              <a:t>}</a:t>
            </a:r>
            <a:r>
              <a:rPr kumimoji="1" lang="zh-CN" altLang="en-US" sz="2800" dirty="0"/>
              <a:t>，</a:t>
            </a:r>
            <a:r>
              <a:rPr kumimoji="1" lang="en-US" altLang="zh-CN" sz="2800" dirty="0"/>
              <a:t>V={v</a:t>
            </a:r>
            <a:r>
              <a:rPr kumimoji="1" lang="en-US" altLang="zh-CN" sz="2800" baseline="-25000" dirty="0"/>
              <a:t>1</a:t>
            </a:r>
            <a:r>
              <a:rPr kumimoji="1" lang="en-US" altLang="zh-CN" sz="2800" dirty="0"/>
              <a:t>,v</a:t>
            </a:r>
            <a:r>
              <a:rPr kumimoji="1" lang="en-US" altLang="zh-CN" sz="2800" baseline="-25000" dirty="0"/>
              <a:t>2</a:t>
            </a:r>
            <a:r>
              <a:rPr kumimoji="1" lang="en-US" altLang="zh-CN" sz="2800" dirty="0"/>
              <a:t>, v</a:t>
            </a:r>
            <a:r>
              <a:rPr kumimoji="1" lang="en-US" altLang="zh-CN" sz="2800" baseline="-25000" dirty="0"/>
              <a:t>3</a:t>
            </a:r>
            <a:r>
              <a:rPr kumimoji="1" lang="en-US" altLang="zh-CN" sz="2800" dirty="0"/>
              <a:t>, v</a:t>
            </a:r>
            <a:r>
              <a:rPr kumimoji="1" lang="en-US" altLang="zh-CN" sz="2800" baseline="-25000" dirty="0"/>
              <a:t>4</a:t>
            </a:r>
            <a:r>
              <a:rPr kumimoji="1" lang="en-US" altLang="zh-CN" sz="2800" dirty="0"/>
              <a:t>}</a:t>
            </a:r>
            <a:r>
              <a:rPr kumimoji="1" lang="zh-CN" altLang="en-US" sz="2800" dirty="0"/>
              <a:t>， </a:t>
            </a:r>
            <a:r>
              <a:rPr kumimoji="1" lang="en-US" altLang="zh-CN" dirty="0">
                <a:latin typeface="Monotype Corsiva" pitchFamily="66" charset="0"/>
                <a:ea typeface="黑体" pitchFamily="2" charset="-122"/>
              </a:rPr>
              <a:t>f </a:t>
            </a:r>
            <a:r>
              <a:rPr kumimoji="1" lang="zh-CN" altLang="en-US" dirty="0">
                <a:ea typeface="黑体" pitchFamily="2" charset="-122"/>
              </a:rPr>
              <a:t>是从</a:t>
            </a:r>
            <a:r>
              <a:rPr kumimoji="1" lang="en-US" altLang="zh-CN" dirty="0">
                <a:ea typeface="黑体" pitchFamily="2" charset="-122"/>
              </a:rPr>
              <a:t>U</a:t>
            </a:r>
            <a:r>
              <a:rPr kumimoji="1" lang="zh-CN" altLang="en-US" dirty="0">
                <a:ea typeface="黑体" pitchFamily="2" charset="-122"/>
              </a:rPr>
              <a:t>到</a:t>
            </a:r>
            <a:r>
              <a:rPr kumimoji="1" lang="en-US" altLang="zh-CN" dirty="0">
                <a:ea typeface="黑体" pitchFamily="2" charset="-122"/>
              </a:rPr>
              <a:t>V</a:t>
            </a:r>
            <a:r>
              <a:rPr kumimoji="1" lang="zh-CN" altLang="en-US" dirty="0">
                <a:ea typeface="黑体" pitchFamily="2" charset="-122"/>
              </a:rPr>
              <a:t>的</a:t>
            </a:r>
            <a:r>
              <a:rPr kumimoji="1" lang="en-US" altLang="zh-CN" dirty="0">
                <a:ea typeface="黑体" pitchFamily="2" charset="-122"/>
              </a:rPr>
              <a:t>F</a:t>
            </a:r>
            <a:r>
              <a:rPr kumimoji="1" lang="zh-CN" altLang="en-US" dirty="0">
                <a:ea typeface="黑体" pitchFamily="2" charset="-122"/>
              </a:rPr>
              <a:t>映射</a:t>
            </a:r>
          </a:p>
          <a:p>
            <a:pPr eaLnBrk="1" hangingPunct="1">
              <a:buFont typeface="Wingdings" pitchFamily="2" charset="2"/>
              <a:buNone/>
            </a:pPr>
            <a:endParaRPr kumimoji="1" lang="zh-CN" altLang="en-US" sz="2800" dirty="0">
              <a:latin typeface="Times New Roman" pitchFamily="18" charset="0"/>
            </a:endParaRPr>
          </a:p>
          <a:p>
            <a:pPr eaLnBrk="1" hangingPunct="1">
              <a:buFont typeface="Wingdings" pitchFamily="2" charset="2"/>
              <a:buNone/>
            </a:pPr>
            <a:endParaRPr kumimoji="1" lang="zh-CN" altLang="en-US" sz="2800" dirty="0">
              <a:latin typeface="Times New Roman" pitchFamily="18" charset="0"/>
            </a:endParaRPr>
          </a:p>
          <a:p>
            <a:pPr eaLnBrk="1" hangingPunct="1">
              <a:buFont typeface="Wingdings" pitchFamily="2" charset="2"/>
              <a:buNone/>
            </a:pPr>
            <a:endParaRPr kumimoji="1" lang="zh-CN" altLang="en-US" sz="4400" dirty="0">
              <a:latin typeface="Times New Roman" pitchFamily="18" charset="0"/>
            </a:endParaRPr>
          </a:p>
          <a:p>
            <a:pPr eaLnBrk="1" hangingPunct="1">
              <a:buFont typeface="Wingdings" pitchFamily="2" charset="2"/>
              <a:buNone/>
            </a:pPr>
            <a:endParaRPr kumimoji="1" lang="en-US" altLang="zh-CN" sz="1400" dirty="0">
              <a:latin typeface="Times New Roman" pitchFamily="18" charset="0"/>
            </a:endParaRPr>
          </a:p>
          <a:p>
            <a:pPr eaLnBrk="1" hangingPunct="1">
              <a:buFont typeface="Wingdings" pitchFamily="2" charset="2"/>
              <a:buNone/>
            </a:pPr>
            <a:endParaRPr kumimoji="1" lang="zh-CN" altLang="en-US" sz="2800" dirty="0">
              <a:latin typeface="Times New Roman" pitchFamily="18" charset="0"/>
            </a:endParaRPr>
          </a:p>
          <a:p>
            <a:pPr eaLnBrk="1" hangingPunct="1">
              <a:buNone/>
            </a:pPr>
            <a:r>
              <a:rPr kumimoji="1" lang="zh-CN" altLang="en-US" dirty="0">
                <a:latin typeface="Times New Roman" pitchFamily="18" charset="0"/>
              </a:rPr>
              <a:t>令</a:t>
            </a:r>
            <a:r>
              <a:rPr kumimoji="1" lang="zh-CN" altLang="en-US" dirty="0">
                <a:ea typeface="黑体" pitchFamily="2" charset="-122"/>
              </a:rPr>
              <a:t>按定义知</a:t>
            </a:r>
            <a:r>
              <a:rPr kumimoji="1" lang="en-US" altLang="zh-CN" dirty="0">
                <a:latin typeface="Times New Roman" pitchFamily="18" charset="0"/>
              </a:rPr>
              <a:t>R</a:t>
            </a:r>
            <a:r>
              <a:rPr kumimoji="1" lang="en-US" altLang="en-US" b="1" dirty="0">
                <a:solidFill>
                  <a:schemeClr val="bg2"/>
                </a:solidFill>
                <a:latin typeface="Times New Roman" pitchFamily="18" charset="0"/>
                <a:sym typeface="Symbol" panose="05050102010706020507" pitchFamily="18" charset="2"/>
              </a:rPr>
              <a:t></a:t>
            </a:r>
            <a:r>
              <a:rPr kumimoji="1" lang="en-US" altLang="zh-CN" dirty="0">
                <a:latin typeface="Monotype Corsiva" pitchFamily="66" charset="0"/>
              </a:rPr>
              <a:t>F</a:t>
            </a:r>
            <a:r>
              <a:rPr kumimoji="1" lang="en-US" altLang="zh-CN" dirty="0">
                <a:latin typeface="Times New Roman" pitchFamily="18" charset="0"/>
              </a:rPr>
              <a:t>(U</a:t>
            </a:r>
            <a:r>
              <a:rPr kumimoji="1" lang="en-US" altLang="en-US" dirty="0">
                <a:latin typeface="Times New Roman" pitchFamily="18" charset="0"/>
              </a:rPr>
              <a:t>×</a:t>
            </a:r>
            <a:r>
              <a:rPr kumimoji="1" lang="en-US" altLang="zh-CN" dirty="0">
                <a:latin typeface="Times New Roman" pitchFamily="18" charset="0"/>
              </a:rPr>
              <a:t>V)</a:t>
            </a:r>
            <a:endParaRPr kumimoji="1" lang="zh-CN" altLang="en-US" dirty="0">
              <a:ea typeface="黑体" pitchFamily="2" charset="-122"/>
            </a:endParaRPr>
          </a:p>
        </p:txBody>
      </p:sp>
      <p:graphicFrame>
        <p:nvGraphicFramePr>
          <p:cNvPr id="81924" name="Object 4"/>
          <p:cNvGraphicFramePr>
            <a:graphicFrameLocks noGrp="1" noChangeAspect="1"/>
          </p:cNvGraphicFramePr>
          <p:nvPr>
            <p:ph sz="quarter" idx="2"/>
          </p:nvPr>
        </p:nvGraphicFramePr>
        <p:xfrm>
          <a:off x="3935414" y="5238750"/>
          <a:ext cx="3671887" cy="1619250"/>
        </p:xfrm>
        <a:graphic>
          <a:graphicData uri="http://schemas.openxmlformats.org/presentationml/2006/ole">
            <mc:AlternateContent xmlns:mc="http://schemas.openxmlformats.org/markup-compatibility/2006">
              <mc:Choice xmlns:v="urn:schemas-microsoft-com:vml" Requires="v">
                <p:oleObj name="公式" r:id="rId2" imgW="1612900" imgH="711200" progId="Equation.3">
                  <p:embed/>
                </p:oleObj>
              </mc:Choice>
              <mc:Fallback>
                <p:oleObj name="公式" r:id="rId2" imgW="1612900" imgH="711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5414" y="5238750"/>
                        <a:ext cx="3671887" cy="161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6" name="Object 6"/>
          <p:cNvGraphicFramePr>
            <a:graphicFrameLocks noGrp="1" noChangeAspect="1"/>
          </p:cNvGraphicFramePr>
          <p:nvPr>
            <p:ph sz="quarter" idx="3"/>
          </p:nvPr>
        </p:nvGraphicFramePr>
        <p:xfrm>
          <a:off x="3503614" y="2276475"/>
          <a:ext cx="4321175" cy="2497138"/>
        </p:xfrm>
        <a:graphic>
          <a:graphicData uri="http://schemas.openxmlformats.org/presentationml/2006/ole">
            <mc:AlternateContent xmlns:mc="http://schemas.openxmlformats.org/markup-compatibility/2006">
              <mc:Choice xmlns:v="urn:schemas-microsoft-com:vml" Requires="v">
                <p:oleObj name="公式" r:id="rId4" imgW="2108200" imgH="1219200" progId="Equation.3">
                  <p:embed/>
                </p:oleObj>
              </mc:Choice>
              <mc:Fallback>
                <p:oleObj name="公式" r:id="rId4" imgW="2108200" imgH="12192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3614" y="2276475"/>
                        <a:ext cx="4321175" cy="2497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3706819D-960F-FF77-FAE4-C789D3971C0F}"/>
              </a:ext>
            </a:extLst>
          </p:cNvPr>
          <p:cNvSpPr>
            <a:spLocks noGrp="1"/>
          </p:cNvSpPr>
          <p:nvPr>
            <p:ph type="sldNum" sz="quarter" idx="11"/>
          </p:nvPr>
        </p:nvSpPr>
        <p:spPr/>
        <p:txBody>
          <a:bodyPr/>
          <a:lstStyle/>
          <a:p>
            <a:pPr>
              <a:defRPr/>
            </a:pPr>
            <a:fld id="{B1928985-958F-4925-BAAA-4C45D70B67B4}" type="slidenum">
              <a:rPr lang="en-US" altLang="zh-CN" smtClean="0"/>
              <a:pPr>
                <a:defRPr/>
              </a:pPr>
              <a:t>14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wipe(left)">
                                      <p:cBhvr>
                                        <p:cTn id="7" dur="500"/>
                                        <p:tgtEl>
                                          <p:spTgt spid="819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1926"/>
                                        </p:tgtEl>
                                        <p:attrNameLst>
                                          <p:attrName>style.visibility</p:attrName>
                                        </p:attrNameLst>
                                      </p:cBhvr>
                                      <p:to>
                                        <p:strVal val="visible"/>
                                      </p:to>
                                    </p:set>
                                    <p:animEffect transition="in" filter="wipe(left)">
                                      <p:cBhvr>
                                        <p:cTn id="12" dur="500"/>
                                        <p:tgtEl>
                                          <p:spTgt spid="819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23">
                                            <p:txEl>
                                              <p:pRg st="6" end="6"/>
                                            </p:txEl>
                                          </p:spTgt>
                                        </p:tgtEl>
                                        <p:attrNameLst>
                                          <p:attrName>style.visibility</p:attrName>
                                        </p:attrNameLst>
                                      </p:cBhvr>
                                      <p:to>
                                        <p:strVal val="visible"/>
                                      </p:to>
                                    </p:set>
                                    <p:animEffect transition="in" filter="wipe(left)">
                                      <p:cBhvr>
                                        <p:cTn id="17" dur="500"/>
                                        <p:tgtEl>
                                          <p:spTgt spid="81923">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1924"/>
                                        </p:tgtEl>
                                        <p:attrNameLst>
                                          <p:attrName>style.visibility</p:attrName>
                                        </p:attrNameLst>
                                      </p:cBhvr>
                                      <p:to>
                                        <p:strVal val="visible"/>
                                      </p:to>
                                    </p:set>
                                    <p:animEffect transition="in" filter="wipe(up)">
                                      <p:cBhvr>
                                        <p:cTn id="22" dur="500"/>
                                        <p:tgtEl>
                                          <p:spTgt spid="81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992313" y="404814"/>
            <a:ext cx="8229600" cy="884237"/>
          </a:xfrm>
        </p:spPr>
        <p:txBody>
          <a:bodyPr/>
          <a:lstStyle/>
          <a:p>
            <a:pPr algn="ctr" eaLnBrk="1" hangingPunct="1"/>
            <a:r>
              <a:rPr lang="zh-CN" altLang="en-US">
                <a:solidFill>
                  <a:srgbClr val="008000"/>
                </a:solidFill>
                <a:latin typeface="黑体" pitchFamily="2" charset="-122"/>
                <a:ea typeface="黑体" pitchFamily="2" charset="-122"/>
              </a:rPr>
              <a:t>给定</a:t>
            </a:r>
            <a:r>
              <a:rPr lang="en-US" altLang="zh-CN">
                <a:solidFill>
                  <a:srgbClr val="008000"/>
                </a:solidFill>
                <a:latin typeface="黑体" pitchFamily="2" charset="-122"/>
                <a:ea typeface="黑体" pitchFamily="2" charset="-122"/>
              </a:rPr>
              <a:t>F</a:t>
            </a:r>
            <a:r>
              <a:rPr lang="zh-CN" altLang="en-US">
                <a:solidFill>
                  <a:srgbClr val="008000"/>
                </a:solidFill>
                <a:latin typeface="黑体" pitchFamily="2" charset="-122"/>
                <a:ea typeface="黑体" pitchFamily="2" charset="-122"/>
              </a:rPr>
              <a:t>关系，求</a:t>
            </a:r>
            <a:r>
              <a:rPr lang="en-US" altLang="zh-CN">
                <a:solidFill>
                  <a:srgbClr val="008000"/>
                </a:solidFill>
                <a:latin typeface="黑体" pitchFamily="2" charset="-122"/>
                <a:ea typeface="黑体" pitchFamily="2" charset="-122"/>
              </a:rPr>
              <a:t>F</a:t>
            </a:r>
            <a:r>
              <a:rPr lang="zh-CN" altLang="en-US">
                <a:solidFill>
                  <a:srgbClr val="008000"/>
                </a:solidFill>
                <a:latin typeface="黑体" pitchFamily="2" charset="-122"/>
                <a:ea typeface="黑体" pitchFamily="2" charset="-122"/>
              </a:rPr>
              <a:t>映射的方法</a:t>
            </a:r>
          </a:p>
        </p:txBody>
      </p:sp>
      <p:sp>
        <p:nvSpPr>
          <p:cNvPr id="100355" name="Rectangle 3"/>
          <p:cNvSpPr>
            <a:spLocks noGrp="1" noChangeArrowheads="1"/>
          </p:cNvSpPr>
          <p:nvPr>
            <p:ph type="body" sz="half" idx="1"/>
          </p:nvPr>
        </p:nvSpPr>
        <p:spPr>
          <a:xfrm>
            <a:off x="1199456" y="1341438"/>
            <a:ext cx="9433048" cy="5516562"/>
          </a:xfrm>
        </p:spPr>
        <p:txBody>
          <a:bodyPr/>
          <a:lstStyle/>
          <a:p>
            <a:pPr eaLnBrk="1" hangingPunct="1">
              <a:lnSpc>
                <a:spcPct val="90000"/>
              </a:lnSpc>
            </a:pPr>
            <a:r>
              <a:rPr lang="zh-CN" altLang="en-US" sz="2800" dirty="0">
                <a:ea typeface="黑体" pitchFamily="2" charset="-122"/>
              </a:rPr>
              <a:t>给出</a:t>
            </a:r>
            <a:r>
              <a:rPr lang="en-US" altLang="zh-CN" sz="2800" dirty="0">
                <a:ea typeface="黑体" pitchFamily="2" charset="-122"/>
              </a:rPr>
              <a:t>F</a:t>
            </a:r>
            <a:r>
              <a:rPr lang="zh-CN" altLang="en-US" sz="2800" dirty="0">
                <a:ea typeface="黑体" pitchFamily="2" charset="-122"/>
              </a:rPr>
              <a:t>关系</a:t>
            </a:r>
          </a:p>
          <a:p>
            <a:pPr eaLnBrk="1" hangingPunct="1">
              <a:lnSpc>
                <a:spcPct val="90000"/>
              </a:lnSpc>
            </a:pPr>
            <a:endParaRPr lang="zh-CN" altLang="en-US" sz="2800" dirty="0">
              <a:ea typeface="黑体" pitchFamily="2" charset="-122"/>
            </a:endParaRPr>
          </a:p>
          <a:p>
            <a:pPr eaLnBrk="1" hangingPunct="1">
              <a:lnSpc>
                <a:spcPct val="90000"/>
              </a:lnSpc>
            </a:pPr>
            <a:endParaRPr lang="zh-CN" altLang="en-US" sz="2400" dirty="0"/>
          </a:p>
          <a:p>
            <a:pPr eaLnBrk="1" hangingPunct="1">
              <a:lnSpc>
                <a:spcPct val="90000"/>
              </a:lnSpc>
            </a:pPr>
            <a:endParaRPr lang="zh-CN" altLang="en-US" sz="2400" dirty="0"/>
          </a:p>
          <a:p>
            <a:pPr eaLnBrk="1" hangingPunct="1">
              <a:lnSpc>
                <a:spcPct val="90000"/>
              </a:lnSpc>
            </a:pPr>
            <a:endParaRPr lang="zh-CN" altLang="en-US" sz="2400" dirty="0"/>
          </a:p>
          <a:p>
            <a:pPr eaLnBrk="1" hangingPunct="1">
              <a:lnSpc>
                <a:spcPct val="90000"/>
              </a:lnSpc>
            </a:pPr>
            <a:endParaRPr lang="zh-CN" altLang="en-US" sz="500" dirty="0"/>
          </a:p>
          <a:p>
            <a:pPr eaLnBrk="1" hangingPunct="1">
              <a:lnSpc>
                <a:spcPct val="90000"/>
              </a:lnSpc>
            </a:pPr>
            <a:r>
              <a:rPr lang="zh-CN" altLang="en-US" sz="2800" dirty="0">
                <a:ea typeface="黑体" pitchFamily="2" charset="-122"/>
              </a:rPr>
              <a:t>可令</a:t>
            </a:r>
          </a:p>
          <a:p>
            <a:pPr eaLnBrk="1" hangingPunct="1">
              <a:lnSpc>
                <a:spcPct val="90000"/>
              </a:lnSpc>
            </a:pPr>
            <a:endParaRPr lang="zh-CN" altLang="en-US" sz="2400" dirty="0">
              <a:ea typeface="黑体" pitchFamily="2" charset="-122"/>
            </a:endParaRPr>
          </a:p>
          <a:p>
            <a:pPr eaLnBrk="1" hangingPunct="1">
              <a:lnSpc>
                <a:spcPct val="90000"/>
              </a:lnSpc>
            </a:pPr>
            <a:endParaRPr lang="zh-CN" altLang="en-US" sz="2400" dirty="0">
              <a:ea typeface="黑体" pitchFamily="2" charset="-122"/>
            </a:endParaRPr>
          </a:p>
          <a:p>
            <a:pPr eaLnBrk="1" hangingPunct="1">
              <a:lnSpc>
                <a:spcPct val="90000"/>
              </a:lnSpc>
            </a:pPr>
            <a:endParaRPr lang="zh-CN" altLang="en-US" sz="2400" dirty="0">
              <a:ea typeface="黑体" pitchFamily="2" charset="-122"/>
            </a:endParaRPr>
          </a:p>
          <a:p>
            <a:pPr eaLnBrk="1" hangingPunct="1">
              <a:lnSpc>
                <a:spcPct val="90000"/>
              </a:lnSpc>
            </a:pPr>
            <a:endParaRPr lang="zh-CN" altLang="en-US" sz="2400" dirty="0">
              <a:ea typeface="黑体" pitchFamily="2" charset="-122"/>
            </a:endParaRPr>
          </a:p>
          <a:p>
            <a:pPr eaLnBrk="1" hangingPunct="1">
              <a:lnSpc>
                <a:spcPct val="90000"/>
              </a:lnSpc>
            </a:pPr>
            <a:endParaRPr lang="zh-CN" altLang="en-US" sz="2400" dirty="0">
              <a:ea typeface="黑体" pitchFamily="2" charset="-122"/>
            </a:endParaRPr>
          </a:p>
          <a:p>
            <a:pPr eaLnBrk="1" hangingPunct="1">
              <a:lnSpc>
                <a:spcPct val="90000"/>
              </a:lnSpc>
            </a:pPr>
            <a:r>
              <a:rPr lang="zh-CN" altLang="en-US" sz="2800" dirty="0">
                <a:ea typeface="黑体" pitchFamily="2" charset="-122"/>
              </a:rPr>
              <a:t>于是，也确定了</a:t>
            </a:r>
            <a:r>
              <a:rPr lang="en-US" altLang="zh-CN" sz="2800" dirty="0">
                <a:ea typeface="黑体" pitchFamily="2" charset="-122"/>
              </a:rPr>
              <a:t>F</a:t>
            </a:r>
            <a:r>
              <a:rPr lang="zh-CN" altLang="en-US" sz="2800" dirty="0">
                <a:ea typeface="黑体" pitchFamily="2" charset="-122"/>
              </a:rPr>
              <a:t>映射</a:t>
            </a:r>
            <a:r>
              <a:rPr lang="en-US" altLang="zh-CN" sz="2800" dirty="0" err="1">
                <a:latin typeface="Monotype Corsiva" pitchFamily="66" charset="0"/>
                <a:ea typeface="黑体" pitchFamily="2" charset="-122"/>
              </a:rPr>
              <a:t>f</a:t>
            </a:r>
            <a:r>
              <a:rPr lang="en-US" altLang="zh-CN" sz="2800" baseline="-25000" dirty="0" err="1">
                <a:ea typeface="黑体" pitchFamily="2" charset="-122"/>
              </a:rPr>
              <a:t>R</a:t>
            </a:r>
            <a:endParaRPr lang="en-US" altLang="zh-CN" dirty="0"/>
          </a:p>
        </p:txBody>
      </p:sp>
      <p:graphicFrame>
        <p:nvGraphicFramePr>
          <p:cNvPr id="100357" name="Object 5"/>
          <p:cNvGraphicFramePr>
            <a:graphicFrameLocks noGrp="1" noChangeAspect="1"/>
          </p:cNvGraphicFramePr>
          <p:nvPr>
            <p:ph sz="quarter" idx="4294967295"/>
          </p:nvPr>
        </p:nvGraphicFramePr>
        <p:xfrm>
          <a:off x="3287714" y="3644900"/>
          <a:ext cx="5545137" cy="1062038"/>
        </p:xfrm>
        <a:graphic>
          <a:graphicData uri="http://schemas.openxmlformats.org/presentationml/2006/ole">
            <mc:AlternateContent xmlns:mc="http://schemas.openxmlformats.org/markup-compatibility/2006">
              <mc:Choice xmlns:v="urn:schemas-microsoft-com:vml" Requires="v">
                <p:oleObj name="公式" r:id="rId2" imgW="2387600" imgH="457200" progId="Equation.3">
                  <p:embed/>
                </p:oleObj>
              </mc:Choice>
              <mc:Fallback>
                <p:oleObj name="公式" r:id="rId2" imgW="2387600" imgH="4572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7714" y="3644900"/>
                        <a:ext cx="5545137" cy="1062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58" name="Object 6"/>
          <p:cNvGraphicFramePr>
            <a:graphicFrameLocks noChangeAspect="1"/>
          </p:cNvGraphicFramePr>
          <p:nvPr/>
        </p:nvGraphicFramePr>
        <p:xfrm>
          <a:off x="4295776" y="1412876"/>
          <a:ext cx="3414713" cy="2087563"/>
        </p:xfrm>
        <a:graphic>
          <a:graphicData uri="http://schemas.openxmlformats.org/presentationml/2006/ole">
            <mc:AlternateContent xmlns:mc="http://schemas.openxmlformats.org/markup-compatibility/2006">
              <mc:Choice xmlns:v="urn:schemas-microsoft-com:vml" Requires="v">
                <p:oleObj name="公式" r:id="rId4" imgW="1536700" imgH="939800" progId="Equation.3">
                  <p:embed/>
                </p:oleObj>
              </mc:Choice>
              <mc:Fallback>
                <p:oleObj name="公式" r:id="rId4" imgW="1536700" imgH="9398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5776" y="1412876"/>
                        <a:ext cx="3414713" cy="2087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59" name="Object 7"/>
          <p:cNvGraphicFramePr>
            <a:graphicFrameLocks noGrp="1" noChangeAspect="1"/>
          </p:cNvGraphicFramePr>
          <p:nvPr>
            <p:ph sz="half" idx="2"/>
          </p:nvPr>
        </p:nvGraphicFramePr>
        <p:xfrm>
          <a:off x="1919288" y="4938713"/>
          <a:ext cx="8532812" cy="1130300"/>
        </p:xfrm>
        <a:graphic>
          <a:graphicData uri="http://schemas.openxmlformats.org/presentationml/2006/ole">
            <mc:AlternateContent xmlns:mc="http://schemas.openxmlformats.org/markup-compatibility/2006">
              <mc:Choice xmlns:v="urn:schemas-microsoft-com:vml" Requires="v">
                <p:oleObj name="公式" r:id="rId6" imgW="3644900" imgH="482600" progId="Equation.3">
                  <p:embed/>
                </p:oleObj>
              </mc:Choice>
              <mc:Fallback>
                <p:oleObj name="公式" r:id="rId6" imgW="3644900" imgH="4826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9288" y="4938713"/>
                        <a:ext cx="8532812"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7CF7719B-3E88-863B-DF50-F3060DD1198E}"/>
              </a:ext>
            </a:extLst>
          </p:cNvPr>
          <p:cNvSpPr>
            <a:spLocks noGrp="1"/>
          </p:cNvSpPr>
          <p:nvPr>
            <p:ph type="sldNum" sz="quarter" idx="11"/>
          </p:nvPr>
        </p:nvSpPr>
        <p:spPr/>
        <p:txBody>
          <a:bodyPr/>
          <a:lstStyle/>
          <a:p>
            <a:pPr>
              <a:defRPr/>
            </a:pPr>
            <a:fld id="{999B3504-16D4-4C04-B1A4-25F8AB881801}" type="slidenum">
              <a:rPr lang="en-US" altLang="zh-CN" smtClean="0"/>
              <a:pPr>
                <a:defRPr/>
              </a:pPr>
              <a:t>15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animEffect transition="in" filter="wipe(left)">
                                      <p:cBhvr>
                                        <p:cTn id="7" dur="500"/>
                                        <p:tgtEl>
                                          <p:spTgt spid="100355">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00358"/>
                                        </p:tgtEl>
                                        <p:attrNameLst>
                                          <p:attrName>style.visibility</p:attrName>
                                        </p:attrNameLst>
                                      </p:cBhvr>
                                      <p:to>
                                        <p:strVal val="visible"/>
                                      </p:to>
                                    </p:set>
                                    <p:animEffect transition="in" filter="wipe(left)">
                                      <p:cBhvr>
                                        <p:cTn id="11" dur="500"/>
                                        <p:tgtEl>
                                          <p:spTgt spid="10035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0355">
                                            <p:txEl>
                                              <p:pRg st="6" end="6"/>
                                            </p:txEl>
                                          </p:spTgt>
                                        </p:tgtEl>
                                        <p:attrNameLst>
                                          <p:attrName>style.visibility</p:attrName>
                                        </p:attrNameLst>
                                      </p:cBhvr>
                                      <p:to>
                                        <p:strVal val="visible"/>
                                      </p:to>
                                    </p:set>
                                    <p:animEffect transition="in" filter="wipe(left)">
                                      <p:cBhvr>
                                        <p:cTn id="16" dur="500"/>
                                        <p:tgtEl>
                                          <p:spTgt spid="100355">
                                            <p:txEl>
                                              <p:pRg st="6" end="6"/>
                                            </p:txEl>
                                          </p:spTgt>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100357"/>
                                        </p:tgtEl>
                                        <p:attrNameLst>
                                          <p:attrName>style.visibility</p:attrName>
                                        </p:attrNameLst>
                                      </p:cBhvr>
                                      <p:to>
                                        <p:strVal val="visible"/>
                                      </p:to>
                                    </p:set>
                                    <p:animEffect transition="in" filter="wipe(left)">
                                      <p:cBhvr>
                                        <p:cTn id="20" dur="500"/>
                                        <p:tgtEl>
                                          <p:spTgt spid="10035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00359"/>
                                        </p:tgtEl>
                                        <p:attrNameLst>
                                          <p:attrName>style.visibility</p:attrName>
                                        </p:attrNameLst>
                                      </p:cBhvr>
                                      <p:to>
                                        <p:strVal val="visible"/>
                                      </p:to>
                                    </p:set>
                                    <p:animEffect transition="in" filter="wipe(left)">
                                      <p:cBhvr>
                                        <p:cTn id="25" dur="500"/>
                                        <p:tgtEl>
                                          <p:spTgt spid="10035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00355">
                                            <p:txEl>
                                              <p:pRg st="12" end="12"/>
                                            </p:txEl>
                                          </p:spTgt>
                                        </p:tgtEl>
                                        <p:attrNameLst>
                                          <p:attrName>style.visibility</p:attrName>
                                        </p:attrNameLst>
                                      </p:cBhvr>
                                      <p:to>
                                        <p:strVal val="visible"/>
                                      </p:to>
                                    </p:set>
                                    <p:animEffect transition="in" filter="wipe(left)">
                                      <p:cBhvr>
                                        <p:cTn id="30" dur="500"/>
                                        <p:tgtEl>
                                          <p:spTgt spid="10035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981200" y="457201"/>
            <a:ext cx="8229600" cy="955675"/>
          </a:xfrm>
        </p:spPr>
        <p:txBody>
          <a:bodyPr/>
          <a:lstStyle/>
          <a:p>
            <a:pPr algn="ctr" eaLnBrk="1" hangingPunct="1"/>
            <a:r>
              <a:rPr lang="zh-CN" altLang="en-US">
                <a:solidFill>
                  <a:srgbClr val="008000"/>
                </a:solidFill>
                <a:latin typeface="黑体" pitchFamily="2" charset="-122"/>
                <a:ea typeface="黑体" pitchFamily="2" charset="-122"/>
              </a:rPr>
              <a:t>给定</a:t>
            </a:r>
            <a:r>
              <a:rPr lang="en-US" altLang="zh-CN">
                <a:solidFill>
                  <a:srgbClr val="008000"/>
                </a:solidFill>
                <a:latin typeface="黑体" pitchFamily="2" charset="-122"/>
                <a:ea typeface="黑体" pitchFamily="2" charset="-122"/>
              </a:rPr>
              <a:t>F</a:t>
            </a:r>
            <a:r>
              <a:rPr lang="zh-CN" altLang="en-US">
                <a:solidFill>
                  <a:srgbClr val="008000"/>
                </a:solidFill>
                <a:latin typeface="黑体" pitchFamily="2" charset="-122"/>
                <a:ea typeface="黑体" pitchFamily="2" charset="-122"/>
              </a:rPr>
              <a:t>关系，求</a:t>
            </a:r>
            <a:r>
              <a:rPr lang="en-US" altLang="zh-CN">
                <a:solidFill>
                  <a:srgbClr val="008000"/>
                </a:solidFill>
                <a:latin typeface="黑体" pitchFamily="2" charset="-122"/>
                <a:ea typeface="黑体" pitchFamily="2" charset="-122"/>
              </a:rPr>
              <a:t>F</a:t>
            </a:r>
            <a:r>
              <a:rPr lang="zh-CN" altLang="en-US">
                <a:solidFill>
                  <a:srgbClr val="008000"/>
                </a:solidFill>
                <a:latin typeface="黑体" pitchFamily="2" charset="-122"/>
                <a:ea typeface="黑体" pitchFamily="2" charset="-122"/>
              </a:rPr>
              <a:t>映射的方法</a:t>
            </a:r>
            <a:r>
              <a:rPr lang="zh-CN" altLang="en-US">
                <a:solidFill>
                  <a:srgbClr val="008000"/>
                </a:solidFill>
                <a:ea typeface="黑体" pitchFamily="2" charset="-122"/>
              </a:rPr>
              <a:t>举例</a:t>
            </a:r>
            <a:endParaRPr lang="en-US" altLang="zh-CN" sz="3600">
              <a:ea typeface="黑体" pitchFamily="2" charset="-122"/>
            </a:endParaRPr>
          </a:p>
        </p:txBody>
      </p:sp>
      <p:sp>
        <p:nvSpPr>
          <p:cNvPr id="81923" name="Rectangle 3"/>
          <p:cNvSpPr>
            <a:spLocks noGrp="1" noChangeArrowheads="1"/>
          </p:cNvSpPr>
          <p:nvPr>
            <p:ph type="body" sz="half" idx="1"/>
          </p:nvPr>
        </p:nvSpPr>
        <p:spPr>
          <a:xfrm>
            <a:off x="1199456" y="1412876"/>
            <a:ext cx="9433048" cy="5445125"/>
          </a:xfrm>
        </p:spPr>
        <p:txBody>
          <a:bodyPr/>
          <a:lstStyle/>
          <a:p>
            <a:pPr eaLnBrk="1" hangingPunct="1">
              <a:buNone/>
            </a:pPr>
            <a:r>
              <a:rPr lang="zh-CN" altLang="en-US" sz="2800" dirty="0"/>
              <a:t>设</a:t>
            </a:r>
            <a:r>
              <a:rPr lang="en-US" altLang="zh-CN" sz="2800" dirty="0"/>
              <a:t>U ={</a:t>
            </a:r>
            <a:r>
              <a:rPr kumimoji="1" lang="en-US" altLang="zh-CN" sz="2800" i="1" dirty="0"/>
              <a:t>u</a:t>
            </a:r>
            <a:r>
              <a:rPr kumimoji="1" lang="en-US" altLang="zh-CN" sz="2800" baseline="-25000" dirty="0"/>
              <a:t>1</a:t>
            </a:r>
            <a:r>
              <a:rPr kumimoji="1" lang="en-US" altLang="zh-CN" sz="2800" dirty="0"/>
              <a:t>, </a:t>
            </a:r>
            <a:r>
              <a:rPr kumimoji="1" lang="en-US" altLang="zh-CN" sz="2800" i="1" dirty="0"/>
              <a:t>u</a:t>
            </a:r>
            <a:r>
              <a:rPr kumimoji="1" lang="en-US" altLang="zh-CN" sz="2800" baseline="-25000" dirty="0"/>
              <a:t>2</a:t>
            </a:r>
            <a:r>
              <a:rPr kumimoji="1" lang="en-US" altLang="zh-CN" sz="2800" dirty="0"/>
              <a:t>, </a:t>
            </a:r>
            <a:r>
              <a:rPr kumimoji="1" lang="en-US" altLang="zh-CN" sz="2800" i="1" dirty="0"/>
              <a:t>u</a:t>
            </a:r>
            <a:r>
              <a:rPr kumimoji="1" lang="en-US" altLang="zh-CN" sz="2800" baseline="-25000" dirty="0"/>
              <a:t>3</a:t>
            </a:r>
            <a:r>
              <a:rPr kumimoji="1" lang="en-US" altLang="zh-CN" sz="2800" dirty="0"/>
              <a:t>}</a:t>
            </a:r>
            <a:r>
              <a:rPr kumimoji="1" lang="zh-CN" altLang="en-US" sz="2800" dirty="0"/>
              <a:t>，</a:t>
            </a:r>
            <a:r>
              <a:rPr kumimoji="1" lang="en-US" altLang="zh-CN" sz="2800" dirty="0"/>
              <a:t>V={v</a:t>
            </a:r>
            <a:r>
              <a:rPr kumimoji="1" lang="en-US" altLang="zh-CN" sz="2800" baseline="-25000" dirty="0"/>
              <a:t>1</a:t>
            </a:r>
            <a:r>
              <a:rPr kumimoji="1" lang="en-US" altLang="zh-CN" sz="2800" dirty="0"/>
              <a:t>,v</a:t>
            </a:r>
            <a:r>
              <a:rPr kumimoji="1" lang="en-US" altLang="zh-CN" sz="2800" baseline="-25000" dirty="0"/>
              <a:t>2</a:t>
            </a:r>
            <a:r>
              <a:rPr kumimoji="1" lang="en-US" altLang="zh-CN" sz="2800" dirty="0"/>
              <a:t>, v</a:t>
            </a:r>
            <a:r>
              <a:rPr kumimoji="1" lang="en-US" altLang="zh-CN" sz="2800" baseline="-25000" dirty="0"/>
              <a:t>3</a:t>
            </a:r>
            <a:r>
              <a:rPr kumimoji="1" lang="en-US" altLang="zh-CN" sz="2800" dirty="0"/>
              <a:t>, v</a:t>
            </a:r>
            <a:r>
              <a:rPr kumimoji="1" lang="en-US" altLang="zh-CN" sz="2800" baseline="-25000" dirty="0"/>
              <a:t>4</a:t>
            </a:r>
            <a:r>
              <a:rPr kumimoji="1" lang="en-US" altLang="zh-CN" sz="2800" dirty="0"/>
              <a:t>}</a:t>
            </a:r>
            <a:r>
              <a:rPr kumimoji="1" lang="zh-CN" altLang="en-US" sz="2800" dirty="0"/>
              <a:t>， </a:t>
            </a:r>
            <a:r>
              <a:rPr kumimoji="1" lang="en-US" altLang="zh-CN" dirty="0">
                <a:latin typeface="Times New Roman" pitchFamily="18" charset="0"/>
              </a:rPr>
              <a:t>R</a:t>
            </a:r>
            <a:r>
              <a:rPr kumimoji="1" lang="en-US" altLang="en-US" b="1" dirty="0">
                <a:solidFill>
                  <a:schemeClr val="bg2"/>
                </a:solidFill>
                <a:latin typeface="Times New Roman" pitchFamily="18" charset="0"/>
                <a:sym typeface="Symbol" panose="05050102010706020507" pitchFamily="18" charset="2"/>
              </a:rPr>
              <a:t></a:t>
            </a:r>
            <a:r>
              <a:rPr kumimoji="1" lang="en-US" altLang="zh-CN" dirty="0">
                <a:latin typeface="Monotype Corsiva" pitchFamily="66" charset="0"/>
              </a:rPr>
              <a:t>F</a:t>
            </a:r>
            <a:r>
              <a:rPr kumimoji="1" lang="en-US" altLang="zh-CN" dirty="0">
                <a:latin typeface="Times New Roman" pitchFamily="18" charset="0"/>
              </a:rPr>
              <a:t>(U</a:t>
            </a:r>
            <a:r>
              <a:rPr kumimoji="1" lang="en-US" altLang="en-US" dirty="0">
                <a:latin typeface="Times New Roman" pitchFamily="18" charset="0"/>
              </a:rPr>
              <a:t>×</a:t>
            </a:r>
            <a:r>
              <a:rPr kumimoji="1" lang="en-US" altLang="zh-CN" dirty="0">
                <a:latin typeface="Times New Roman" pitchFamily="18" charset="0"/>
              </a:rPr>
              <a:t>V)</a:t>
            </a:r>
            <a:r>
              <a:rPr kumimoji="1" lang="zh-CN" altLang="en-US" dirty="0">
                <a:latin typeface="Times New Roman" pitchFamily="18" charset="0"/>
              </a:rPr>
              <a:t>，且</a:t>
            </a:r>
          </a:p>
          <a:p>
            <a:pPr eaLnBrk="1" hangingPunct="1">
              <a:buFont typeface="Wingdings" pitchFamily="2" charset="2"/>
              <a:buNone/>
            </a:pPr>
            <a:endParaRPr kumimoji="1" lang="zh-CN" altLang="en-US" sz="2800" dirty="0">
              <a:latin typeface="Times New Roman" pitchFamily="18" charset="0"/>
            </a:endParaRPr>
          </a:p>
          <a:p>
            <a:pPr eaLnBrk="1" hangingPunct="1">
              <a:buFont typeface="Wingdings" pitchFamily="2" charset="2"/>
              <a:buNone/>
            </a:pPr>
            <a:endParaRPr kumimoji="1" lang="en-US" altLang="zh-CN" sz="2800" dirty="0">
              <a:latin typeface="Times New Roman" pitchFamily="18" charset="0"/>
            </a:endParaRPr>
          </a:p>
          <a:p>
            <a:pPr eaLnBrk="1" hangingPunct="1">
              <a:buFont typeface="Wingdings" pitchFamily="2" charset="2"/>
              <a:buNone/>
            </a:pPr>
            <a:endParaRPr kumimoji="1" lang="zh-CN" altLang="en-US" sz="2400" dirty="0">
              <a:latin typeface="Times New Roman" pitchFamily="18" charset="0"/>
            </a:endParaRPr>
          </a:p>
          <a:p>
            <a:pPr eaLnBrk="1" hangingPunct="1">
              <a:buFont typeface="Wingdings" pitchFamily="2" charset="2"/>
              <a:buNone/>
            </a:pPr>
            <a:endParaRPr kumimoji="1" lang="zh-CN" altLang="en-US" sz="1200" dirty="0">
              <a:latin typeface="Times New Roman" pitchFamily="18" charset="0"/>
            </a:endParaRPr>
          </a:p>
          <a:p>
            <a:pPr eaLnBrk="1" hangingPunct="1">
              <a:buFont typeface="Wingdings" pitchFamily="2" charset="2"/>
              <a:buNone/>
            </a:pPr>
            <a:r>
              <a:rPr kumimoji="1" lang="zh-CN" altLang="en-US" dirty="0">
                <a:latin typeface="Times New Roman" pitchFamily="18" charset="0"/>
              </a:rPr>
              <a:t>则</a:t>
            </a:r>
            <a:r>
              <a:rPr kumimoji="1" lang="en-US" altLang="zh-CN" dirty="0">
                <a:latin typeface="Monotype Corsiva" pitchFamily="66" charset="0"/>
                <a:ea typeface="黑体" pitchFamily="2" charset="-122"/>
              </a:rPr>
              <a:t>f </a:t>
            </a:r>
            <a:r>
              <a:rPr kumimoji="1" lang="zh-CN" altLang="en-US" dirty="0">
                <a:ea typeface="黑体" pitchFamily="2" charset="-122"/>
              </a:rPr>
              <a:t>从</a:t>
            </a:r>
            <a:r>
              <a:rPr kumimoji="1" lang="en-US" altLang="zh-CN" dirty="0">
                <a:ea typeface="黑体" pitchFamily="2" charset="-122"/>
              </a:rPr>
              <a:t>U</a:t>
            </a:r>
            <a:r>
              <a:rPr kumimoji="1" lang="zh-CN" altLang="en-US" dirty="0">
                <a:ea typeface="黑体" pitchFamily="2" charset="-122"/>
              </a:rPr>
              <a:t>到</a:t>
            </a:r>
            <a:r>
              <a:rPr kumimoji="1" lang="en-US" altLang="zh-CN" dirty="0">
                <a:ea typeface="黑体" pitchFamily="2" charset="-122"/>
              </a:rPr>
              <a:t>V</a:t>
            </a:r>
            <a:r>
              <a:rPr kumimoji="1" lang="zh-CN" altLang="en-US" dirty="0">
                <a:ea typeface="黑体" pitchFamily="2" charset="-122"/>
              </a:rPr>
              <a:t>的</a:t>
            </a:r>
            <a:r>
              <a:rPr kumimoji="1" lang="en-US" altLang="zh-CN" dirty="0">
                <a:ea typeface="黑体" pitchFamily="2" charset="-122"/>
              </a:rPr>
              <a:t>F</a:t>
            </a:r>
            <a:r>
              <a:rPr kumimoji="1" lang="zh-CN" altLang="en-US" dirty="0">
                <a:ea typeface="黑体" pitchFamily="2" charset="-122"/>
              </a:rPr>
              <a:t>映射为：</a:t>
            </a:r>
          </a:p>
          <a:p>
            <a:pPr eaLnBrk="1" hangingPunct="1">
              <a:buFont typeface="Wingdings" pitchFamily="2" charset="2"/>
              <a:buNone/>
            </a:pPr>
            <a:endParaRPr kumimoji="1" lang="zh-CN" altLang="en-US" sz="2800" dirty="0">
              <a:latin typeface="Times New Roman" pitchFamily="18" charset="0"/>
            </a:endParaRPr>
          </a:p>
          <a:p>
            <a:pPr eaLnBrk="1" hangingPunct="1">
              <a:buFont typeface="Wingdings" pitchFamily="2" charset="2"/>
              <a:buNone/>
            </a:pPr>
            <a:endParaRPr kumimoji="1" lang="zh-CN" altLang="en-US" sz="2800" dirty="0">
              <a:latin typeface="Times New Roman" pitchFamily="18" charset="0"/>
            </a:endParaRPr>
          </a:p>
          <a:p>
            <a:pPr eaLnBrk="1" hangingPunct="1">
              <a:buFont typeface="Wingdings" pitchFamily="2" charset="2"/>
              <a:buNone/>
            </a:pPr>
            <a:endParaRPr kumimoji="1" lang="zh-CN" altLang="en-US" sz="2800" dirty="0">
              <a:latin typeface="Times New Roman" pitchFamily="18" charset="0"/>
            </a:endParaRPr>
          </a:p>
          <a:p>
            <a:pPr eaLnBrk="1" hangingPunct="1">
              <a:buFont typeface="Wingdings" pitchFamily="2" charset="2"/>
              <a:buNone/>
            </a:pPr>
            <a:endParaRPr kumimoji="1" lang="zh-CN" altLang="en-US" sz="2800" dirty="0">
              <a:latin typeface="Times New Roman" pitchFamily="18" charset="0"/>
            </a:endParaRPr>
          </a:p>
          <a:p>
            <a:pPr eaLnBrk="1" hangingPunct="1">
              <a:buFont typeface="Wingdings" pitchFamily="2" charset="2"/>
              <a:buNone/>
            </a:pPr>
            <a:endParaRPr kumimoji="1" lang="zh-CN" altLang="en-US" sz="2000" dirty="0">
              <a:latin typeface="Times New Roman" pitchFamily="18" charset="0"/>
            </a:endParaRPr>
          </a:p>
        </p:txBody>
      </p:sp>
      <p:graphicFrame>
        <p:nvGraphicFramePr>
          <p:cNvPr id="81924" name="Object 4"/>
          <p:cNvGraphicFramePr>
            <a:graphicFrameLocks noGrp="1" noChangeAspect="1"/>
          </p:cNvGraphicFramePr>
          <p:nvPr>
            <p:ph sz="quarter" idx="2"/>
          </p:nvPr>
        </p:nvGraphicFramePr>
        <p:xfrm>
          <a:off x="3648075" y="1989138"/>
          <a:ext cx="3671888" cy="1619250"/>
        </p:xfrm>
        <a:graphic>
          <a:graphicData uri="http://schemas.openxmlformats.org/presentationml/2006/ole">
            <mc:AlternateContent xmlns:mc="http://schemas.openxmlformats.org/markup-compatibility/2006">
              <mc:Choice xmlns:v="urn:schemas-microsoft-com:vml" Requires="v">
                <p:oleObj name="公式" r:id="rId2" imgW="1612900" imgH="711200" progId="Equation.3">
                  <p:embed/>
                </p:oleObj>
              </mc:Choice>
              <mc:Fallback>
                <p:oleObj name="公式" r:id="rId2" imgW="1612900" imgH="711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075" y="1989138"/>
                        <a:ext cx="3671888" cy="161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6" name="Object 6"/>
          <p:cNvGraphicFramePr>
            <a:graphicFrameLocks noGrp="1" noChangeAspect="1"/>
          </p:cNvGraphicFramePr>
          <p:nvPr>
            <p:ph sz="quarter" idx="3"/>
          </p:nvPr>
        </p:nvGraphicFramePr>
        <p:xfrm>
          <a:off x="3432176" y="4221164"/>
          <a:ext cx="4321175" cy="2497137"/>
        </p:xfrm>
        <a:graphic>
          <a:graphicData uri="http://schemas.openxmlformats.org/presentationml/2006/ole">
            <mc:AlternateContent xmlns:mc="http://schemas.openxmlformats.org/markup-compatibility/2006">
              <mc:Choice xmlns:v="urn:schemas-microsoft-com:vml" Requires="v">
                <p:oleObj name="公式" r:id="rId4" imgW="2108200" imgH="1219200" progId="Equation.3">
                  <p:embed/>
                </p:oleObj>
              </mc:Choice>
              <mc:Fallback>
                <p:oleObj name="公式" r:id="rId4" imgW="2108200" imgH="12192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2176" y="4221164"/>
                        <a:ext cx="4321175" cy="2497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F7D9BFFD-C5A6-3604-5676-B40FA15448EF}"/>
              </a:ext>
            </a:extLst>
          </p:cNvPr>
          <p:cNvSpPr>
            <a:spLocks noGrp="1"/>
          </p:cNvSpPr>
          <p:nvPr>
            <p:ph type="sldNum" sz="quarter" idx="11"/>
          </p:nvPr>
        </p:nvSpPr>
        <p:spPr/>
        <p:txBody>
          <a:bodyPr/>
          <a:lstStyle/>
          <a:p>
            <a:pPr>
              <a:defRPr/>
            </a:pPr>
            <a:fld id="{B1928985-958F-4925-BAAA-4C45D70B67B4}" type="slidenum">
              <a:rPr lang="en-US" altLang="zh-CN" smtClean="0"/>
              <a:pPr>
                <a:defRPr/>
              </a:pPr>
              <a:t>16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wipe(up)">
                                      <p:cBhvr>
                                        <p:cTn id="7" dur="500"/>
                                        <p:tgtEl>
                                          <p:spTgt spid="819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1924"/>
                                        </p:tgtEl>
                                        <p:attrNameLst>
                                          <p:attrName>style.visibility</p:attrName>
                                        </p:attrNameLst>
                                      </p:cBhvr>
                                      <p:to>
                                        <p:strVal val="visible"/>
                                      </p:to>
                                    </p:set>
                                    <p:animEffect transition="in" filter="wipe(up)">
                                      <p:cBhvr>
                                        <p:cTn id="12" dur="500"/>
                                        <p:tgtEl>
                                          <p:spTgt spid="819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1923">
                                            <p:txEl>
                                              <p:pRg st="5" end="5"/>
                                            </p:txEl>
                                          </p:spTgt>
                                        </p:tgtEl>
                                        <p:attrNameLst>
                                          <p:attrName>style.visibility</p:attrName>
                                        </p:attrNameLst>
                                      </p:cBhvr>
                                      <p:to>
                                        <p:strVal val="visible"/>
                                      </p:to>
                                    </p:set>
                                    <p:animEffect transition="in" filter="wipe(up)">
                                      <p:cBhvr>
                                        <p:cTn id="17" dur="500"/>
                                        <p:tgtEl>
                                          <p:spTgt spid="81923">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1926"/>
                                        </p:tgtEl>
                                        <p:attrNameLst>
                                          <p:attrName>style.visibility</p:attrName>
                                        </p:attrNameLst>
                                      </p:cBhvr>
                                      <p:to>
                                        <p:strVal val="visible"/>
                                      </p:to>
                                    </p:set>
                                    <p:animEffect transition="in" filter="wipe(up)">
                                      <p:cBhvr>
                                        <p:cTn id="22" dur="500"/>
                                        <p:tgtEl>
                                          <p:spTgt spid="81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981200" y="457201"/>
            <a:ext cx="8229600" cy="1027113"/>
          </a:xfrm>
        </p:spPr>
        <p:txBody>
          <a:bodyPr/>
          <a:lstStyle/>
          <a:p>
            <a:pPr algn="ctr" eaLnBrk="1" hangingPunct="1"/>
            <a:r>
              <a:rPr lang="en-US" altLang="zh-CN">
                <a:solidFill>
                  <a:srgbClr val="008000"/>
                </a:solidFill>
              </a:rPr>
              <a:t>4.2   F</a:t>
            </a:r>
            <a:r>
              <a:rPr lang="zh-CN" altLang="en-US">
                <a:solidFill>
                  <a:srgbClr val="008000"/>
                </a:solidFill>
                <a:ea typeface="黑体" pitchFamily="2" charset="-122"/>
              </a:rPr>
              <a:t>变换</a:t>
            </a:r>
          </a:p>
        </p:txBody>
      </p:sp>
      <p:sp>
        <p:nvSpPr>
          <p:cNvPr id="104453" name="Rectangle 5"/>
          <p:cNvSpPr>
            <a:spLocks noGrp="1" noChangeArrowheads="1"/>
          </p:cNvSpPr>
          <p:nvPr>
            <p:ph type="body" idx="1"/>
          </p:nvPr>
        </p:nvSpPr>
        <p:spPr>
          <a:xfrm>
            <a:off x="1127448" y="1484313"/>
            <a:ext cx="9793088" cy="2881312"/>
          </a:xfrm>
          <a:noFill/>
        </p:spPr>
        <p:txBody>
          <a:bodyPr/>
          <a:lstStyle/>
          <a:p>
            <a:pPr eaLnBrk="1" hangingPunct="1"/>
            <a:r>
              <a:rPr kumimoji="1" lang="en-US" altLang="zh-CN" dirty="0">
                <a:ea typeface="黑体" pitchFamily="2" charset="-122"/>
              </a:rPr>
              <a:t> </a:t>
            </a:r>
            <a:r>
              <a:rPr kumimoji="1" lang="zh-CN" altLang="en-US" dirty="0">
                <a:ea typeface="黑体" pitchFamily="2" charset="-122"/>
              </a:rPr>
              <a:t>若映射</a:t>
            </a:r>
            <a:r>
              <a:rPr kumimoji="1" lang="en-US" altLang="zh-CN" i="1" dirty="0">
                <a:ea typeface="黑体" pitchFamily="2" charset="-122"/>
              </a:rPr>
              <a:t>T </a:t>
            </a:r>
            <a:r>
              <a:rPr kumimoji="1" lang="zh-CN" altLang="en-US" dirty="0">
                <a:ea typeface="黑体" pitchFamily="2" charset="-122"/>
              </a:rPr>
              <a:t>将</a:t>
            </a:r>
            <a:r>
              <a:rPr kumimoji="1" lang="en-US" altLang="zh-CN" dirty="0">
                <a:ea typeface="黑体" pitchFamily="2" charset="-122"/>
              </a:rPr>
              <a:t>U</a:t>
            </a:r>
            <a:r>
              <a:rPr kumimoji="1" lang="en-US" altLang="zh-CN" i="1" dirty="0">
                <a:ea typeface="黑体" pitchFamily="2" charset="-122"/>
              </a:rPr>
              <a:t> </a:t>
            </a:r>
            <a:r>
              <a:rPr kumimoji="1" lang="zh-CN" altLang="en-US" dirty="0">
                <a:ea typeface="黑体" pitchFamily="2" charset="-122"/>
              </a:rPr>
              <a:t>的一个</a:t>
            </a:r>
            <a:r>
              <a:rPr kumimoji="1" lang="en-US" altLang="zh-CN" dirty="0">
                <a:ea typeface="黑体" pitchFamily="2" charset="-122"/>
              </a:rPr>
              <a:t>F</a:t>
            </a:r>
            <a:r>
              <a:rPr kumimoji="1" lang="zh-CN" altLang="en-US" dirty="0">
                <a:ea typeface="黑体" pitchFamily="2" charset="-122"/>
              </a:rPr>
              <a:t>子集</a:t>
            </a:r>
            <a:r>
              <a:rPr kumimoji="1" lang="en-US" altLang="zh-CN" i="1" dirty="0">
                <a:ea typeface="黑体" pitchFamily="2" charset="-122"/>
              </a:rPr>
              <a:t>A</a:t>
            </a:r>
            <a:r>
              <a:rPr kumimoji="1" lang="zh-CN" altLang="en-US" dirty="0">
                <a:ea typeface="黑体" pitchFamily="2" charset="-122"/>
              </a:rPr>
              <a:t>映射到</a:t>
            </a:r>
            <a:r>
              <a:rPr kumimoji="1" lang="en-US" altLang="zh-CN" dirty="0">
                <a:ea typeface="黑体" pitchFamily="2" charset="-122"/>
              </a:rPr>
              <a:t>V</a:t>
            </a:r>
            <a:r>
              <a:rPr kumimoji="1" lang="en-US" altLang="zh-CN" i="1" dirty="0">
                <a:ea typeface="黑体" pitchFamily="2" charset="-122"/>
              </a:rPr>
              <a:t> </a:t>
            </a:r>
            <a:r>
              <a:rPr kumimoji="1" lang="zh-CN" altLang="en-US" dirty="0">
                <a:ea typeface="黑体" pitchFamily="2" charset="-122"/>
              </a:rPr>
              <a:t>的一个</a:t>
            </a:r>
            <a:r>
              <a:rPr kumimoji="1" lang="en-US" altLang="zh-CN" dirty="0">
                <a:ea typeface="黑体" pitchFamily="2" charset="-122"/>
              </a:rPr>
              <a:t>F</a:t>
            </a:r>
            <a:r>
              <a:rPr kumimoji="1" lang="zh-CN" altLang="en-US" dirty="0">
                <a:ea typeface="黑体" pitchFamily="2" charset="-122"/>
              </a:rPr>
              <a:t>子集</a:t>
            </a:r>
            <a:r>
              <a:rPr kumimoji="1" lang="en-US" altLang="zh-CN" i="1" dirty="0">
                <a:ea typeface="黑体" pitchFamily="2" charset="-122"/>
              </a:rPr>
              <a:t>B</a:t>
            </a:r>
            <a:r>
              <a:rPr kumimoji="1" lang="en-US" altLang="zh-CN" dirty="0">
                <a:ea typeface="黑体" pitchFamily="2" charset="-122"/>
              </a:rPr>
              <a:t>,</a:t>
            </a:r>
            <a:r>
              <a:rPr kumimoji="1" lang="zh-CN" altLang="en-US" dirty="0">
                <a:ea typeface="黑体" pitchFamily="2" charset="-122"/>
              </a:rPr>
              <a:t>则称映射</a:t>
            </a:r>
            <a:r>
              <a:rPr kumimoji="1" lang="en-US" altLang="zh-CN" i="1" dirty="0">
                <a:ea typeface="黑体" pitchFamily="2" charset="-122"/>
              </a:rPr>
              <a:t>T </a:t>
            </a:r>
            <a:r>
              <a:rPr kumimoji="1" lang="zh-CN" altLang="en-US" dirty="0">
                <a:ea typeface="黑体" pitchFamily="2" charset="-122"/>
              </a:rPr>
              <a:t>为从</a:t>
            </a:r>
            <a:r>
              <a:rPr kumimoji="1" lang="en-US" altLang="zh-CN" dirty="0">
                <a:ea typeface="黑体" pitchFamily="2" charset="-122"/>
              </a:rPr>
              <a:t>U</a:t>
            </a:r>
            <a:r>
              <a:rPr kumimoji="1" lang="en-US" altLang="zh-CN" i="1" dirty="0">
                <a:ea typeface="黑体" pitchFamily="2" charset="-122"/>
              </a:rPr>
              <a:t> </a:t>
            </a:r>
            <a:r>
              <a:rPr kumimoji="1" lang="zh-CN" altLang="en-US" dirty="0">
                <a:ea typeface="黑体" pitchFamily="2" charset="-122"/>
              </a:rPr>
              <a:t>到</a:t>
            </a:r>
            <a:r>
              <a:rPr kumimoji="1" lang="en-US" altLang="zh-CN" dirty="0">
                <a:ea typeface="黑体" pitchFamily="2" charset="-122"/>
              </a:rPr>
              <a:t>V</a:t>
            </a:r>
            <a:r>
              <a:rPr kumimoji="1" lang="en-US" altLang="zh-CN" i="1" dirty="0">
                <a:ea typeface="黑体" pitchFamily="2" charset="-122"/>
              </a:rPr>
              <a:t> </a:t>
            </a:r>
            <a:r>
              <a:rPr kumimoji="1" lang="zh-CN" altLang="en-US" dirty="0">
                <a:ea typeface="黑体" pitchFamily="2" charset="-122"/>
              </a:rPr>
              <a:t>的</a:t>
            </a:r>
            <a:r>
              <a:rPr kumimoji="1" lang="en-US" altLang="zh-CN" dirty="0">
                <a:solidFill>
                  <a:srgbClr val="F72603"/>
                </a:solidFill>
                <a:ea typeface="黑体" pitchFamily="2" charset="-122"/>
              </a:rPr>
              <a:t>F</a:t>
            </a:r>
            <a:r>
              <a:rPr kumimoji="1" lang="zh-CN" altLang="en-US" dirty="0">
                <a:solidFill>
                  <a:srgbClr val="F72603"/>
                </a:solidFill>
                <a:ea typeface="黑体" pitchFamily="2" charset="-122"/>
              </a:rPr>
              <a:t>变换</a:t>
            </a:r>
          </a:p>
          <a:p>
            <a:pPr eaLnBrk="1" hangingPunct="1">
              <a:buFont typeface="Wingdings" pitchFamily="2" charset="2"/>
              <a:buNone/>
            </a:pPr>
            <a:r>
              <a:rPr lang="zh-CN" altLang="en-US" dirty="0">
                <a:solidFill>
                  <a:schemeClr val="bg2"/>
                </a:solidFill>
                <a:ea typeface="黑体" pitchFamily="2" charset="-122"/>
              </a:rPr>
              <a:t>　即称映射  </a:t>
            </a:r>
            <a:r>
              <a:rPr kumimoji="1" lang="zh-CN" altLang="en-US" dirty="0">
                <a:solidFill>
                  <a:schemeClr val="bg2"/>
                </a:solidFill>
                <a:ea typeface="黑体" pitchFamily="2" charset="-122"/>
              </a:rPr>
              <a:t> </a:t>
            </a:r>
          </a:p>
          <a:p>
            <a:pPr eaLnBrk="1" hangingPunct="1">
              <a:buFont typeface="Wingdings" pitchFamily="2" charset="2"/>
              <a:buNone/>
            </a:pPr>
            <a:r>
              <a:rPr kumimoji="1" lang="zh-CN" altLang="en-US" dirty="0">
                <a:solidFill>
                  <a:srgbClr val="008000"/>
                </a:solidFill>
                <a:ea typeface="黑体" pitchFamily="2" charset="-122"/>
              </a:rPr>
              <a:t>             </a:t>
            </a:r>
            <a:r>
              <a:rPr kumimoji="1" lang="en-US" altLang="zh-CN" dirty="0">
                <a:solidFill>
                  <a:srgbClr val="008000"/>
                </a:solidFill>
                <a:ea typeface="黑体" pitchFamily="2" charset="-122"/>
              </a:rPr>
              <a:t>T: </a:t>
            </a:r>
            <a:r>
              <a:rPr kumimoji="1" lang="en-US" altLang="zh-CN" dirty="0">
                <a:solidFill>
                  <a:srgbClr val="008000"/>
                </a:solidFill>
                <a:latin typeface="Monotype Corsiva" pitchFamily="66" charset="0"/>
                <a:ea typeface="黑体" pitchFamily="2" charset="-122"/>
              </a:rPr>
              <a:t>F</a:t>
            </a:r>
            <a:r>
              <a:rPr kumimoji="1" lang="en-US" altLang="zh-CN" dirty="0">
                <a:solidFill>
                  <a:srgbClr val="008000"/>
                </a:solidFill>
                <a:ea typeface="黑体" pitchFamily="2" charset="-122"/>
              </a:rPr>
              <a:t>(U)→</a:t>
            </a:r>
            <a:r>
              <a:rPr kumimoji="1" lang="en-US" altLang="zh-CN" dirty="0">
                <a:solidFill>
                  <a:srgbClr val="008000"/>
                </a:solidFill>
                <a:latin typeface="Monotype Corsiva" pitchFamily="66" charset="0"/>
                <a:ea typeface="黑体" pitchFamily="2" charset="-122"/>
              </a:rPr>
              <a:t>F</a:t>
            </a:r>
            <a:r>
              <a:rPr kumimoji="1" lang="en-US" altLang="zh-CN" dirty="0">
                <a:solidFill>
                  <a:srgbClr val="008000"/>
                </a:solidFill>
                <a:ea typeface="黑体" pitchFamily="2" charset="-122"/>
              </a:rPr>
              <a:t>(V)    A|→T(A)=B</a:t>
            </a:r>
          </a:p>
          <a:p>
            <a:pPr eaLnBrk="1" hangingPunct="1">
              <a:buFont typeface="Wingdings" pitchFamily="2" charset="2"/>
              <a:buNone/>
            </a:pPr>
            <a:r>
              <a:rPr kumimoji="1" lang="zh-CN" altLang="en-US" dirty="0">
                <a:solidFill>
                  <a:schemeClr val="bg2"/>
                </a:solidFill>
                <a:ea typeface="黑体" pitchFamily="2" charset="-122"/>
              </a:rPr>
              <a:t>　 为从</a:t>
            </a:r>
            <a:r>
              <a:rPr kumimoji="1" lang="en-US" altLang="zh-CN" dirty="0">
                <a:solidFill>
                  <a:schemeClr val="bg2"/>
                </a:solidFill>
                <a:ea typeface="黑体" pitchFamily="2" charset="-122"/>
              </a:rPr>
              <a:t>U</a:t>
            </a:r>
            <a:r>
              <a:rPr kumimoji="1" lang="zh-CN" altLang="en-US" dirty="0">
                <a:solidFill>
                  <a:schemeClr val="bg2"/>
                </a:solidFill>
                <a:ea typeface="黑体" pitchFamily="2" charset="-122"/>
              </a:rPr>
              <a:t>到</a:t>
            </a:r>
            <a:r>
              <a:rPr kumimoji="1" lang="en-US" altLang="zh-CN" dirty="0">
                <a:solidFill>
                  <a:schemeClr val="bg2"/>
                </a:solidFill>
                <a:ea typeface="黑体" pitchFamily="2" charset="-122"/>
              </a:rPr>
              <a:t>V</a:t>
            </a:r>
            <a:r>
              <a:rPr kumimoji="1" lang="zh-CN" altLang="en-US" dirty="0">
                <a:solidFill>
                  <a:schemeClr val="bg2"/>
                </a:solidFill>
                <a:ea typeface="黑体" pitchFamily="2" charset="-122"/>
              </a:rPr>
              <a:t>的一个</a:t>
            </a:r>
            <a:r>
              <a:rPr kumimoji="1" lang="en-US" altLang="zh-CN" dirty="0">
                <a:solidFill>
                  <a:schemeClr val="bg2"/>
                </a:solidFill>
                <a:ea typeface="黑体" pitchFamily="2" charset="-122"/>
              </a:rPr>
              <a:t>F</a:t>
            </a:r>
            <a:r>
              <a:rPr kumimoji="1" lang="zh-CN" altLang="en-US" dirty="0">
                <a:solidFill>
                  <a:schemeClr val="bg2"/>
                </a:solidFill>
                <a:ea typeface="黑体" pitchFamily="2" charset="-122"/>
              </a:rPr>
              <a:t>变换。</a:t>
            </a:r>
          </a:p>
        </p:txBody>
      </p:sp>
      <p:pic>
        <p:nvPicPr>
          <p:cNvPr id="1044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3429" y="4343204"/>
            <a:ext cx="5328915" cy="244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5" name="AutoShape 7"/>
          <p:cNvSpPr>
            <a:spLocks noChangeArrowheads="1"/>
          </p:cNvSpPr>
          <p:nvPr/>
        </p:nvSpPr>
        <p:spPr bwMode="auto">
          <a:xfrm>
            <a:off x="1152854" y="5891047"/>
            <a:ext cx="2519958" cy="504725"/>
          </a:xfrm>
          <a:prstGeom prst="wedgeRoundRectCallout">
            <a:avLst>
              <a:gd name="adj1" fmla="val -22551"/>
              <a:gd name="adj2" fmla="val 6801"/>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400" b="1" dirty="0">
                <a:ea typeface="楷体_GB2312" pitchFamily="49" charset="-122"/>
              </a:rPr>
              <a:t>A</a:t>
            </a:r>
            <a:r>
              <a:rPr lang="zh-CN" altLang="en-US" sz="2400" b="1" dirty="0">
                <a:ea typeface="楷体_GB2312" pitchFamily="49" charset="-122"/>
              </a:rPr>
              <a:t>、</a:t>
            </a:r>
            <a:r>
              <a:rPr lang="en-US" altLang="zh-CN" sz="2400" b="1" dirty="0">
                <a:ea typeface="楷体_GB2312" pitchFamily="49" charset="-122"/>
              </a:rPr>
              <a:t>B</a:t>
            </a:r>
            <a:r>
              <a:rPr lang="zh-CN" altLang="en-US" sz="2400" b="1" dirty="0">
                <a:ea typeface="楷体_GB2312" pitchFamily="49" charset="-122"/>
              </a:rPr>
              <a:t>为 </a:t>
            </a:r>
            <a:r>
              <a:rPr lang="en-US" altLang="zh-CN" sz="2400" b="1" dirty="0">
                <a:ea typeface="楷体_GB2312" pitchFamily="49" charset="-122"/>
              </a:rPr>
              <a:t>F</a:t>
            </a:r>
            <a:r>
              <a:rPr lang="zh-CN" altLang="en-US" sz="2400" b="1" dirty="0">
                <a:ea typeface="楷体_GB2312" pitchFamily="49" charset="-122"/>
              </a:rPr>
              <a:t>集合</a:t>
            </a:r>
          </a:p>
        </p:txBody>
      </p:sp>
      <p:sp>
        <p:nvSpPr>
          <p:cNvPr id="2" name="灯片编号占位符 1">
            <a:extLst>
              <a:ext uri="{FF2B5EF4-FFF2-40B4-BE49-F238E27FC236}">
                <a16:creationId xmlns:a16="http://schemas.microsoft.com/office/drawing/2014/main" id="{26F75C47-362B-093A-919F-E41F354DB895}"/>
              </a:ext>
            </a:extLst>
          </p:cNvPr>
          <p:cNvSpPr>
            <a:spLocks noGrp="1"/>
          </p:cNvSpPr>
          <p:nvPr>
            <p:ph type="sldNum" sz="quarter" idx="11"/>
          </p:nvPr>
        </p:nvSpPr>
        <p:spPr/>
        <p:txBody>
          <a:bodyPr/>
          <a:lstStyle/>
          <a:p>
            <a:pPr>
              <a:defRPr/>
            </a:pPr>
            <a:fld id="{EF24B7D7-F746-4E05-9A11-DD4FB4529D5B}" type="slidenum">
              <a:rPr lang="en-US" altLang="zh-CN" smtClean="0"/>
              <a:pPr>
                <a:defRPr/>
              </a:pPr>
              <a:t>17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4453">
                                            <p:txEl>
                                              <p:pRg st="0" end="0"/>
                                            </p:txEl>
                                          </p:spTgt>
                                        </p:tgtEl>
                                        <p:attrNameLst>
                                          <p:attrName>style.visibility</p:attrName>
                                        </p:attrNameLst>
                                      </p:cBhvr>
                                      <p:to>
                                        <p:strVal val="visible"/>
                                      </p:to>
                                    </p:set>
                                    <p:animEffect transition="in" filter="wipe(up)">
                                      <p:cBhvr>
                                        <p:cTn id="7" dur="500"/>
                                        <p:tgtEl>
                                          <p:spTgt spid="1044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4453">
                                            <p:txEl>
                                              <p:pRg st="1" end="1"/>
                                            </p:txEl>
                                          </p:spTgt>
                                        </p:tgtEl>
                                        <p:attrNameLst>
                                          <p:attrName>style.visibility</p:attrName>
                                        </p:attrNameLst>
                                      </p:cBhvr>
                                      <p:to>
                                        <p:strVal val="visible"/>
                                      </p:to>
                                    </p:set>
                                    <p:animEffect transition="in" filter="wipe(up)">
                                      <p:cBhvr>
                                        <p:cTn id="12" dur="500"/>
                                        <p:tgtEl>
                                          <p:spTgt spid="104453">
                                            <p:txEl>
                                              <p:pRg st="1" end="1"/>
                                            </p:txEl>
                                          </p:spTgt>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04453">
                                            <p:txEl>
                                              <p:pRg st="2" end="2"/>
                                            </p:txEl>
                                          </p:spTgt>
                                        </p:tgtEl>
                                        <p:attrNameLst>
                                          <p:attrName>style.visibility</p:attrName>
                                        </p:attrNameLst>
                                      </p:cBhvr>
                                      <p:to>
                                        <p:strVal val="visible"/>
                                      </p:to>
                                    </p:set>
                                    <p:animEffect transition="in" filter="wipe(up)">
                                      <p:cBhvr>
                                        <p:cTn id="16" dur="500"/>
                                        <p:tgtEl>
                                          <p:spTgt spid="104453">
                                            <p:txEl>
                                              <p:pRg st="2" end="2"/>
                                            </p:txEl>
                                          </p:spTgt>
                                        </p:tgtEl>
                                      </p:cBhvr>
                                    </p:animEffect>
                                  </p:childTnLst>
                                </p:cTn>
                              </p:par>
                            </p:childTnLst>
                          </p:cTn>
                        </p:par>
                        <p:par>
                          <p:cTn id="17" fill="hold" nodeType="withGroup">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104453">
                                            <p:txEl>
                                              <p:pRg st="3" end="3"/>
                                            </p:txEl>
                                          </p:spTgt>
                                        </p:tgtEl>
                                        <p:attrNameLst>
                                          <p:attrName>style.visibility</p:attrName>
                                        </p:attrNameLst>
                                      </p:cBhvr>
                                      <p:to>
                                        <p:strVal val="visible"/>
                                      </p:to>
                                    </p:set>
                                    <p:animEffect transition="in" filter="wipe(up)">
                                      <p:cBhvr>
                                        <p:cTn id="20" dur="500"/>
                                        <p:tgtEl>
                                          <p:spTgt spid="104453">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4454"/>
                                        </p:tgtEl>
                                        <p:attrNameLst>
                                          <p:attrName>style.visibility</p:attrName>
                                        </p:attrNameLst>
                                      </p:cBhvr>
                                      <p:to>
                                        <p:strVal val="visible"/>
                                      </p:to>
                                    </p:set>
                                    <p:anim calcmode="lin" valueType="num">
                                      <p:cBhvr additive="base">
                                        <p:cTn id="25" dur="500" fill="hold"/>
                                        <p:tgtEl>
                                          <p:spTgt spid="104454"/>
                                        </p:tgtEl>
                                        <p:attrNameLst>
                                          <p:attrName>ppt_x</p:attrName>
                                        </p:attrNameLst>
                                      </p:cBhvr>
                                      <p:tavLst>
                                        <p:tav tm="0">
                                          <p:val>
                                            <p:strVal val="#ppt_x"/>
                                          </p:val>
                                        </p:tav>
                                        <p:tav tm="100000">
                                          <p:val>
                                            <p:strVal val="#ppt_x"/>
                                          </p:val>
                                        </p:tav>
                                      </p:tavLst>
                                    </p:anim>
                                    <p:anim calcmode="lin" valueType="num">
                                      <p:cBhvr additive="base">
                                        <p:cTn id="26" dur="500" fill="hold"/>
                                        <p:tgtEl>
                                          <p:spTgt spid="104454"/>
                                        </p:tgtEl>
                                        <p:attrNameLst>
                                          <p:attrName>ppt_y</p:attrName>
                                        </p:attrNameLst>
                                      </p:cBhvr>
                                      <p:tavLst>
                                        <p:tav tm="0">
                                          <p:val>
                                            <p:strVal val="1+#ppt_h/2"/>
                                          </p:val>
                                        </p:tav>
                                        <p:tav tm="100000">
                                          <p:val>
                                            <p:strVal val="#ppt_y"/>
                                          </p:val>
                                        </p:tav>
                                      </p:tavLst>
                                    </p:anim>
                                  </p:childTnLst>
                                </p:cTn>
                              </p:par>
                            </p:childTnLst>
                          </p:cTn>
                        </p:par>
                        <p:par>
                          <p:cTn id="27" fill="hold" nodeType="afterGroup">
                            <p:stCondLst>
                              <p:cond delay="500"/>
                            </p:stCondLst>
                            <p:childTnLst>
                              <p:par>
                                <p:cTn id="28" presetID="2" presetClass="entr" presetSubtype="4" fill="hold" grpId="0" nodeType="afterEffect">
                                  <p:stCondLst>
                                    <p:cond delay="0"/>
                                  </p:stCondLst>
                                  <p:childTnLst>
                                    <p:set>
                                      <p:cBhvr>
                                        <p:cTn id="29" dur="1" fill="hold">
                                          <p:stCondLst>
                                            <p:cond delay="0"/>
                                          </p:stCondLst>
                                        </p:cTn>
                                        <p:tgtEl>
                                          <p:spTgt spid="104455"/>
                                        </p:tgtEl>
                                        <p:attrNameLst>
                                          <p:attrName>style.visibility</p:attrName>
                                        </p:attrNameLst>
                                      </p:cBhvr>
                                      <p:to>
                                        <p:strVal val="visible"/>
                                      </p:to>
                                    </p:set>
                                    <p:anim calcmode="lin" valueType="num">
                                      <p:cBhvr additive="base">
                                        <p:cTn id="30" dur="500" fill="hold"/>
                                        <p:tgtEl>
                                          <p:spTgt spid="104455"/>
                                        </p:tgtEl>
                                        <p:attrNameLst>
                                          <p:attrName>ppt_x</p:attrName>
                                        </p:attrNameLst>
                                      </p:cBhvr>
                                      <p:tavLst>
                                        <p:tav tm="0">
                                          <p:val>
                                            <p:strVal val="#ppt_x"/>
                                          </p:val>
                                        </p:tav>
                                        <p:tav tm="100000">
                                          <p:val>
                                            <p:strVal val="#ppt_x"/>
                                          </p:val>
                                        </p:tav>
                                      </p:tavLst>
                                    </p:anim>
                                    <p:anim calcmode="lin" valueType="num">
                                      <p:cBhvr additive="base">
                                        <p:cTn id="31" dur="500" fill="hold"/>
                                        <p:tgtEl>
                                          <p:spTgt spid="1044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3" grpId="0" uiExpand="1" build="p"/>
      <p:bldP spid="10445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92313" y="333375"/>
            <a:ext cx="8229600" cy="884238"/>
          </a:xfrm>
        </p:spPr>
        <p:txBody>
          <a:bodyPr/>
          <a:lstStyle/>
          <a:p>
            <a:pPr algn="ctr" eaLnBrk="1" hangingPunct="1"/>
            <a:r>
              <a:rPr lang="en-US" altLang="zh-CN">
                <a:solidFill>
                  <a:srgbClr val="008000"/>
                </a:solidFill>
              </a:rPr>
              <a:t>F</a:t>
            </a:r>
            <a:r>
              <a:rPr lang="zh-CN" altLang="en-US">
                <a:solidFill>
                  <a:srgbClr val="008000"/>
                </a:solidFill>
                <a:ea typeface="黑体" pitchFamily="2" charset="-122"/>
              </a:rPr>
              <a:t>变换举例</a:t>
            </a:r>
          </a:p>
        </p:txBody>
      </p:sp>
      <p:sp>
        <p:nvSpPr>
          <p:cNvPr id="105475" name="Rectangle 3"/>
          <p:cNvSpPr>
            <a:spLocks noGrp="1" noChangeArrowheads="1"/>
          </p:cNvSpPr>
          <p:nvPr>
            <p:ph type="body" sz="half" idx="1"/>
          </p:nvPr>
        </p:nvSpPr>
        <p:spPr>
          <a:xfrm>
            <a:off x="983432" y="1340768"/>
            <a:ext cx="10369151" cy="5517232"/>
          </a:xfrm>
        </p:spPr>
        <p:txBody>
          <a:bodyPr/>
          <a:lstStyle/>
          <a:p>
            <a:pPr eaLnBrk="1" hangingPunct="1"/>
            <a:r>
              <a:rPr lang="zh-CN" altLang="en-US" sz="2800" dirty="0">
                <a:ea typeface="黑体" pitchFamily="2" charset="-122"/>
              </a:rPr>
              <a:t>例：设</a:t>
            </a:r>
            <a:r>
              <a:rPr lang="en-US" altLang="zh-CN" sz="2800" dirty="0">
                <a:solidFill>
                  <a:srgbClr val="FF0000"/>
                </a:solidFill>
                <a:ea typeface="黑体" pitchFamily="2" charset="-122"/>
              </a:rPr>
              <a:t>a</a:t>
            </a:r>
            <a:r>
              <a:rPr lang="zh-CN" altLang="en-US" sz="2800" dirty="0">
                <a:ea typeface="黑体" pitchFamily="2" charset="-122"/>
              </a:rPr>
              <a:t>表示“</a:t>
            </a:r>
            <a:r>
              <a:rPr lang="zh-CN" altLang="en-US" sz="2800" dirty="0">
                <a:solidFill>
                  <a:srgbClr val="FF0000"/>
                </a:solidFill>
                <a:ea typeface="黑体" pitchFamily="2" charset="-122"/>
              </a:rPr>
              <a:t>男少年</a:t>
            </a:r>
            <a:r>
              <a:rPr lang="zh-CN" altLang="en-US" sz="2800" dirty="0">
                <a:ea typeface="黑体" pitchFamily="2" charset="-122"/>
              </a:rPr>
              <a:t>”，</a:t>
            </a:r>
          </a:p>
          <a:p>
            <a:pPr eaLnBrk="1" hangingPunct="1">
              <a:buFont typeface="Wingdings" pitchFamily="2" charset="2"/>
              <a:buNone/>
            </a:pPr>
            <a:r>
              <a:rPr lang="zh-CN" altLang="en-US" sz="2800" dirty="0">
                <a:solidFill>
                  <a:srgbClr val="CC00FF"/>
                </a:solidFill>
                <a:ea typeface="黑体" pitchFamily="2" charset="-122"/>
              </a:rPr>
              <a:t>身高</a:t>
            </a:r>
            <a:r>
              <a:rPr lang="zh-CN" altLang="en-US" sz="2800" dirty="0">
                <a:ea typeface="黑体" pitchFamily="2" charset="-122"/>
              </a:rPr>
              <a:t>论域</a:t>
            </a:r>
            <a:r>
              <a:rPr lang="en-US" altLang="zh-CN" sz="2800" dirty="0">
                <a:solidFill>
                  <a:srgbClr val="FF00FF"/>
                </a:solidFill>
                <a:ea typeface="黑体" pitchFamily="2" charset="-122"/>
              </a:rPr>
              <a:t>U</a:t>
            </a:r>
            <a:r>
              <a:rPr lang="en-US" altLang="zh-CN" sz="2800" dirty="0">
                <a:ea typeface="黑体" pitchFamily="2" charset="-122"/>
              </a:rPr>
              <a:t>={140,150,160,170,180}   (cm)</a:t>
            </a:r>
          </a:p>
          <a:p>
            <a:pPr eaLnBrk="1" hangingPunct="1">
              <a:buFont typeface="Wingdings" pitchFamily="2" charset="2"/>
              <a:buNone/>
            </a:pPr>
            <a:r>
              <a:rPr lang="zh-CN" altLang="en-US" sz="2800" dirty="0">
                <a:solidFill>
                  <a:srgbClr val="0000EA"/>
                </a:solidFill>
                <a:ea typeface="黑体" pitchFamily="2" charset="-122"/>
              </a:rPr>
              <a:t>体重</a:t>
            </a:r>
            <a:r>
              <a:rPr lang="zh-CN" altLang="en-US" sz="2800" dirty="0">
                <a:ea typeface="黑体" pitchFamily="2" charset="-122"/>
              </a:rPr>
              <a:t>论域</a:t>
            </a:r>
            <a:r>
              <a:rPr lang="en-US" altLang="zh-CN" sz="2800" dirty="0">
                <a:solidFill>
                  <a:srgbClr val="0000EA"/>
                </a:solidFill>
                <a:ea typeface="黑体" pitchFamily="2" charset="-122"/>
              </a:rPr>
              <a:t>V</a:t>
            </a:r>
            <a:r>
              <a:rPr lang="en-US" altLang="zh-CN" sz="2800" dirty="0">
                <a:ea typeface="黑体" pitchFamily="2" charset="-122"/>
              </a:rPr>
              <a:t>={ 40, 50, 60, 70, 80}        (kg)</a:t>
            </a:r>
          </a:p>
          <a:p>
            <a:pPr eaLnBrk="1" hangingPunct="1">
              <a:buFont typeface="Wingdings" pitchFamily="2" charset="2"/>
              <a:buNone/>
            </a:pPr>
            <a:r>
              <a:rPr lang="en-US" altLang="zh-CN" sz="2800" dirty="0">
                <a:solidFill>
                  <a:srgbClr val="FF0000"/>
                </a:solidFill>
                <a:ea typeface="黑体" pitchFamily="2" charset="-122"/>
              </a:rPr>
              <a:t>a</a:t>
            </a:r>
            <a:r>
              <a:rPr lang="zh-CN" altLang="en-US" sz="2800" dirty="0">
                <a:ea typeface="黑体" pitchFamily="2" charset="-122"/>
              </a:rPr>
              <a:t>在</a:t>
            </a:r>
            <a:r>
              <a:rPr lang="en-US" altLang="zh-CN" sz="2800" dirty="0">
                <a:ea typeface="黑体" pitchFamily="2" charset="-122"/>
              </a:rPr>
              <a:t>U</a:t>
            </a:r>
            <a:r>
              <a:rPr lang="zh-CN" altLang="en-US" sz="2800" dirty="0">
                <a:ea typeface="黑体" pitchFamily="2" charset="-122"/>
              </a:rPr>
              <a:t>上的</a:t>
            </a:r>
            <a:r>
              <a:rPr lang="en-US" altLang="zh-CN" sz="2800" dirty="0">
                <a:ea typeface="黑体" pitchFamily="2" charset="-122"/>
              </a:rPr>
              <a:t>F</a:t>
            </a:r>
            <a:r>
              <a:rPr lang="zh-CN" altLang="en-US" sz="2800" dirty="0">
                <a:ea typeface="黑体" pitchFamily="2" charset="-122"/>
              </a:rPr>
              <a:t>集  </a:t>
            </a:r>
            <a:r>
              <a:rPr lang="en-US" altLang="zh-CN" sz="2800" dirty="0">
                <a:solidFill>
                  <a:srgbClr val="FF0000"/>
                </a:solidFill>
                <a:ea typeface="黑体" pitchFamily="2" charset="-122"/>
              </a:rPr>
              <a:t>A=(0.8,1,0.4,0.1,0)</a:t>
            </a:r>
          </a:p>
          <a:p>
            <a:pPr eaLnBrk="1" hangingPunct="1">
              <a:buFont typeface="Wingdings" pitchFamily="2" charset="2"/>
              <a:buNone/>
            </a:pPr>
            <a:r>
              <a:rPr lang="zh-CN" altLang="en-US" sz="2800" dirty="0">
                <a:ea typeface="黑体" pitchFamily="2" charset="-122"/>
              </a:rPr>
              <a:t>某地区</a:t>
            </a:r>
            <a:r>
              <a:rPr lang="zh-CN" altLang="en-US" sz="2800" dirty="0">
                <a:solidFill>
                  <a:srgbClr val="CC00FF"/>
                </a:solidFill>
                <a:ea typeface="黑体" pitchFamily="2" charset="-122"/>
              </a:rPr>
              <a:t>身高</a:t>
            </a:r>
            <a:r>
              <a:rPr lang="zh-CN" altLang="en-US" sz="2800" dirty="0">
                <a:ea typeface="黑体" pitchFamily="2" charset="-122"/>
              </a:rPr>
              <a:t>与</a:t>
            </a:r>
            <a:r>
              <a:rPr lang="zh-CN" altLang="en-US" sz="2800" dirty="0">
                <a:solidFill>
                  <a:srgbClr val="0000EA"/>
                </a:solidFill>
                <a:ea typeface="黑体" pitchFamily="2" charset="-122"/>
              </a:rPr>
              <a:t>体重</a:t>
            </a:r>
            <a:r>
              <a:rPr lang="zh-CN" altLang="en-US" sz="2800" dirty="0">
                <a:ea typeface="黑体" pitchFamily="2" charset="-122"/>
              </a:rPr>
              <a:t>的关系</a:t>
            </a:r>
          </a:p>
          <a:p>
            <a:pPr eaLnBrk="1" hangingPunct="1">
              <a:buFont typeface="Wingdings" pitchFamily="2" charset="2"/>
              <a:buNone/>
            </a:pPr>
            <a:endParaRPr lang="zh-CN" altLang="en-US" sz="2800" dirty="0">
              <a:ea typeface="黑体" pitchFamily="2" charset="-122"/>
            </a:endParaRPr>
          </a:p>
          <a:p>
            <a:pPr eaLnBrk="1" hangingPunct="1">
              <a:buFont typeface="Wingdings" pitchFamily="2" charset="2"/>
              <a:buNone/>
            </a:pPr>
            <a:r>
              <a:rPr lang="zh-CN" altLang="en-US" sz="2800" dirty="0">
                <a:solidFill>
                  <a:schemeClr val="bg2"/>
                </a:solidFill>
                <a:ea typeface="黑体" pitchFamily="2" charset="-122"/>
              </a:rPr>
              <a:t>其中，</a:t>
            </a:r>
            <a:r>
              <a:rPr lang="en-US" altLang="zh-CN" sz="2800" dirty="0">
                <a:solidFill>
                  <a:schemeClr val="bg2"/>
                </a:solidFill>
                <a:ea typeface="黑体" pitchFamily="2" charset="-122"/>
              </a:rPr>
              <a:t>F</a:t>
            </a:r>
            <a:r>
              <a:rPr lang="zh-CN" altLang="en-US" sz="2800" dirty="0">
                <a:solidFill>
                  <a:schemeClr val="bg2"/>
                </a:solidFill>
                <a:ea typeface="黑体" pitchFamily="2" charset="-122"/>
              </a:rPr>
              <a:t>集</a:t>
            </a:r>
            <a:r>
              <a:rPr lang="en-US" altLang="zh-CN" sz="2800" dirty="0">
                <a:solidFill>
                  <a:schemeClr val="bg2"/>
                </a:solidFill>
                <a:ea typeface="黑体" pitchFamily="2" charset="-122"/>
              </a:rPr>
              <a:t>A</a:t>
            </a:r>
            <a:r>
              <a:rPr lang="zh-CN" altLang="en-US" sz="2800" dirty="0">
                <a:solidFill>
                  <a:schemeClr val="bg2"/>
                </a:solidFill>
                <a:ea typeface="黑体" pitchFamily="2" charset="-122"/>
              </a:rPr>
              <a:t>看作是从</a:t>
            </a:r>
            <a:r>
              <a:rPr lang="en-US" altLang="zh-CN" sz="2800" dirty="0">
                <a:solidFill>
                  <a:srgbClr val="FF0000"/>
                </a:solidFill>
                <a:ea typeface="黑体" pitchFamily="2" charset="-122"/>
              </a:rPr>
              <a:t>a</a:t>
            </a:r>
            <a:r>
              <a:rPr lang="zh-CN" altLang="en-US" sz="2800" dirty="0">
                <a:solidFill>
                  <a:schemeClr val="bg2"/>
                </a:solidFill>
                <a:ea typeface="黑体" pitchFamily="2" charset="-122"/>
              </a:rPr>
              <a:t>到</a:t>
            </a:r>
            <a:r>
              <a:rPr lang="en-US" altLang="zh-CN" sz="2800" dirty="0">
                <a:solidFill>
                  <a:srgbClr val="FF00FF"/>
                </a:solidFill>
                <a:ea typeface="黑体" pitchFamily="2" charset="-122"/>
              </a:rPr>
              <a:t>U</a:t>
            </a:r>
            <a:r>
              <a:rPr lang="zh-CN" altLang="en-US" sz="2800" dirty="0">
                <a:solidFill>
                  <a:schemeClr val="bg2"/>
                </a:solidFill>
                <a:ea typeface="黑体" pitchFamily="2" charset="-122"/>
              </a:rPr>
              <a:t>的</a:t>
            </a:r>
            <a:r>
              <a:rPr lang="en-US" altLang="zh-CN" sz="2800" dirty="0">
                <a:solidFill>
                  <a:schemeClr val="bg2"/>
                </a:solidFill>
                <a:ea typeface="黑体" pitchFamily="2" charset="-122"/>
              </a:rPr>
              <a:t>F</a:t>
            </a:r>
            <a:r>
              <a:rPr lang="zh-CN" altLang="en-US" sz="2800" dirty="0">
                <a:solidFill>
                  <a:schemeClr val="bg2"/>
                </a:solidFill>
                <a:ea typeface="黑体" pitchFamily="2" charset="-122"/>
              </a:rPr>
              <a:t>关系，</a:t>
            </a:r>
          </a:p>
          <a:p>
            <a:pPr eaLnBrk="1" hangingPunct="1">
              <a:buFont typeface="Wingdings" pitchFamily="2" charset="2"/>
              <a:buNone/>
            </a:pPr>
            <a:r>
              <a:rPr lang="zh-CN" altLang="en-US" sz="2800" dirty="0">
                <a:solidFill>
                  <a:schemeClr val="bg2"/>
                </a:solidFill>
                <a:ea typeface="黑体" pitchFamily="2" charset="-122"/>
              </a:rPr>
              <a:t>                       </a:t>
            </a:r>
            <a:r>
              <a:rPr lang="en-US" altLang="zh-CN" sz="2800" dirty="0">
                <a:solidFill>
                  <a:srgbClr val="008000"/>
                </a:solidFill>
                <a:ea typeface="黑体" pitchFamily="2" charset="-122"/>
              </a:rPr>
              <a:t>R</a:t>
            </a:r>
            <a:r>
              <a:rPr lang="zh-CN" altLang="en-US" sz="2800" dirty="0">
                <a:solidFill>
                  <a:schemeClr val="bg2"/>
                </a:solidFill>
                <a:ea typeface="黑体" pitchFamily="2" charset="-122"/>
              </a:rPr>
              <a:t>是从</a:t>
            </a:r>
            <a:r>
              <a:rPr lang="en-US" altLang="zh-CN" sz="2800" dirty="0">
                <a:solidFill>
                  <a:srgbClr val="FF00FF"/>
                </a:solidFill>
                <a:ea typeface="黑体" pitchFamily="2" charset="-122"/>
              </a:rPr>
              <a:t>U</a:t>
            </a:r>
            <a:r>
              <a:rPr lang="zh-CN" altLang="en-US" sz="2800" dirty="0">
                <a:solidFill>
                  <a:schemeClr val="bg2"/>
                </a:solidFill>
                <a:ea typeface="黑体" pitchFamily="2" charset="-122"/>
              </a:rPr>
              <a:t>到</a:t>
            </a:r>
            <a:r>
              <a:rPr lang="en-US" altLang="zh-CN" sz="2800" dirty="0">
                <a:solidFill>
                  <a:srgbClr val="0000EA"/>
                </a:solidFill>
                <a:ea typeface="黑体" pitchFamily="2" charset="-122"/>
              </a:rPr>
              <a:t>V</a:t>
            </a:r>
            <a:r>
              <a:rPr lang="zh-CN" altLang="en-US" sz="2800" dirty="0">
                <a:solidFill>
                  <a:schemeClr val="bg2"/>
                </a:solidFill>
                <a:ea typeface="黑体" pitchFamily="2" charset="-122"/>
              </a:rPr>
              <a:t>的</a:t>
            </a:r>
            <a:r>
              <a:rPr lang="en-US" altLang="zh-CN" sz="2800" dirty="0">
                <a:solidFill>
                  <a:schemeClr val="bg2"/>
                </a:solidFill>
                <a:ea typeface="黑体" pitchFamily="2" charset="-122"/>
              </a:rPr>
              <a:t>F</a:t>
            </a:r>
            <a:r>
              <a:rPr lang="zh-CN" altLang="en-US" sz="2800" dirty="0">
                <a:solidFill>
                  <a:schemeClr val="bg2"/>
                </a:solidFill>
                <a:ea typeface="黑体" pitchFamily="2" charset="-122"/>
              </a:rPr>
              <a:t>关系，</a:t>
            </a:r>
          </a:p>
          <a:p>
            <a:pPr eaLnBrk="1" hangingPunct="1"/>
            <a:r>
              <a:rPr lang="zh-CN" altLang="en-US" sz="2800" dirty="0">
                <a:solidFill>
                  <a:srgbClr val="FF0000"/>
                </a:solidFill>
                <a:ea typeface="黑体" pitchFamily="2" charset="-122"/>
              </a:rPr>
              <a:t>那么，</a:t>
            </a:r>
            <a:r>
              <a:rPr lang="en-US" altLang="zh-CN" sz="2800" dirty="0">
                <a:solidFill>
                  <a:srgbClr val="FF0000"/>
                </a:solidFill>
                <a:ea typeface="黑体" pitchFamily="2" charset="-122"/>
              </a:rPr>
              <a:t>A</a:t>
            </a:r>
            <a:r>
              <a:rPr lang="zh-CN" altLang="en-US" sz="2800" dirty="0">
                <a:solidFill>
                  <a:srgbClr val="FF0000"/>
                </a:solidFill>
                <a:ea typeface="黑体" pitchFamily="2" charset="-122"/>
              </a:rPr>
              <a:t>对</a:t>
            </a:r>
            <a:r>
              <a:rPr lang="en-US" altLang="zh-CN" sz="2800" dirty="0">
                <a:solidFill>
                  <a:srgbClr val="008000"/>
                </a:solidFill>
                <a:ea typeface="黑体" pitchFamily="2" charset="-122"/>
              </a:rPr>
              <a:t>R</a:t>
            </a:r>
            <a:r>
              <a:rPr lang="zh-CN" altLang="en-US" sz="2800" dirty="0">
                <a:solidFill>
                  <a:srgbClr val="FF0000"/>
                </a:solidFill>
                <a:ea typeface="黑体" pitchFamily="2" charset="-122"/>
              </a:rPr>
              <a:t>的合成便是从</a:t>
            </a:r>
            <a:r>
              <a:rPr lang="en-US" altLang="zh-CN" sz="2800" dirty="0">
                <a:solidFill>
                  <a:srgbClr val="FF0000"/>
                </a:solidFill>
                <a:ea typeface="黑体" pitchFamily="2" charset="-122"/>
              </a:rPr>
              <a:t>a</a:t>
            </a:r>
            <a:r>
              <a:rPr lang="zh-CN" altLang="en-US" sz="2800" dirty="0">
                <a:solidFill>
                  <a:srgbClr val="FF0000"/>
                </a:solidFill>
                <a:ea typeface="黑体" pitchFamily="2" charset="-122"/>
              </a:rPr>
              <a:t>到</a:t>
            </a:r>
            <a:r>
              <a:rPr lang="en-US" altLang="zh-CN" sz="2800" dirty="0">
                <a:solidFill>
                  <a:srgbClr val="0000EA"/>
                </a:solidFill>
                <a:ea typeface="黑体" pitchFamily="2" charset="-122"/>
              </a:rPr>
              <a:t>V</a:t>
            </a:r>
            <a:r>
              <a:rPr lang="zh-CN" altLang="en-US" sz="2800" dirty="0">
                <a:solidFill>
                  <a:srgbClr val="FF0000"/>
                </a:solidFill>
                <a:ea typeface="黑体" pitchFamily="2" charset="-122"/>
              </a:rPr>
              <a:t>的</a:t>
            </a:r>
            <a:r>
              <a:rPr lang="en-US" altLang="zh-CN" sz="2800" dirty="0">
                <a:solidFill>
                  <a:srgbClr val="FF0000"/>
                </a:solidFill>
                <a:ea typeface="黑体" pitchFamily="2" charset="-122"/>
              </a:rPr>
              <a:t>F</a:t>
            </a:r>
            <a:r>
              <a:rPr lang="zh-CN" altLang="en-US" sz="2800" dirty="0">
                <a:solidFill>
                  <a:srgbClr val="FF0000"/>
                </a:solidFill>
                <a:ea typeface="黑体" pitchFamily="2" charset="-122"/>
              </a:rPr>
              <a:t>关系，即</a:t>
            </a:r>
            <a:r>
              <a:rPr lang="en-US" altLang="zh-CN" sz="2800" dirty="0">
                <a:solidFill>
                  <a:srgbClr val="FF0000"/>
                </a:solidFill>
                <a:ea typeface="黑体" pitchFamily="2" charset="-122"/>
              </a:rPr>
              <a:t>a</a:t>
            </a:r>
            <a:r>
              <a:rPr lang="zh-CN" altLang="en-US" sz="2800" dirty="0">
                <a:solidFill>
                  <a:srgbClr val="FF0000"/>
                </a:solidFill>
                <a:ea typeface="黑体" pitchFamily="2" charset="-122"/>
              </a:rPr>
              <a:t>在论域</a:t>
            </a:r>
            <a:r>
              <a:rPr lang="en-US" altLang="zh-CN" sz="2800" dirty="0">
                <a:solidFill>
                  <a:srgbClr val="0000EA"/>
                </a:solidFill>
                <a:ea typeface="黑体" pitchFamily="2" charset="-122"/>
              </a:rPr>
              <a:t>V</a:t>
            </a:r>
            <a:r>
              <a:rPr lang="zh-CN" altLang="en-US" sz="2800" dirty="0">
                <a:solidFill>
                  <a:srgbClr val="FF0000"/>
                </a:solidFill>
                <a:ea typeface="黑体" pitchFamily="2" charset="-122"/>
              </a:rPr>
              <a:t>上的</a:t>
            </a:r>
            <a:r>
              <a:rPr lang="en-US" altLang="zh-CN" sz="2800" dirty="0">
                <a:solidFill>
                  <a:srgbClr val="FF0000"/>
                </a:solidFill>
                <a:ea typeface="黑体" pitchFamily="2" charset="-122"/>
              </a:rPr>
              <a:t>F</a:t>
            </a:r>
            <a:r>
              <a:rPr lang="zh-CN" altLang="en-US" sz="2800" dirty="0">
                <a:solidFill>
                  <a:srgbClr val="FF0000"/>
                </a:solidFill>
                <a:ea typeface="黑体" pitchFamily="2" charset="-122"/>
              </a:rPr>
              <a:t>集：</a:t>
            </a:r>
            <a:endParaRPr lang="en-US" altLang="zh-CN" sz="2800" dirty="0">
              <a:solidFill>
                <a:srgbClr val="FF0000"/>
              </a:solidFill>
              <a:ea typeface="黑体" pitchFamily="2" charset="-122"/>
            </a:endParaRPr>
          </a:p>
          <a:p>
            <a:pPr marL="0" indent="0" eaLnBrk="1" hangingPunct="1">
              <a:buNone/>
            </a:pPr>
            <a:r>
              <a:rPr lang="en-US" altLang="zh-CN" sz="2800" dirty="0">
                <a:solidFill>
                  <a:srgbClr val="FF0000"/>
                </a:solidFill>
                <a:ea typeface="黑体" pitchFamily="2" charset="-122"/>
              </a:rPr>
              <a:t>   </a:t>
            </a:r>
            <a:r>
              <a:rPr lang="zh-CN" altLang="en-US" sz="2800" dirty="0">
                <a:solidFill>
                  <a:srgbClr val="FF0000"/>
                </a:solidFill>
                <a:ea typeface="黑体" pitchFamily="2" charset="-122"/>
              </a:rPr>
              <a:t> </a:t>
            </a:r>
            <a:r>
              <a:rPr lang="en-US" altLang="zh-CN" sz="2800" dirty="0">
                <a:solidFill>
                  <a:srgbClr val="008000"/>
                </a:solidFill>
                <a:ea typeface="黑体" pitchFamily="2" charset="-122"/>
              </a:rPr>
              <a:t>B=A ∘R=(0.8,1,0.8,0.4,0.2)</a:t>
            </a:r>
          </a:p>
        </p:txBody>
      </p:sp>
      <p:graphicFrame>
        <p:nvGraphicFramePr>
          <p:cNvPr id="105476" name="Object 4"/>
          <p:cNvGraphicFramePr>
            <a:graphicFrameLocks noGrp="1" noChangeAspect="1"/>
          </p:cNvGraphicFramePr>
          <p:nvPr>
            <p:ph sz="half" idx="2"/>
            <p:extLst>
              <p:ext uri="{D42A27DB-BD31-4B8C-83A1-F6EECF244321}">
                <p14:modId xmlns:p14="http://schemas.microsoft.com/office/powerpoint/2010/main" val="3685709936"/>
              </p:ext>
            </p:extLst>
          </p:nvPr>
        </p:nvGraphicFramePr>
        <p:xfrm>
          <a:off x="7248128" y="2090176"/>
          <a:ext cx="4536428" cy="2634968"/>
        </p:xfrm>
        <a:graphic>
          <a:graphicData uri="http://schemas.openxmlformats.org/presentationml/2006/ole">
            <mc:AlternateContent xmlns:mc="http://schemas.openxmlformats.org/markup-compatibility/2006">
              <mc:Choice xmlns:v="urn:schemas-microsoft-com:vml" Requires="v">
                <p:oleObj name="Equation" r:id="rId2" imgW="1968480" imgH="1143000" progId="Equation.DSMT4">
                  <p:embed/>
                </p:oleObj>
              </mc:Choice>
              <mc:Fallback>
                <p:oleObj name="Equation" r:id="rId2" imgW="1968480" imgH="1143000" progId="Equation.DSMT4">
                  <p:embed/>
                  <p:pic>
                    <p:nvPicPr>
                      <p:cNvPr id="0" name="Object 4"/>
                      <p:cNvPicPr>
                        <a:picLocks noChangeAspect="1" noChangeArrowheads="1"/>
                      </p:cNvPicPr>
                      <p:nvPr/>
                    </p:nvPicPr>
                    <p:blipFill>
                      <a:blip r:embed="rId3"/>
                      <a:srcRect/>
                      <a:stretch>
                        <a:fillRect/>
                      </a:stretch>
                    </p:blipFill>
                    <p:spPr bwMode="auto">
                      <a:xfrm>
                        <a:off x="7248128" y="2090176"/>
                        <a:ext cx="4536428" cy="2634968"/>
                      </a:xfrm>
                      <a:prstGeom prst="rect">
                        <a:avLst/>
                      </a:prstGeom>
                      <a:no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F2EDE114-9AE4-4A91-FDA4-7800601E59AC}"/>
              </a:ext>
            </a:extLst>
          </p:cNvPr>
          <p:cNvSpPr>
            <a:spLocks noGrp="1"/>
          </p:cNvSpPr>
          <p:nvPr>
            <p:ph type="sldNum" sz="quarter" idx="11"/>
          </p:nvPr>
        </p:nvSpPr>
        <p:spPr/>
        <p:txBody>
          <a:bodyPr/>
          <a:lstStyle/>
          <a:p>
            <a:pPr>
              <a:defRPr/>
            </a:pPr>
            <a:fld id="{999B3504-16D4-4C04-B1A4-25F8AB881801}" type="slidenum">
              <a:rPr lang="en-US" altLang="zh-CN" smtClean="0"/>
              <a:pPr>
                <a:defRPr/>
              </a:pPr>
              <a:t>18</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475">
                                            <p:txEl>
                                              <p:pRg st="0" end="0"/>
                                            </p:txEl>
                                          </p:spTgt>
                                        </p:tgtEl>
                                        <p:attrNameLst>
                                          <p:attrName>style.visibility</p:attrName>
                                        </p:attrNameLst>
                                      </p:cBhvr>
                                      <p:to>
                                        <p:strVal val="visible"/>
                                      </p:to>
                                    </p:set>
                                    <p:animEffect transition="in" filter="wipe(left)">
                                      <p:cBhvr>
                                        <p:cTn id="7" dur="500"/>
                                        <p:tgtEl>
                                          <p:spTgt spid="1054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475">
                                            <p:txEl>
                                              <p:pRg st="1" end="1"/>
                                            </p:txEl>
                                          </p:spTgt>
                                        </p:tgtEl>
                                        <p:attrNameLst>
                                          <p:attrName>style.visibility</p:attrName>
                                        </p:attrNameLst>
                                      </p:cBhvr>
                                      <p:to>
                                        <p:strVal val="visible"/>
                                      </p:to>
                                    </p:set>
                                    <p:animEffect transition="in" filter="wipe(left)">
                                      <p:cBhvr>
                                        <p:cTn id="12" dur="500"/>
                                        <p:tgtEl>
                                          <p:spTgt spid="1054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5475">
                                            <p:txEl>
                                              <p:pRg st="2" end="2"/>
                                            </p:txEl>
                                          </p:spTgt>
                                        </p:tgtEl>
                                        <p:attrNameLst>
                                          <p:attrName>style.visibility</p:attrName>
                                        </p:attrNameLst>
                                      </p:cBhvr>
                                      <p:to>
                                        <p:strVal val="visible"/>
                                      </p:to>
                                    </p:set>
                                    <p:animEffect transition="in" filter="wipe(left)">
                                      <p:cBhvr>
                                        <p:cTn id="17" dur="500"/>
                                        <p:tgtEl>
                                          <p:spTgt spid="1054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5475">
                                            <p:txEl>
                                              <p:pRg st="3" end="3"/>
                                            </p:txEl>
                                          </p:spTgt>
                                        </p:tgtEl>
                                        <p:attrNameLst>
                                          <p:attrName>style.visibility</p:attrName>
                                        </p:attrNameLst>
                                      </p:cBhvr>
                                      <p:to>
                                        <p:strVal val="visible"/>
                                      </p:to>
                                    </p:set>
                                    <p:animEffect transition="in" filter="wipe(left)">
                                      <p:cBhvr>
                                        <p:cTn id="22" dur="500"/>
                                        <p:tgtEl>
                                          <p:spTgt spid="1054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5475">
                                            <p:txEl>
                                              <p:pRg st="4" end="4"/>
                                            </p:txEl>
                                          </p:spTgt>
                                        </p:tgtEl>
                                        <p:attrNameLst>
                                          <p:attrName>style.visibility</p:attrName>
                                        </p:attrNameLst>
                                      </p:cBhvr>
                                      <p:to>
                                        <p:strVal val="visible"/>
                                      </p:to>
                                    </p:set>
                                    <p:animEffect transition="in" filter="wipe(left)">
                                      <p:cBhvr>
                                        <p:cTn id="27" dur="500"/>
                                        <p:tgtEl>
                                          <p:spTgt spid="10547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5476"/>
                                        </p:tgtEl>
                                        <p:attrNameLst>
                                          <p:attrName>style.visibility</p:attrName>
                                        </p:attrNameLst>
                                      </p:cBhvr>
                                      <p:to>
                                        <p:strVal val="visible"/>
                                      </p:to>
                                    </p:set>
                                    <p:animEffect transition="in" filter="wipe(left)">
                                      <p:cBhvr>
                                        <p:cTn id="32" dur="500"/>
                                        <p:tgtEl>
                                          <p:spTgt spid="10547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5475">
                                            <p:txEl>
                                              <p:pRg st="6" end="6"/>
                                            </p:txEl>
                                          </p:spTgt>
                                        </p:tgtEl>
                                        <p:attrNameLst>
                                          <p:attrName>style.visibility</p:attrName>
                                        </p:attrNameLst>
                                      </p:cBhvr>
                                      <p:to>
                                        <p:strVal val="visible"/>
                                      </p:to>
                                    </p:set>
                                    <p:animEffect transition="in" filter="wipe(left)">
                                      <p:cBhvr>
                                        <p:cTn id="37" dur="500"/>
                                        <p:tgtEl>
                                          <p:spTgt spid="10547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5475">
                                            <p:txEl>
                                              <p:pRg st="7" end="7"/>
                                            </p:txEl>
                                          </p:spTgt>
                                        </p:tgtEl>
                                        <p:attrNameLst>
                                          <p:attrName>style.visibility</p:attrName>
                                        </p:attrNameLst>
                                      </p:cBhvr>
                                      <p:to>
                                        <p:strVal val="visible"/>
                                      </p:to>
                                    </p:set>
                                    <p:animEffect transition="in" filter="wipe(left)">
                                      <p:cBhvr>
                                        <p:cTn id="42" dur="500"/>
                                        <p:tgtEl>
                                          <p:spTgt spid="10547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5475">
                                            <p:txEl>
                                              <p:pRg st="8" end="8"/>
                                            </p:txEl>
                                          </p:spTgt>
                                        </p:tgtEl>
                                        <p:attrNameLst>
                                          <p:attrName>style.visibility</p:attrName>
                                        </p:attrNameLst>
                                      </p:cBhvr>
                                      <p:to>
                                        <p:strVal val="visible"/>
                                      </p:to>
                                    </p:set>
                                    <p:animEffect transition="in" filter="wipe(left)">
                                      <p:cBhvr>
                                        <p:cTn id="47" dur="500"/>
                                        <p:tgtEl>
                                          <p:spTgt spid="10547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5475">
                                            <p:txEl>
                                              <p:pRg st="9" end="9"/>
                                            </p:txEl>
                                          </p:spTgt>
                                        </p:tgtEl>
                                        <p:attrNameLst>
                                          <p:attrName>style.visibility</p:attrName>
                                        </p:attrNameLst>
                                      </p:cBhvr>
                                      <p:to>
                                        <p:strVal val="visible"/>
                                      </p:to>
                                    </p:set>
                                    <p:animEffect transition="in" filter="wipe(left)">
                                      <p:cBhvr>
                                        <p:cTn id="52" dur="500"/>
                                        <p:tgtEl>
                                          <p:spTgt spid="10547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981200" y="457200"/>
            <a:ext cx="8229600" cy="884238"/>
          </a:xfrm>
        </p:spPr>
        <p:txBody>
          <a:bodyPr/>
          <a:lstStyle/>
          <a:p>
            <a:pPr algn="ctr" eaLnBrk="1" hangingPunct="1"/>
            <a:r>
              <a:rPr lang="zh-CN" altLang="en-US">
                <a:solidFill>
                  <a:srgbClr val="008000"/>
                </a:solidFill>
                <a:ea typeface="黑体" pitchFamily="2" charset="-122"/>
              </a:rPr>
              <a:t>用</a:t>
            </a:r>
            <a:r>
              <a:rPr lang="en-US" altLang="zh-CN">
                <a:solidFill>
                  <a:srgbClr val="008000"/>
                </a:solidFill>
                <a:ea typeface="黑体" pitchFamily="2" charset="-122"/>
              </a:rPr>
              <a:t>F</a:t>
            </a:r>
            <a:r>
              <a:rPr lang="zh-CN" altLang="en-US">
                <a:solidFill>
                  <a:srgbClr val="008000"/>
                </a:solidFill>
                <a:ea typeface="黑体" pitchFamily="2" charset="-122"/>
              </a:rPr>
              <a:t>关系求</a:t>
            </a:r>
            <a:r>
              <a:rPr lang="en-US" altLang="zh-CN">
                <a:solidFill>
                  <a:srgbClr val="008000"/>
                </a:solidFill>
                <a:ea typeface="黑体" pitchFamily="2" charset="-122"/>
              </a:rPr>
              <a:t>F</a:t>
            </a:r>
            <a:r>
              <a:rPr lang="zh-CN" altLang="en-US">
                <a:solidFill>
                  <a:srgbClr val="008000"/>
                </a:solidFill>
                <a:ea typeface="黑体" pitchFamily="2" charset="-122"/>
              </a:rPr>
              <a:t>变换的方法</a:t>
            </a:r>
          </a:p>
        </p:txBody>
      </p:sp>
      <p:sp>
        <p:nvSpPr>
          <p:cNvPr id="107524" name="Rectangle 4"/>
          <p:cNvSpPr>
            <a:spLocks noGrp="1" noChangeArrowheads="1"/>
          </p:cNvSpPr>
          <p:nvPr>
            <p:ph type="body" idx="1"/>
          </p:nvPr>
        </p:nvSpPr>
        <p:spPr>
          <a:xfrm>
            <a:off x="1919288" y="5013325"/>
            <a:ext cx="8229600" cy="647700"/>
          </a:xfrm>
          <a:noFill/>
        </p:spPr>
        <p:txBody>
          <a:bodyPr/>
          <a:lstStyle/>
          <a:p>
            <a:pPr eaLnBrk="1" hangingPunct="1">
              <a:spcBef>
                <a:spcPct val="0"/>
              </a:spcBef>
              <a:buClrTx/>
              <a:buSzTx/>
              <a:buFontTx/>
              <a:buNone/>
            </a:pPr>
            <a:r>
              <a:rPr kumimoji="1" lang="zh-CN" altLang="en-US" b="1" dirty="0">
                <a:solidFill>
                  <a:srgbClr val="008000"/>
                </a:solidFill>
                <a:ea typeface="楷体_GB2312" pitchFamily="49" charset="-122"/>
              </a:rPr>
              <a:t>这时</a:t>
            </a:r>
            <a:r>
              <a:rPr kumimoji="1" lang="en-US" altLang="zh-CN" b="1" dirty="0">
                <a:solidFill>
                  <a:srgbClr val="008000"/>
                </a:solidFill>
                <a:ea typeface="楷体_GB2312" pitchFamily="49" charset="-122"/>
              </a:rPr>
              <a:t>R</a:t>
            </a:r>
            <a:r>
              <a:rPr kumimoji="1" lang="zh-CN" altLang="en-US" b="1" dirty="0">
                <a:solidFill>
                  <a:srgbClr val="008000"/>
                </a:solidFill>
                <a:ea typeface="楷体_GB2312" pitchFamily="49" charset="-122"/>
              </a:rPr>
              <a:t>既是一个变换，又确定一个映射</a:t>
            </a:r>
            <a:r>
              <a:rPr kumimoji="1" lang="en-US" altLang="zh-CN" b="1" i="1" dirty="0">
                <a:solidFill>
                  <a:srgbClr val="008000"/>
                </a:solidFill>
                <a:ea typeface="楷体_GB2312" pitchFamily="49" charset="-122"/>
              </a:rPr>
              <a:t>T</a:t>
            </a:r>
            <a:r>
              <a:rPr kumimoji="1" lang="en-US" altLang="zh-CN" b="1" i="1" baseline="-25000" dirty="0">
                <a:solidFill>
                  <a:srgbClr val="008000"/>
                </a:solidFill>
                <a:ea typeface="楷体_GB2312" pitchFamily="49" charset="-122"/>
              </a:rPr>
              <a:t>R</a:t>
            </a:r>
            <a:r>
              <a:rPr kumimoji="1" lang="zh-CN" altLang="en-US" b="1" dirty="0">
                <a:solidFill>
                  <a:srgbClr val="008000"/>
                </a:solidFill>
                <a:ea typeface="楷体_GB2312" pitchFamily="49" charset="-122"/>
              </a:rPr>
              <a:t>，</a:t>
            </a:r>
          </a:p>
        </p:txBody>
      </p:sp>
      <p:sp>
        <p:nvSpPr>
          <p:cNvPr id="107525" name="Rectangle 5"/>
          <p:cNvSpPr>
            <a:spLocks noChangeArrowheads="1"/>
          </p:cNvSpPr>
          <p:nvPr/>
        </p:nvSpPr>
        <p:spPr bwMode="auto">
          <a:xfrm>
            <a:off x="1199456" y="2708275"/>
            <a:ext cx="9721079" cy="17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accent2"/>
              </a:buClr>
              <a:buSzPct val="80000"/>
              <a:buFont typeface="Wingdings" pitchFamily="2" charset="2"/>
              <a:buNone/>
              <a:defRPr/>
            </a:pPr>
            <a:r>
              <a:rPr kumimoji="1" lang="zh-CN" altLang="en-US" sz="3200" b="1" dirty="0">
                <a:latin typeface="Times New Roman" pitchFamily="18" charset="0"/>
                <a:ea typeface="宋体" pitchFamily="2" charset="-122"/>
              </a:rPr>
              <a:t>从</a:t>
            </a:r>
            <a:r>
              <a:rPr kumimoji="1" lang="zh-CN" altLang="en-US" sz="3200" b="1" dirty="0">
                <a:latin typeface="+mn-lt"/>
                <a:ea typeface="宋体" pitchFamily="2" charset="-122"/>
              </a:rPr>
              <a:t>给定 </a:t>
            </a:r>
            <a:r>
              <a:rPr kumimoji="1" lang="en-US" altLang="zh-CN" sz="3200" b="1" i="1" dirty="0">
                <a:latin typeface="+mn-lt"/>
                <a:ea typeface="宋体" pitchFamily="2" charset="-122"/>
              </a:rPr>
              <a:t>U </a:t>
            </a:r>
            <a:r>
              <a:rPr kumimoji="1" lang="zh-CN" altLang="en-US" sz="3200" b="1" dirty="0">
                <a:latin typeface="+mn-lt"/>
                <a:ea typeface="宋体" pitchFamily="2" charset="-122"/>
              </a:rPr>
              <a:t>到</a:t>
            </a:r>
            <a:r>
              <a:rPr kumimoji="1" lang="en-US" altLang="zh-CN" sz="3200" b="1" i="1" dirty="0">
                <a:latin typeface="+mn-lt"/>
                <a:ea typeface="宋体" pitchFamily="2" charset="-122"/>
              </a:rPr>
              <a:t>V </a:t>
            </a:r>
            <a:r>
              <a:rPr kumimoji="1" lang="zh-CN" altLang="en-US" sz="3200" b="1" dirty="0">
                <a:latin typeface="Times New Roman" pitchFamily="18" charset="0"/>
                <a:ea typeface="宋体" pitchFamily="2" charset="-122"/>
              </a:rPr>
              <a:t>的任一个</a:t>
            </a:r>
            <a:r>
              <a:rPr kumimoji="1" lang="en-US" altLang="zh-CN" sz="3200" b="1" dirty="0">
                <a:latin typeface="+mj-lt"/>
                <a:ea typeface="宋体" pitchFamily="2" charset="-122"/>
              </a:rPr>
              <a:t>F</a:t>
            </a:r>
            <a:r>
              <a:rPr kumimoji="1" lang="zh-CN" altLang="en-US" sz="3200" b="1" dirty="0">
                <a:latin typeface="+mj-lt"/>
                <a:ea typeface="宋体" pitchFamily="2" charset="-122"/>
              </a:rPr>
              <a:t>关系</a:t>
            </a:r>
            <a:r>
              <a:rPr kumimoji="1" lang="en-US" altLang="zh-CN" sz="3200" b="1" i="1" dirty="0">
                <a:latin typeface="+mj-lt"/>
                <a:ea typeface="宋体" pitchFamily="2" charset="-122"/>
              </a:rPr>
              <a:t>R</a:t>
            </a:r>
            <a:r>
              <a:rPr kumimoji="1" lang="zh-CN" altLang="en-US" sz="3200" b="1" dirty="0">
                <a:latin typeface="Times New Roman" pitchFamily="18" charset="0"/>
                <a:ea typeface="宋体" pitchFamily="2" charset="-122"/>
              </a:rPr>
              <a:t>可导出</a:t>
            </a:r>
            <a:r>
              <a:rPr kumimoji="1" lang="en-US" altLang="zh-CN" sz="3200" b="1" i="1" dirty="0">
                <a:latin typeface="+mj-lt"/>
                <a:ea typeface="宋体" pitchFamily="2" charset="-122"/>
              </a:rPr>
              <a:t>U </a:t>
            </a:r>
            <a:r>
              <a:rPr kumimoji="1" lang="zh-CN" altLang="en-US" sz="3200" b="1" dirty="0">
                <a:latin typeface="+mj-lt"/>
                <a:ea typeface="宋体" pitchFamily="2" charset="-122"/>
              </a:rPr>
              <a:t>到</a:t>
            </a:r>
            <a:r>
              <a:rPr kumimoji="1" lang="en-US" altLang="zh-CN" sz="3200" b="1" i="1" dirty="0">
                <a:latin typeface="+mj-lt"/>
                <a:ea typeface="宋体" pitchFamily="2" charset="-122"/>
              </a:rPr>
              <a:t>V </a:t>
            </a:r>
            <a:r>
              <a:rPr kumimoji="1" lang="zh-CN" altLang="en-US" sz="3200" b="1" dirty="0">
                <a:latin typeface="Times New Roman" pitchFamily="18" charset="0"/>
                <a:ea typeface="宋体" pitchFamily="2" charset="-122"/>
              </a:rPr>
              <a:t>的</a:t>
            </a:r>
            <a:r>
              <a:rPr kumimoji="1" lang="zh-CN" altLang="en-US" sz="3200" b="1" dirty="0">
                <a:latin typeface="宋体" pitchFamily="2" charset="-122"/>
                <a:ea typeface="宋体" pitchFamily="2" charset="-122"/>
              </a:rPr>
              <a:t>一个</a:t>
            </a:r>
            <a:r>
              <a:rPr kumimoji="1" lang="en-US" altLang="zh-CN" sz="3200" b="1" dirty="0">
                <a:latin typeface="+mn-lt"/>
                <a:ea typeface="宋体" pitchFamily="2" charset="-122"/>
              </a:rPr>
              <a:t>F</a:t>
            </a:r>
            <a:r>
              <a:rPr kumimoji="1" lang="zh-CN" altLang="en-US" sz="3200" b="1" dirty="0">
                <a:latin typeface="宋体" pitchFamily="2" charset="-122"/>
                <a:ea typeface="宋体" pitchFamily="2" charset="-122"/>
              </a:rPr>
              <a:t>变换</a:t>
            </a:r>
            <a:r>
              <a:rPr kumimoji="1" lang="en-US" altLang="zh-CN" sz="3200" b="1" i="1" dirty="0">
                <a:latin typeface="+mn-lt"/>
                <a:ea typeface="宋体" pitchFamily="2" charset="-122"/>
              </a:rPr>
              <a:t>T</a:t>
            </a:r>
            <a:r>
              <a:rPr kumimoji="1" lang="en-US" altLang="zh-CN" sz="3200" b="1" i="1" baseline="-25000" dirty="0">
                <a:latin typeface="+mn-lt"/>
                <a:ea typeface="宋体" pitchFamily="2" charset="-122"/>
              </a:rPr>
              <a:t>R</a:t>
            </a:r>
          </a:p>
          <a:p>
            <a:pPr>
              <a:spcBef>
                <a:spcPct val="50000"/>
              </a:spcBef>
              <a:buClr>
                <a:schemeClr val="accent2"/>
              </a:buClr>
              <a:buSzPct val="80000"/>
              <a:buFont typeface="Wingdings" pitchFamily="2" charset="2"/>
              <a:buNone/>
              <a:defRPr/>
            </a:pPr>
            <a:r>
              <a:rPr kumimoji="1" lang="en-US" altLang="zh-CN" sz="3200" b="1" dirty="0">
                <a:latin typeface="+mn-lt"/>
                <a:ea typeface="宋体" pitchFamily="2" charset="-122"/>
              </a:rPr>
              <a:t>         </a:t>
            </a:r>
            <a:r>
              <a:rPr kumimoji="1" lang="en-US" altLang="zh-CN" sz="3200" b="1" i="1" dirty="0">
                <a:solidFill>
                  <a:srgbClr val="F72603"/>
                </a:solidFill>
                <a:latin typeface="+mn-lt"/>
                <a:ea typeface="宋体" pitchFamily="2" charset="-122"/>
              </a:rPr>
              <a:t>T</a:t>
            </a:r>
            <a:r>
              <a:rPr kumimoji="1" lang="en-US" altLang="zh-CN" sz="3200" b="1" i="1" baseline="-30000" dirty="0">
                <a:solidFill>
                  <a:srgbClr val="F72603"/>
                </a:solidFill>
                <a:latin typeface="+mn-lt"/>
                <a:ea typeface="宋体" pitchFamily="2" charset="-122"/>
              </a:rPr>
              <a:t>R</a:t>
            </a:r>
            <a:r>
              <a:rPr kumimoji="1" lang="en-US" altLang="zh-CN" sz="3200" b="1" dirty="0">
                <a:solidFill>
                  <a:srgbClr val="F72603"/>
                </a:solidFill>
                <a:latin typeface="+mn-lt"/>
                <a:ea typeface="宋体" pitchFamily="2" charset="-122"/>
              </a:rPr>
              <a:t>(</a:t>
            </a:r>
            <a:r>
              <a:rPr kumimoji="1" lang="en-US" altLang="zh-CN" sz="3200" b="1" i="1" dirty="0">
                <a:solidFill>
                  <a:srgbClr val="F72603"/>
                </a:solidFill>
                <a:latin typeface="+mn-lt"/>
                <a:ea typeface="宋体" pitchFamily="2" charset="-122"/>
              </a:rPr>
              <a:t>A</a:t>
            </a:r>
            <a:r>
              <a:rPr kumimoji="1" lang="en-US" altLang="zh-CN" sz="3200" b="1" dirty="0">
                <a:solidFill>
                  <a:srgbClr val="F72603"/>
                </a:solidFill>
                <a:latin typeface="+mn-lt"/>
                <a:ea typeface="宋体" pitchFamily="2" charset="-122"/>
              </a:rPr>
              <a:t>)= </a:t>
            </a:r>
            <a:r>
              <a:rPr kumimoji="1" lang="en-US" altLang="zh-CN" sz="3200" b="1" i="1" dirty="0">
                <a:solidFill>
                  <a:srgbClr val="F72603"/>
                </a:solidFill>
                <a:latin typeface="+mn-lt"/>
                <a:ea typeface="宋体" pitchFamily="2" charset="-122"/>
              </a:rPr>
              <a:t>A </a:t>
            </a:r>
            <a:r>
              <a:rPr lang="en-US" altLang="zh-CN" sz="3200" b="1" dirty="0">
                <a:solidFill>
                  <a:srgbClr val="F72603"/>
                </a:solidFill>
                <a:latin typeface="+mn-lt"/>
                <a:ea typeface="宋体" pitchFamily="2" charset="-122"/>
              </a:rPr>
              <a:t>◦</a:t>
            </a:r>
            <a:r>
              <a:rPr kumimoji="1" lang="en-US" altLang="zh-CN" sz="3200" dirty="0">
                <a:solidFill>
                  <a:srgbClr val="F72603"/>
                </a:solidFill>
                <a:latin typeface="+mn-lt"/>
                <a:ea typeface="宋体" pitchFamily="2" charset="-122"/>
              </a:rPr>
              <a:t> </a:t>
            </a:r>
            <a:r>
              <a:rPr kumimoji="1" lang="en-US" altLang="zh-CN" sz="3200" b="1" i="1" dirty="0">
                <a:solidFill>
                  <a:srgbClr val="F72603"/>
                </a:solidFill>
                <a:latin typeface="+mn-lt"/>
                <a:ea typeface="宋体" pitchFamily="2" charset="-122"/>
              </a:rPr>
              <a:t>R   </a:t>
            </a:r>
            <a:r>
              <a:rPr kumimoji="1" lang="zh-CN" altLang="en-US" sz="3200" b="1" dirty="0">
                <a:solidFill>
                  <a:schemeClr val="bg2"/>
                </a:solidFill>
                <a:latin typeface="Times New Roman" pitchFamily="18" charset="0"/>
                <a:ea typeface="宋体" pitchFamily="2" charset="-122"/>
              </a:rPr>
              <a:t>（合成运算）</a:t>
            </a:r>
          </a:p>
        </p:txBody>
      </p:sp>
      <p:sp>
        <p:nvSpPr>
          <p:cNvPr id="23557" name="Rectangle 6"/>
          <p:cNvSpPr>
            <a:spLocks noChangeArrowheads="1"/>
          </p:cNvSpPr>
          <p:nvPr/>
        </p:nvSpPr>
        <p:spPr bwMode="auto">
          <a:xfrm>
            <a:off x="1199456" y="1732469"/>
            <a:ext cx="74975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dirty="0">
                <a:latin typeface="+mj-lt"/>
              </a:rPr>
              <a:t>设</a:t>
            </a:r>
            <a:r>
              <a:rPr kumimoji="1" lang="en-US" altLang="zh-CN" sz="3200" b="1" i="1" dirty="0">
                <a:latin typeface="+mj-lt"/>
              </a:rPr>
              <a:t>U </a:t>
            </a:r>
            <a:r>
              <a:rPr kumimoji="1" lang="en-US" altLang="zh-CN" sz="3200" b="1" dirty="0">
                <a:latin typeface="+mj-lt"/>
              </a:rPr>
              <a:t>={u</a:t>
            </a:r>
            <a:r>
              <a:rPr kumimoji="1" lang="en-US" altLang="zh-CN" sz="3200" b="1" baseline="-30000" dirty="0">
                <a:latin typeface="+mj-lt"/>
              </a:rPr>
              <a:t>1</a:t>
            </a:r>
            <a:r>
              <a:rPr kumimoji="1" lang="en-US" altLang="zh-CN" sz="3200" b="1" dirty="0">
                <a:latin typeface="+mj-lt"/>
              </a:rPr>
              <a:t>, u</a:t>
            </a:r>
            <a:r>
              <a:rPr kumimoji="1" lang="en-US" altLang="zh-CN" sz="3200" b="1" baseline="-30000" dirty="0">
                <a:latin typeface="+mj-lt"/>
              </a:rPr>
              <a:t>2</a:t>
            </a:r>
            <a:r>
              <a:rPr kumimoji="1" lang="en-US" altLang="zh-CN" sz="3200" b="1" dirty="0">
                <a:latin typeface="+mj-lt"/>
              </a:rPr>
              <a:t>, … , u</a:t>
            </a:r>
            <a:r>
              <a:rPr kumimoji="1" lang="en-US" altLang="zh-CN" sz="3200" b="1" i="1" baseline="-30000" dirty="0">
                <a:latin typeface="+mj-lt"/>
              </a:rPr>
              <a:t>n</a:t>
            </a:r>
            <a:r>
              <a:rPr kumimoji="1" lang="en-US" altLang="zh-CN" sz="3200" b="1" dirty="0">
                <a:latin typeface="+mj-lt"/>
              </a:rPr>
              <a:t>},</a:t>
            </a:r>
            <a:r>
              <a:rPr kumimoji="1" lang="en-US" altLang="zh-CN" sz="3200" b="1" i="1" dirty="0">
                <a:latin typeface="+mj-lt"/>
              </a:rPr>
              <a:t>V </a:t>
            </a:r>
            <a:r>
              <a:rPr kumimoji="1" lang="en-US" altLang="zh-CN" sz="3200" b="1" dirty="0">
                <a:latin typeface="+mj-lt"/>
              </a:rPr>
              <a:t>={v</a:t>
            </a:r>
            <a:r>
              <a:rPr kumimoji="1" lang="en-US" altLang="zh-CN" sz="3200" b="1" baseline="-30000" dirty="0">
                <a:latin typeface="+mj-lt"/>
              </a:rPr>
              <a:t>1</a:t>
            </a:r>
            <a:r>
              <a:rPr kumimoji="1" lang="en-US" altLang="zh-CN" sz="3200" b="1" dirty="0">
                <a:latin typeface="+mj-lt"/>
              </a:rPr>
              <a:t>, v</a:t>
            </a:r>
            <a:r>
              <a:rPr kumimoji="1" lang="en-US" altLang="zh-CN" sz="3200" b="1" baseline="-30000" dirty="0">
                <a:latin typeface="+mj-lt"/>
              </a:rPr>
              <a:t>2</a:t>
            </a:r>
            <a:r>
              <a:rPr kumimoji="1" lang="en-US" altLang="zh-CN" sz="3200" b="1" dirty="0">
                <a:latin typeface="+mj-lt"/>
              </a:rPr>
              <a:t>, … ,</a:t>
            </a:r>
            <a:r>
              <a:rPr kumimoji="1" lang="en-US" altLang="zh-CN" sz="3200" b="1" dirty="0" err="1">
                <a:latin typeface="+mj-lt"/>
              </a:rPr>
              <a:t>v</a:t>
            </a:r>
            <a:r>
              <a:rPr kumimoji="1" lang="en-US" altLang="zh-CN" sz="3200" b="1" i="1" baseline="-30000" dirty="0" err="1">
                <a:latin typeface="+mj-lt"/>
              </a:rPr>
              <a:t>m</a:t>
            </a:r>
            <a:r>
              <a:rPr kumimoji="1" lang="en-US" altLang="zh-CN" sz="3200" b="1" dirty="0">
                <a:latin typeface="+mj-lt"/>
              </a:rPr>
              <a:t>},</a:t>
            </a:r>
          </a:p>
        </p:txBody>
      </p:sp>
      <p:sp>
        <p:nvSpPr>
          <p:cNvPr id="2" name="灯片编号占位符 1">
            <a:extLst>
              <a:ext uri="{FF2B5EF4-FFF2-40B4-BE49-F238E27FC236}">
                <a16:creationId xmlns:a16="http://schemas.microsoft.com/office/drawing/2014/main" id="{3CFA23F5-9B58-6AAD-94A4-D23241841EA2}"/>
              </a:ext>
            </a:extLst>
          </p:cNvPr>
          <p:cNvSpPr>
            <a:spLocks noGrp="1"/>
          </p:cNvSpPr>
          <p:nvPr>
            <p:ph type="sldNum" sz="quarter" idx="11"/>
          </p:nvPr>
        </p:nvSpPr>
        <p:spPr/>
        <p:txBody>
          <a:bodyPr/>
          <a:lstStyle/>
          <a:p>
            <a:pPr>
              <a:defRPr/>
            </a:pPr>
            <a:fld id="{EF24B7D7-F746-4E05-9A11-DD4FB4529D5B}" type="slidenum">
              <a:rPr lang="en-US" altLang="zh-CN" smtClean="0"/>
              <a:pPr>
                <a:defRPr/>
              </a:pPr>
              <a:t>19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25">
                                            <p:txEl>
                                              <p:pRg st="0" end="0"/>
                                            </p:txEl>
                                          </p:spTgt>
                                        </p:tgtEl>
                                        <p:attrNameLst>
                                          <p:attrName>style.visibility</p:attrName>
                                        </p:attrNameLst>
                                      </p:cBhvr>
                                      <p:to>
                                        <p:strVal val="visible"/>
                                      </p:to>
                                    </p:set>
                                    <p:animEffect transition="in" filter="wipe(left)">
                                      <p:cBhvr>
                                        <p:cTn id="7" dur="500"/>
                                        <p:tgtEl>
                                          <p:spTgt spid="10752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7525">
                                            <p:txEl>
                                              <p:pRg st="1" end="1"/>
                                            </p:txEl>
                                          </p:spTgt>
                                        </p:tgtEl>
                                        <p:attrNameLst>
                                          <p:attrName>style.visibility</p:attrName>
                                        </p:attrNameLst>
                                      </p:cBhvr>
                                      <p:to>
                                        <p:strVal val="visible"/>
                                      </p:to>
                                    </p:set>
                                    <p:animEffect transition="in" filter="wipe(left)">
                                      <p:cBhvr>
                                        <p:cTn id="12" dur="500"/>
                                        <p:tgtEl>
                                          <p:spTgt spid="10752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7524">
                                            <p:txEl>
                                              <p:pRg st="0" end="0"/>
                                            </p:txEl>
                                          </p:spTgt>
                                        </p:tgtEl>
                                        <p:attrNameLst>
                                          <p:attrName>style.visibility</p:attrName>
                                        </p:attrNameLst>
                                      </p:cBhvr>
                                      <p:to>
                                        <p:strVal val="visible"/>
                                      </p:to>
                                    </p:set>
                                    <p:anim calcmode="lin" valueType="num">
                                      <p:cBhvr additive="base">
                                        <p:cTn id="17" dur="500" fill="hold"/>
                                        <p:tgtEl>
                                          <p:spTgt spid="107524">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752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build="p"/>
      <p:bldP spid="107525"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81200" y="260649"/>
            <a:ext cx="8229600" cy="1243013"/>
          </a:xfrm>
        </p:spPr>
        <p:txBody>
          <a:bodyPr/>
          <a:lstStyle/>
          <a:p>
            <a:pPr algn="ctr" eaLnBrk="1" hangingPunct="1"/>
            <a:r>
              <a:rPr lang="zh-CN" altLang="en-US" dirty="0">
                <a:solidFill>
                  <a:srgbClr val="008000"/>
                </a:solidFill>
                <a:latin typeface="黑体" pitchFamily="2" charset="-122"/>
                <a:ea typeface="黑体" pitchFamily="2" charset="-122"/>
              </a:rPr>
              <a:t>用</a:t>
            </a:r>
            <a:r>
              <a:rPr lang="en-US" altLang="zh-CN" dirty="0">
                <a:solidFill>
                  <a:srgbClr val="008000"/>
                </a:solidFill>
                <a:latin typeface="黑体" pitchFamily="2" charset="-122"/>
                <a:ea typeface="黑体" pitchFamily="2" charset="-122"/>
              </a:rPr>
              <a:t>F</a:t>
            </a:r>
            <a:r>
              <a:rPr lang="zh-CN" altLang="en-US" dirty="0">
                <a:solidFill>
                  <a:srgbClr val="008000"/>
                </a:solidFill>
                <a:latin typeface="黑体" pitchFamily="2" charset="-122"/>
                <a:ea typeface="黑体" pitchFamily="2" charset="-122"/>
              </a:rPr>
              <a:t>关系求</a:t>
            </a:r>
            <a:r>
              <a:rPr lang="en-US" altLang="zh-CN" dirty="0">
                <a:solidFill>
                  <a:srgbClr val="008000"/>
                </a:solidFill>
                <a:latin typeface="黑体" pitchFamily="2" charset="-122"/>
                <a:ea typeface="黑体" pitchFamily="2" charset="-122"/>
              </a:rPr>
              <a:t>F</a:t>
            </a:r>
            <a:r>
              <a:rPr lang="zh-CN" altLang="en-US" dirty="0">
                <a:solidFill>
                  <a:srgbClr val="008000"/>
                </a:solidFill>
                <a:latin typeface="黑体" pitchFamily="2" charset="-122"/>
                <a:ea typeface="黑体" pitchFamily="2" charset="-122"/>
              </a:rPr>
              <a:t>变换方法举例</a:t>
            </a:r>
            <a:r>
              <a:rPr kumimoji="1" lang="en-US" altLang="zh-CN" sz="3200" dirty="0">
                <a:ea typeface="楷体_GB2312" pitchFamily="49" charset="-122"/>
              </a:rPr>
              <a:t>[P97</a:t>
            </a:r>
            <a:r>
              <a:rPr kumimoji="1" lang="zh-CN" altLang="en-US" sz="3200" dirty="0">
                <a:ea typeface="楷体_GB2312" pitchFamily="49" charset="-122"/>
              </a:rPr>
              <a:t>例</a:t>
            </a:r>
            <a:r>
              <a:rPr kumimoji="1" lang="en-US" altLang="zh-CN" sz="3200" dirty="0">
                <a:ea typeface="楷体_GB2312" pitchFamily="49" charset="-122"/>
              </a:rPr>
              <a:t>2]</a:t>
            </a:r>
          </a:p>
        </p:txBody>
      </p:sp>
      <p:sp>
        <p:nvSpPr>
          <p:cNvPr id="136195" name="Rectangle 3"/>
          <p:cNvSpPr>
            <a:spLocks noGrp="1" noChangeArrowheads="1"/>
          </p:cNvSpPr>
          <p:nvPr>
            <p:ph type="body" sz="half" idx="1"/>
          </p:nvPr>
        </p:nvSpPr>
        <p:spPr>
          <a:xfrm>
            <a:off x="1271464" y="1484785"/>
            <a:ext cx="9937103" cy="4537075"/>
          </a:xfrm>
          <a:noFill/>
        </p:spPr>
        <p:txBody>
          <a:bodyPr/>
          <a:lstStyle/>
          <a:p>
            <a:pPr eaLnBrk="1" hangingPunct="1">
              <a:spcBef>
                <a:spcPct val="0"/>
              </a:spcBef>
              <a:buClrTx/>
              <a:buSzTx/>
              <a:buFontTx/>
              <a:buNone/>
            </a:pPr>
            <a:r>
              <a:rPr lang="zh-CN" altLang="en-US" dirty="0"/>
              <a:t>设</a:t>
            </a:r>
            <a:r>
              <a:rPr lang="en-US" altLang="zh-CN" dirty="0"/>
              <a:t>U ={</a:t>
            </a:r>
            <a:r>
              <a:rPr kumimoji="1" lang="en-US" altLang="zh-CN" i="1" dirty="0"/>
              <a:t>u</a:t>
            </a:r>
            <a:r>
              <a:rPr kumimoji="1" lang="en-US" altLang="zh-CN" baseline="-25000" dirty="0"/>
              <a:t>1</a:t>
            </a:r>
            <a:r>
              <a:rPr kumimoji="1" lang="en-US" altLang="zh-CN" dirty="0"/>
              <a:t>, </a:t>
            </a:r>
            <a:r>
              <a:rPr kumimoji="1" lang="en-US" altLang="zh-CN" i="1" dirty="0"/>
              <a:t>u</a:t>
            </a:r>
            <a:r>
              <a:rPr kumimoji="1" lang="en-US" altLang="zh-CN" baseline="-25000" dirty="0"/>
              <a:t>2</a:t>
            </a:r>
            <a:r>
              <a:rPr kumimoji="1" lang="en-US" altLang="zh-CN" dirty="0"/>
              <a:t>, </a:t>
            </a:r>
            <a:r>
              <a:rPr kumimoji="1" lang="en-US" altLang="zh-CN" i="1" dirty="0"/>
              <a:t>u</a:t>
            </a:r>
            <a:r>
              <a:rPr kumimoji="1" lang="en-US" altLang="zh-CN" baseline="-25000" dirty="0"/>
              <a:t>3</a:t>
            </a:r>
            <a:r>
              <a:rPr kumimoji="1" lang="en-US" altLang="zh-CN" dirty="0"/>
              <a:t>}</a:t>
            </a:r>
            <a:r>
              <a:rPr kumimoji="1" lang="zh-CN" altLang="en-US" dirty="0"/>
              <a:t>，</a:t>
            </a:r>
            <a:r>
              <a:rPr kumimoji="1" lang="en-US" altLang="zh-CN" dirty="0"/>
              <a:t>V={v</a:t>
            </a:r>
            <a:r>
              <a:rPr kumimoji="1" lang="en-US" altLang="zh-CN" baseline="-25000" dirty="0"/>
              <a:t>1</a:t>
            </a:r>
            <a:r>
              <a:rPr kumimoji="1" lang="en-US" altLang="zh-CN" dirty="0"/>
              <a:t>,v</a:t>
            </a:r>
            <a:r>
              <a:rPr kumimoji="1" lang="en-US" altLang="zh-CN" baseline="-25000" dirty="0"/>
              <a:t>2</a:t>
            </a:r>
            <a:r>
              <a:rPr kumimoji="1" lang="en-US" altLang="zh-CN" dirty="0"/>
              <a:t>, v</a:t>
            </a:r>
            <a:r>
              <a:rPr kumimoji="1" lang="en-US" altLang="zh-CN" baseline="-25000" dirty="0"/>
              <a:t>3</a:t>
            </a:r>
            <a:r>
              <a:rPr kumimoji="1" lang="en-US" altLang="zh-CN" dirty="0"/>
              <a:t>, v</a:t>
            </a:r>
            <a:r>
              <a:rPr kumimoji="1" lang="en-US" altLang="zh-CN" baseline="-25000" dirty="0"/>
              <a:t>4</a:t>
            </a:r>
            <a:r>
              <a:rPr kumimoji="1" lang="en-US" altLang="zh-CN" dirty="0"/>
              <a:t>}</a:t>
            </a:r>
            <a:r>
              <a:rPr kumimoji="1" lang="zh-CN" altLang="en-US" dirty="0"/>
              <a:t>，且</a:t>
            </a:r>
            <a:r>
              <a:rPr kumimoji="1" lang="en-US" altLang="zh-CN" dirty="0">
                <a:latin typeface="Times New Roman" pitchFamily="18" charset="0"/>
              </a:rPr>
              <a:t>R</a:t>
            </a:r>
            <a:r>
              <a:rPr kumimoji="1" lang="en-US" altLang="en-US" b="1" dirty="0">
                <a:solidFill>
                  <a:schemeClr val="bg2"/>
                </a:solidFill>
                <a:latin typeface="Times New Roman" pitchFamily="18" charset="0"/>
                <a:sym typeface="Symbol" panose="05050102010706020507" pitchFamily="18" charset="2"/>
              </a:rPr>
              <a:t></a:t>
            </a:r>
            <a:r>
              <a:rPr kumimoji="1" lang="en-US" altLang="zh-CN" dirty="0">
                <a:latin typeface="Monotype Corsiva" pitchFamily="66" charset="0"/>
              </a:rPr>
              <a:t>F</a:t>
            </a:r>
            <a:r>
              <a:rPr kumimoji="1" lang="en-US" altLang="zh-CN" dirty="0">
                <a:latin typeface="Times New Roman" pitchFamily="18" charset="0"/>
              </a:rPr>
              <a:t>(U</a:t>
            </a:r>
            <a:r>
              <a:rPr kumimoji="1" lang="en-US" altLang="en-US" dirty="0">
                <a:latin typeface="Times New Roman" pitchFamily="18" charset="0"/>
              </a:rPr>
              <a:t>×</a:t>
            </a:r>
            <a:r>
              <a:rPr kumimoji="1" lang="en-US" altLang="zh-CN" dirty="0">
                <a:latin typeface="Times New Roman" pitchFamily="18" charset="0"/>
              </a:rPr>
              <a:t>V)</a:t>
            </a:r>
            <a:r>
              <a:rPr kumimoji="1" lang="zh-CN" altLang="en-US" dirty="0"/>
              <a:t>　　　　</a:t>
            </a:r>
          </a:p>
          <a:p>
            <a:pPr eaLnBrk="1" hangingPunct="1">
              <a:spcBef>
                <a:spcPct val="0"/>
              </a:spcBef>
              <a:buClrTx/>
              <a:buSzTx/>
              <a:buFontTx/>
              <a:buNone/>
            </a:pPr>
            <a:endParaRPr kumimoji="1" lang="zh-CN" altLang="en-US" sz="2800" dirty="0"/>
          </a:p>
          <a:p>
            <a:pPr eaLnBrk="1" hangingPunct="1">
              <a:spcBef>
                <a:spcPct val="0"/>
              </a:spcBef>
              <a:buClrTx/>
              <a:buSzTx/>
              <a:buFontTx/>
              <a:buNone/>
            </a:pPr>
            <a:endParaRPr kumimoji="1" lang="zh-CN" altLang="en-US" dirty="0">
              <a:latin typeface="Times New Roman" pitchFamily="18" charset="0"/>
            </a:endParaRPr>
          </a:p>
          <a:p>
            <a:pPr eaLnBrk="1" hangingPunct="1">
              <a:spcBef>
                <a:spcPct val="0"/>
              </a:spcBef>
              <a:buClrTx/>
              <a:buSzTx/>
              <a:buFontTx/>
              <a:buNone/>
            </a:pPr>
            <a:endParaRPr kumimoji="1" lang="zh-CN" altLang="en-US" sz="2000" dirty="0">
              <a:latin typeface="Times New Roman" pitchFamily="18" charset="0"/>
            </a:endParaRPr>
          </a:p>
          <a:p>
            <a:pPr eaLnBrk="1" hangingPunct="1">
              <a:spcBef>
                <a:spcPct val="0"/>
              </a:spcBef>
              <a:buClrTx/>
              <a:buSzTx/>
              <a:buFontTx/>
              <a:buNone/>
            </a:pPr>
            <a:endParaRPr kumimoji="1" lang="en-US" altLang="zh-CN" sz="2800" b="1" dirty="0">
              <a:ea typeface="楷体_GB2312" pitchFamily="49" charset="-122"/>
            </a:endParaRPr>
          </a:p>
          <a:p>
            <a:pPr eaLnBrk="1" hangingPunct="1">
              <a:spcBef>
                <a:spcPct val="0"/>
              </a:spcBef>
              <a:buClrTx/>
              <a:buSzTx/>
              <a:buFontTx/>
              <a:buNone/>
            </a:pPr>
            <a:endParaRPr kumimoji="1" lang="zh-CN" altLang="en-US" sz="2800" b="1" dirty="0">
              <a:ea typeface="楷体_GB2312" pitchFamily="49" charset="-122"/>
            </a:endParaRPr>
          </a:p>
          <a:p>
            <a:pPr eaLnBrk="1" hangingPunct="1">
              <a:spcBef>
                <a:spcPct val="0"/>
              </a:spcBef>
              <a:buClrTx/>
              <a:buSzTx/>
              <a:buFontTx/>
              <a:buNone/>
            </a:pPr>
            <a:endParaRPr kumimoji="1" lang="zh-CN" altLang="en-US" sz="2800" b="1" dirty="0">
              <a:ea typeface="楷体_GB2312" pitchFamily="49" charset="-122"/>
            </a:endParaRPr>
          </a:p>
          <a:p>
            <a:pPr eaLnBrk="1" hangingPunct="1">
              <a:spcBef>
                <a:spcPct val="0"/>
              </a:spcBef>
              <a:buClrTx/>
              <a:buSzTx/>
              <a:buFontTx/>
              <a:buNone/>
            </a:pPr>
            <a:endParaRPr kumimoji="1" lang="zh-CN" altLang="en-US" sz="3600" b="1" dirty="0">
              <a:ea typeface="楷体_GB2312" pitchFamily="49" charset="-122"/>
            </a:endParaRPr>
          </a:p>
          <a:p>
            <a:pPr eaLnBrk="1" hangingPunct="1">
              <a:spcBef>
                <a:spcPct val="0"/>
              </a:spcBef>
              <a:buClrTx/>
              <a:buSzTx/>
              <a:buFontTx/>
              <a:buNone/>
            </a:pPr>
            <a:endParaRPr kumimoji="1" lang="zh-CN" altLang="en-US" sz="1800" b="1" dirty="0">
              <a:ea typeface="楷体_GB2312" pitchFamily="49" charset="-122"/>
            </a:endParaRPr>
          </a:p>
          <a:p>
            <a:pPr eaLnBrk="1" hangingPunct="1">
              <a:spcBef>
                <a:spcPct val="0"/>
              </a:spcBef>
              <a:buClrTx/>
              <a:buSzTx/>
              <a:buFontTx/>
              <a:buNone/>
            </a:pPr>
            <a:r>
              <a:rPr kumimoji="1" lang="zh-CN" altLang="en-US" b="1" dirty="0">
                <a:ea typeface="楷体_GB2312" pitchFamily="49" charset="-122"/>
              </a:rPr>
              <a:t>求</a:t>
            </a:r>
            <a:r>
              <a:rPr kumimoji="1" lang="en-US" altLang="zh-CN" b="1" dirty="0">
                <a:ea typeface="楷体_GB2312" pitchFamily="49" charset="-122"/>
              </a:rPr>
              <a:t>T</a:t>
            </a:r>
            <a:r>
              <a:rPr kumimoji="1" lang="en-US" altLang="zh-CN" b="1" baseline="-25000" dirty="0">
                <a:ea typeface="楷体_GB2312" pitchFamily="49" charset="-122"/>
              </a:rPr>
              <a:t>R </a:t>
            </a:r>
            <a:r>
              <a:rPr kumimoji="1" lang="en-US" altLang="zh-CN" b="1" dirty="0">
                <a:ea typeface="楷体_GB2312" pitchFamily="49" charset="-122"/>
              </a:rPr>
              <a:t>(A)</a:t>
            </a:r>
            <a:r>
              <a:rPr kumimoji="1" lang="zh-CN" altLang="en-US" b="1" dirty="0">
                <a:ea typeface="楷体_GB2312" pitchFamily="49" charset="-122"/>
              </a:rPr>
              <a:t>、 </a:t>
            </a:r>
            <a:r>
              <a:rPr kumimoji="1" lang="en-US" altLang="zh-CN" b="1" dirty="0">
                <a:ea typeface="楷体_GB2312" pitchFamily="49" charset="-122"/>
              </a:rPr>
              <a:t>T</a:t>
            </a:r>
            <a:r>
              <a:rPr kumimoji="1" lang="en-US" altLang="zh-CN" b="1" baseline="-25000" dirty="0">
                <a:ea typeface="楷体_GB2312" pitchFamily="49" charset="-122"/>
              </a:rPr>
              <a:t>R </a:t>
            </a:r>
            <a:r>
              <a:rPr kumimoji="1" lang="en-US" altLang="zh-CN" b="1" dirty="0">
                <a:ea typeface="楷体_GB2312" pitchFamily="49" charset="-122"/>
              </a:rPr>
              <a:t>(B)</a:t>
            </a:r>
            <a:endParaRPr kumimoji="1" lang="en-US" altLang="zh-CN" b="1" baseline="-25000" dirty="0">
              <a:ea typeface="楷体_GB2312" pitchFamily="49" charset="-122"/>
            </a:endParaRPr>
          </a:p>
        </p:txBody>
      </p:sp>
      <p:graphicFrame>
        <p:nvGraphicFramePr>
          <p:cNvPr id="136198" name="Object 6"/>
          <p:cNvGraphicFramePr>
            <a:graphicFrameLocks noGrp="1" noChangeAspect="1"/>
          </p:cNvGraphicFramePr>
          <p:nvPr>
            <p:ph sz="quarter" idx="2"/>
            <p:extLst>
              <p:ext uri="{D42A27DB-BD31-4B8C-83A1-F6EECF244321}">
                <p14:modId xmlns:p14="http://schemas.microsoft.com/office/powerpoint/2010/main" val="2744836152"/>
              </p:ext>
            </p:extLst>
          </p:nvPr>
        </p:nvGraphicFramePr>
        <p:xfrm>
          <a:off x="3935760" y="2162547"/>
          <a:ext cx="3529012" cy="1900237"/>
        </p:xfrm>
        <a:graphic>
          <a:graphicData uri="http://schemas.openxmlformats.org/presentationml/2006/ole">
            <mc:AlternateContent xmlns:mc="http://schemas.openxmlformats.org/markup-compatibility/2006">
              <mc:Choice xmlns:v="urn:schemas-microsoft-com:vml" Requires="v">
                <p:oleObj name="公式" r:id="rId2" imgW="1320227" imgH="710891" progId="Equation.3">
                  <p:embed/>
                </p:oleObj>
              </mc:Choice>
              <mc:Fallback>
                <p:oleObj name="公式" r:id="rId2" imgW="1320227" imgH="710891"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5760" y="2162547"/>
                        <a:ext cx="3529012" cy="1900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00" name="Object 8"/>
          <p:cNvGraphicFramePr>
            <a:graphicFrameLocks noGrp="1" noChangeAspect="1"/>
          </p:cNvGraphicFramePr>
          <p:nvPr>
            <p:ph sz="quarter" idx="3"/>
            <p:extLst>
              <p:ext uri="{D42A27DB-BD31-4B8C-83A1-F6EECF244321}">
                <p14:modId xmlns:p14="http://schemas.microsoft.com/office/powerpoint/2010/main" val="4213953941"/>
              </p:ext>
            </p:extLst>
          </p:nvPr>
        </p:nvGraphicFramePr>
        <p:xfrm>
          <a:off x="2441114" y="4062783"/>
          <a:ext cx="6048375" cy="1268412"/>
        </p:xfrm>
        <a:graphic>
          <a:graphicData uri="http://schemas.openxmlformats.org/presentationml/2006/ole">
            <mc:AlternateContent xmlns:mc="http://schemas.openxmlformats.org/markup-compatibility/2006">
              <mc:Choice xmlns:v="urn:schemas-microsoft-com:vml" Requires="v">
                <p:oleObj name="公式" r:id="rId4" imgW="2057400" imgH="431800" progId="Equation.3">
                  <p:embed/>
                </p:oleObj>
              </mc:Choice>
              <mc:Fallback>
                <p:oleObj name="公式" r:id="rId4" imgW="2057400" imgH="4318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1114" y="4062783"/>
                        <a:ext cx="6048375" cy="1268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6202" name="Rectangle 10"/>
          <p:cNvSpPr>
            <a:spLocks noChangeArrowheads="1"/>
          </p:cNvSpPr>
          <p:nvPr/>
        </p:nvSpPr>
        <p:spPr bwMode="auto">
          <a:xfrm>
            <a:off x="2424113" y="6093297"/>
            <a:ext cx="54721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dirty="0"/>
              <a:t> </a:t>
            </a:r>
            <a:r>
              <a:rPr kumimoji="1" lang="en-US" altLang="zh-CN" sz="3200" b="1" i="1" dirty="0">
                <a:solidFill>
                  <a:srgbClr val="F72603"/>
                </a:solidFill>
              </a:rPr>
              <a:t>T</a:t>
            </a:r>
            <a:r>
              <a:rPr kumimoji="1" lang="en-US" altLang="zh-CN" sz="3200" b="1" i="1" baseline="-25000" dirty="0">
                <a:solidFill>
                  <a:srgbClr val="F72603"/>
                </a:solidFill>
              </a:rPr>
              <a:t>R</a:t>
            </a:r>
            <a:r>
              <a:rPr kumimoji="1" lang="en-US" altLang="zh-CN" sz="3200" b="1" dirty="0">
                <a:solidFill>
                  <a:srgbClr val="F72603"/>
                </a:solidFill>
              </a:rPr>
              <a:t>(</a:t>
            </a:r>
            <a:r>
              <a:rPr kumimoji="1" lang="en-US" altLang="zh-CN" sz="3200" b="1" i="1" dirty="0">
                <a:solidFill>
                  <a:srgbClr val="F72603"/>
                </a:solidFill>
              </a:rPr>
              <a:t>A</a:t>
            </a:r>
            <a:r>
              <a:rPr kumimoji="1" lang="en-US" altLang="zh-CN" sz="3200" b="1" dirty="0">
                <a:solidFill>
                  <a:srgbClr val="F72603"/>
                </a:solidFill>
              </a:rPr>
              <a:t>)= </a:t>
            </a:r>
            <a:r>
              <a:rPr kumimoji="1" lang="en-US" altLang="zh-CN" sz="3200" b="1" i="1" dirty="0">
                <a:solidFill>
                  <a:srgbClr val="F72603"/>
                </a:solidFill>
              </a:rPr>
              <a:t>A </a:t>
            </a:r>
            <a:r>
              <a:rPr lang="en-US" altLang="zh-CN" sz="3200" b="1" dirty="0">
                <a:solidFill>
                  <a:srgbClr val="F72603"/>
                </a:solidFill>
              </a:rPr>
              <a:t>◦</a:t>
            </a:r>
            <a:r>
              <a:rPr kumimoji="1" lang="en-US" altLang="zh-CN" sz="3200" dirty="0">
                <a:solidFill>
                  <a:srgbClr val="F72603"/>
                </a:solidFill>
              </a:rPr>
              <a:t> </a:t>
            </a:r>
            <a:r>
              <a:rPr kumimoji="1" lang="en-US" altLang="zh-CN" sz="3200" b="1" i="1" dirty="0">
                <a:solidFill>
                  <a:srgbClr val="F72603"/>
                </a:solidFill>
              </a:rPr>
              <a:t>R</a:t>
            </a:r>
            <a:r>
              <a:rPr kumimoji="1" lang="en-US" altLang="zh-CN" sz="3200" dirty="0"/>
              <a:t> , </a:t>
            </a:r>
            <a:r>
              <a:rPr kumimoji="1" lang="en-US" altLang="zh-CN" sz="3200" b="1" i="1" dirty="0">
                <a:solidFill>
                  <a:srgbClr val="F72603"/>
                </a:solidFill>
              </a:rPr>
              <a:t>T</a:t>
            </a:r>
            <a:r>
              <a:rPr kumimoji="1" lang="en-US" altLang="zh-CN" sz="3200" b="1" i="1" baseline="-25000" dirty="0">
                <a:solidFill>
                  <a:srgbClr val="F72603"/>
                </a:solidFill>
              </a:rPr>
              <a:t>R</a:t>
            </a:r>
            <a:r>
              <a:rPr kumimoji="1" lang="en-US" altLang="zh-CN" sz="3200" b="1" dirty="0">
                <a:solidFill>
                  <a:srgbClr val="F72603"/>
                </a:solidFill>
              </a:rPr>
              <a:t>(</a:t>
            </a:r>
            <a:r>
              <a:rPr kumimoji="1" lang="en-US" altLang="zh-CN" sz="3200" b="1" i="1" dirty="0">
                <a:solidFill>
                  <a:srgbClr val="F72603"/>
                </a:solidFill>
              </a:rPr>
              <a:t>B</a:t>
            </a:r>
            <a:r>
              <a:rPr kumimoji="1" lang="en-US" altLang="zh-CN" sz="3200" b="1" dirty="0">
                <a:solidFill>
                  <a:srgbClr val="F72603"/>
                </a:solidFill>
              </a:rPr>
              <a:t>)= </a:t>
            </a:r>
            <a:r>
              <a:rPr kumimoji="1" lang="en-US" altLang="zh-CN" sz="3200" b="1" i="1" dirty="0">
                <a:solidFill>
                  <a:srgbClr val="F72603"/>
                </a:solidFill>
              </a:rPr>
              <a:t>B </a:t>
            </a:r>
            <a:r>
              <a:rPr lang="en-US" altLang="zh-CN" sz="3200" b="1" dirty="0">
                <a:solidFill>
                  <a:srgbClr val="F72603"/>
                </a:solidFill>
              </a:rPr>
              <a:t>◦</a:t>
            </a:r>
            <a:r>
              <a:rPr kumimoji="1" lang="en-US" altLang="zh-CN" sz="3200" dirty="0">
                <a:solidFill>
                  <a:srgbClr val="F72603"/>
                </a:solidFill>
              </a:rPr>
              <a:t> </a:t>
            </a:r>
            <a:r>
              <a:rPr kumimoji="1" lang="en-US" altLang="zh-CN" sz="3200" b="1" i="1" dirty="0">
                <a:solidFill>
                  <a:srgbClr val="F72603"/>
                </a:solidFill>
              </a:rPr>
              <a:t>R</a:t>
            </a:r>
            <a:r>
              <a:rPr kumimoji="1" lang="en-US" altLang="zh-CN" sz="3200" dirty="0"/>
              <a:t> , </a:t>
            </a:r>
          </a:p>
        </p:txBody>
      </p:sp>
      <p:sp>
        <p:nvSpPr>
          <p:cNvPr id="2" name="灯片编号占位符 1">
            <a:extLst>
              <a:ext uri="{FF2B5EF4-FFF2-40B4-BE49-F238E27FC236}">
                <a16:creationId xmlns:a16="http://schemas.microsoft.com/office/drawing/2014/main" id="{E4FB689B-3A47-DB9B-3700-F36CDF90A983}"/>
              </a:ext>
            </a:extLst>
          </p:cNvPr>
          <p:cNvSpPr>
            <a:spLocks noGrp="1"/>
          </p:cNvSpPr>
          <p:nvPr>
            <p:ph type="sldNum" sz="quarter" idx="11"/>
          </p:nvPr>
        </p:nvSpPr>
        <p:spPr/>
        <p:txBody>
          <a:bodyPr/>
          <a:lstStyle/>
          <a:p>
            <a:pPr>
              <a:defRPr/>
            </a:pPr>
            <a:fld id="{B1928985-958F-4925-BAAA-4C45D70B67B4}" type="slidenum">
              <a:rPr lang="en-US" altLang="zh-CN" smtClean="0"/>
              <a:pPr>
                <a:defRPr/>
              </a:pPr>
              <a:t>20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5">
                                            <p:txEl>
                                              <p:pRg st="0" end="0"/>
                                            </p:txEl>
                                          </p:spTgt>
                                        </p:tgtEl>
                                        <p:attrNameLst>
                                          <p:attrName>style.visibility</p:attrName>
                                        </p:attrNameLst>
                                      </p:cBhvr>
                                      <p:to>
                                        <p:strVal val="visible"/>
                                      </p:to>
                                    </p:set>
                                    <p:animEffect transition="in" filter="wipe(left)">
                                      <p:cBhvr>
                                        <p:cTn id="7" dur="500"/>
                                        <p:tgtEl>
                                          <p:spTgt spid="136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6198"/>
                                        </p:tgtEl>
                                        <p:attrNameLst>
                                          <p:attrName>style.visibility</p:attrName>
                                        </p:attrNameLst>
                                      </p:cBhvr>
                                      <p:to>
                                        <p:strVal val="visible"/>
                                      </p:to>
                                    </p:set>
                                    <p:animEffect transition="in" filter="wipe(left)">
                                      <p:cBhvr>
                                        <p:cTn id="12" dur="500"/>
                                        <p:tgtEl>
                                          <p:spTgt spid="1361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6200"/>
                                        </p:tgtEl>
                                        <p:attrNameLst>
                                          <p:attrName>style.visibility</p:attrName>
                                        </p:attrNameLst>
                                      </p:cBhvr>
                                      <p:to>
                                        <p:strVal val="visible"/>
                                      </p:to>
                                    </p:set>
                                    <p:animEffect transition="in" filter="wipe(left)">
                                      <p:cBhvr>
                                        <p:cTn id="17" dur="500"/>
                                        <p:tgtEl>
                                          <p:spTgt spid="1362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6195">
                                            <p:txEl>
                                              <p:pRg st="9" end="9"/>
                                            </p:txEl>
                                          </p:spTgt>
                                        </p:tgtEl>
                                        <p:attrNameLst>
                                          <p:attrName>style.visibility</p:attrName>
                                        </p:attrNameLst>
                                      </p:cBhvr>
                                      <p:to>
                                        <p:strVal val="visible"/>
                                      </p:to>
                                    </p:set>
                                    <p:animEffect transition="in" filter="wipe(left)">
                                      <p:cBhvr>
                                        <p:cTn id="22" dur="500"/>
                                        <p:tgtEl>
                                          <p:spTgt spid="136195">
                                            <p:txEl>
                                              <p:pRg st="9" end="9"/>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6202"/>
                                        </p:tgtEl>
                                        <p:attrNameLst>
                                          <p:attrName>style.visibility</p:attrName>
                                        </p:attrNameLst>
                                      </p:cBhvr>
                                      <p:to>
                                        <p:strVal val="visible"/>
                                      </p:to>
                                    </p:set>
                                    <p:anim calcmode="lin" valueType="num">
                                      <p:cBhvr additive="base">
                                        <p:cTn id="27" dur="500" fill="hold"/>
                                        <p:tgtEl>
                                          <p:spTgt spid="136202"/>
                                        </p:tgtEl>
                                        <p:attrNameLst>
                                          <p:attrName>ppt_x</p:attrName>
                                        </p:attrNameLst>
                                      </p:cBhvr>
                                      <p:tavLst>
                                        <p:tav tm="0">
                                          <p:val>
                                            <p:strVal val="#ppt_x"/>
                                          </p:val>
                                        </p:tav>
                                        <p:tav tm="100000">
                                          <p:val>
                                            <p:strVal val="#ppt_x"/>
                                          </p:val>
                                        </p:tav>
                                      </p:tavLst>
                                    </p:anim>
                                    <p:anim calcmode="lin" valueType="num">
                                      <p:cBhvr additive="base">
                                        <p:cTn id="28" dur="500" fill="hold"/>
                                        <p:tgtEl>
                                          <p:spTgt spid="1362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build="p"/>
      <p:bldP spid="13620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54512-93AD-C0F6-FCDA-C9FB5B1EFC79}"/>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411985A6-ABE1-29FE-373A-78B2AD49168F}"/>
              </a:ext>
            </a:extLst>
          </p:cNvPr>
          <p:cNvSpPr>
            <a:spLocks noGrp="1" noChangeArrowheads="1"/>
          </p:cNvSpPr>
          <p:nvPr>
            <p:ph type="title"/>
          </p:nvPr>
        </p:nvSpPr>
        <p:spPr>
          <a:xfrm>
            <a:off x="1981200" y="260649"/>
            <a:ext cx="8229600" cy="1243013"/>
          </a:xfrm>
        </p:spPr>
        <p:txBody>
          <a:bodyPr/>
          <a:lstStyle/>
          <a:p>
            <a:pPr algn="ctr" eaLnBrk="1" hangingPunct="1"/>
            <a:r>
              <a:rPr lang="zh-CN" altLang="en-US" dirty="0">
                <a:solidFill>
                  <a:srgbClr val="008000"/>
                </a:solidFill>
                <a:latin typeface="黑体" pitchFamily="2" charset="-122"/>
                <a:ea typeface="黑体" pitchFamily="2" charset="-122"/>
              </a:rPr>
              <a:t>用</a:t>
            </a:r>
            <a:r>
              <a:rPr lang="en-US" altLang="zh-CN" dirty="0">
                <a:solidFill>
                  <a:srgbClr val="008000"/>
                </a:solidFill>
                <a:latin typeface="黑体" pitchFamily="2" charset="-122"/>
                <a:ea typeface="黑体" pitchFamily="2" charset="-122"/>
              </a:rPr>
              <a:t>F</a:t>
            </a:r>
            <a:r>
              <a:rPr lang="zh-CN" altLang="en-US" dirty="0">
                <a:solidFill>
                  <a:srgbClr val="008000"/>
                </a:solidFill>
                <a:latin typeface="黑体" pitchFamily="2" charset="-122"/>
                <a:ea typeface="黑体" pitchFamily="2" charset="-122"/>
              </a:rPr>
              <a:t>关系求</a:t>
            </a:r>
            <a:r>
              <a:rPr lang="en-US" altLang="zh-CN" dirty="0">
                <a:solidFill>
                  <a:srgbClr val="008000"/>
                </a:solidFill>
                <a:latin typeface="黑体" pitchFamily="2" charset="-122"/>
                <a:ea typeface="黑体" pitchFamily="2" charset="-122"/>
              </a:rPr>
              <a:t>F</a:t>
            </a:r>
            <a:r>
              <a:rPr lang="zh-CN" altLang="en-US" dirty="0">
                <a:solidFill>
                  <a:srgbClr val="008000"/>
                </a:solidFill>
                <a:latin typeface="黑体" pitchFamily="2" charset="-122"/>
                <a:ea typeface="黑体" pitchFamily="2" charset="-122"/>
              </a:rPr>
              <a:t>变换方法举例</a:t>
            </a:r>
            <a:r>
              <a:rPr kumimoji="1" lang="en-US" altLang="zh-CN" sz="3200" dirty="0">
                <a:ea typeface="楷体_GB2312" pitchFamily="49" charset="-122"/>
              </a:rPr>
              <a:t>[P97</a:t>
            </a:r>
            <a:r>
              <a:rPr kumimoji="1" lang="zh-CN" altLang="en-US" sz="3200" dirty="0">
                <a:ea typeface="楷体_GB2312" pitchFamily="49" charset="-122"/>
              </a:rPr>
              <a:t>例</a:t>
            </a:r>
            <a:r>
              <a:rPr kumimoji="1" lang="en-US" altLang="zh-CN" sz="3200" dirty="0">
                <a:ea typeface="楷体_GB2312" pitchFamily="49" charset="-122"/>
              </a:rPr>
              <a:t>2]</a:t>
            </a:r>
          </a:p>
        </p:txBody>
      </p:sp>
      <p:sp>
        <p:nvSpPr>
          <p:cNvPr id="136195" name="Rectangle 3">
            <a:extLst>
              <a:ext uri="{FF2B5EF4-FFF2-40B4-BE49-F238E27FC236}">
                <a16:creationId xmlns:a16="http://schemas.microsoft.com/office/drawing/2014/main" id="{9DA75FFD-F7FE-37F9-9CE2-715869FF5557}"/>
              </a:ext>
            </a:extLst>
          </p:cNvPr>
          <p:cNvSpPr>
            <a:spLocks noGrp="1" noChangeArrowheads="1"/>
          </p:cNvSpPr>
          <p:nvPr>
            <p:ph type="body" sz="half" idx="1"/>
          </p:nvPr>
        </p:nvSpPr>
        <p:spPr>
          <a:xfrm>
            <a:off x="1055440" y="1484785"/>
            <a:ext cx="10225135" cy="4537075"/>
          </a:xfrm>
          <a:noFill/>
        </p:spPr>
        <p:txBody>
          <a:bodyPr/>
          <a:lstStyle/>
          <a:p>
            <a:pPr eaLnBrk="1" hangingPunct="1">
              <a:spcBef>
                <a:spcPct val="0"/>
              </a:spcBef>
              <a:buClrTx/>
              <a:buSzTx/>
              <a:buFontTx/>
              <a:buNone/>
            </a:pPr>
            <a:r>
              <a:rPr lang="zh-CN" altLang="en-US" dirty="0"/>
              <a:t>设</a:t>
            </a:r>
            <a:r>
              <a:rPr lang="en-US" altLang="zh-CN" dirty="0"/>
              <a:t>U ={</a:t>
            </a:r>
            <a:r>
              <a:rPr kumimoji="1" lang="en-US" altLang="zh-CN" i="1" dirty="0"/>
              <a:t>u</a:t>
            </a:r>
            <a:r>
              <a:rPr kumimoji="1" lang="en-US" altLang="zh-CN" baseline="-25000" dirty="0"/>
              <a:t>1</a:t>
            </a:r>
            <a:r>
              <a:rPr kumimoji="1" lang="en-US" altLang="zh-CN" dirty="0"/>
              <a:t>, </a:t>
            </a:r>
            <a:r>
              <a:rPr kumimoji="1" lang="en-US" altLang="zh-CN" i="1" dirty="0"/>
              <a:t>u</a:t>
            </a:r>
            <a:r>
              <a:rPr kumimoji="1" lang="en-US" altLang="zh-CN" baseline="-25000" dirty="0"/>
              <a:t>2</a:t>
            </a:r>
            <a:r>
              <a:rPr kumimoji="1" lang="en-US" altLang="zh-CN" dirty="0"/>
              <a:t>, </a:t>
            </a:r>
            <a:r>
              <a:rPr kumimoji="1" lang="en-US" altLang="zh-CN" i="1" dirty="0"/>
              <a:t>u</a:t>
            </a:r>
            <a:r>
              <a:rPr kumimoji="1" lang="en-US" altLang="zh-CN" baseline="-25000" dirty="0"/>
              <a:t>3</a:t>
            </a:r>
            <a:r>
              <a:rPr kumimoji="1" lang="en-US" altLang="zh-CN" dirty="0"/>
              <a:t>}</a:t>
            </a:r>
            <a:r>
              <a:rPr kumimoji="1" lang="zh-CN" altLang="en-US" dirty="0"/>
              <a:t>，</a:t>
            </a:r>
            <a:r>
              <a:rPr kumimoji="1" lang="en-US" altLang="zh-CN" dirty="0"/>
              <a:t>V={v</a:t>
            </a:r>
            <a:r>
              <a:rPr kumimoji="1" lang="en-US" altLang="zh-CN" baseline="-25000" dirty="0"/>
              <a:t>1</a:t>
            </a:r>
            <a:r>
              <a:rPr kumimoji="1" lang="en-US" altLang="zh-CN" dirty="0"/>
              <a:t>,v</a:t>
            </a:r>
            <a:r>
              <a:rPr kumimoji="1" lang="en-US" altLang="zh-CN" baseline="-25000" dirty="0"/>
              <a:t>2</a:t>
            </a:r>
            <a:r>
              <a:rPr kumimoji="1" lang="en-US" altLang="zh-CN" dirty="0"/>
              <a:t>, v</a:t>
            </a:r>
            <a:r>
              <a:rPr kumimoji="1" lang="en-US" altLang="zh-CN" baseline="-25000" dirty="0"/>
              <a:t>3</a:t>
            </a:r>
            <a:r>
              <a:rPr kumimoji="1" lang="en-US" altLang="zh-CN" dirty="0"/>
              <a:t>, v</a:t>
            </a:r>
            <a:r>
              <a:rPr kumimoji="1" lang="en-US" altLang="zh-CN" baseline="-25000" dirty="0"/>
              <a:t>4</a:t>
            </a:r>
            <a:r>
              <a:rPr kumimoji="1" lang="en-US" altLang="zh-CN" dirty="0"/>
              <a:t>}</a:t>
            </a:r>
            <a:r>
              <a:rPr kumimoji="1" lang="zh-CN" altLang="en-US" dirty="0"/>
              <a:t>，且</a:t>
            </a:r>
            <a:r>
              <a:rPr kumimoji="1" lang="en-US" altLang="zh-CN" dirty="0">
                <a:latin typeface="Times New Roman" pitchFamily="18" charset="0"/>
              </a:rPr>
              <a:t>R</a:t>
            </a:r>
            <a:r>
              <a:rPr kumimoji="1" lang="en-US" altLang="en-US" b="1" dirty="0">
                <a:solidFill>
                  <a:schemeClr val="bg2"/>
                </a:solidFill>
                <a:latin typeface="Times New Roman" pitchFamily="18" charset="0"/>
                <a:sym typeface="Symbol" panose="05050102010706020507" pitchFamily="18" charset="2"/>
              </a:rPr>
              <a:t></a:t>
            </a:r>
            <a:r>
              <a:rPr kumimoji="1" lang="en-US" altLang="zh-CN" dirty="0">
                <a:latin typeface="Monotype Corsiva" pitchFamily="66" charset="0"/>
              </a:rPr>
              <a:t>F</a:t>
            </a:r>
            <a:r>
              <a:rPr kumimoji="1" lang="en-US" altLang="zh-CN" dirty="0">
                <a:latin typeface="Times New Roman" pitchFamily="18" charset="0"/>
              </a:rPr>
              <a:t>(U</a:t>
            </a:r>
            <a:r>
              <a:rPr kumimoji="1" lang="en-US" altLang="en-US" dirty="0">
                <a:latin typeface="Times New Roman" pitchFamily="18" charset="0"/>
              </a:rPr>
              <a:t>×</a:t>
            </a:r>
            <a:r>
              <a:rPr kumimoji="1" lang="en-US" altLang="zh-CN" dirty="0">
                <a:latin typeface="Times New Roman" pitchFamily="18" charset="0"/>
              </a:rPr>
              <a:t>V)</a:t>
            </a:r>
            <a:r>
              <a:rPr kumimoji="1" lang="zh-CN" altLang="en-US" dirty="0"/>
              <a:t>　　　　</a:t>
            </a:r>
          </a:p>
          <a:p>
            <a:pPr eaLnBrk="1" hangingPunct="1">
              <a:spcBef>
                <a:spcPct val="0"/>
              </a:spcBef>
              <a:buClrTx/>
              <a:buSzTx/>
              <a:buFontTx/>
              <a:buNone/>
            </a:pPr>
            <a:endParaRPr kumimoji="1" lang="zh-CN" altLang="en-US" sz="2800" dirty="0"/>
          </a:p>
          <a:p>
            <a:pPr eaLnBrk="1" hangingPunct="1">
              <a:spcBef>
                <a:spcPct val="0"/>
              </a:spcBef>
              <a:buClrTx/>
              <a:buSzTx/>
              <a:buFontTx/>
              <a:buNone/>
            </a:pPr>
            <a:endParaRPr kumimoji="1" lang="zh-CN" altLang="en-US" dirty="0">
              <a:latin typeface="Times New Roman" pitchFamily="18" charset="0"/>
            </a:endParaRPr>
          </a:p>
          <a:p>
            <a:pPr eaLnBrk="1" hangingPunct="1">
              <a:spcBef>
                <a:spcPct val="0"/>
              </a:spcBef>
              <a:buClrTx/>
              <a:buSzTx/>
              <a:buFontTx/>
              <a:buNone/>
            </a:pPr>
            <a:endParaRPr kumimoji="1" lang="zh-CN" altLang="en-US" sz="2000" dirty="0">
              <a:latin typeface="Times New Roman" pitchFamily="18" charset="0"/>
            </a:endParaRPr>
          </a:p>
          <a:p>
            <a:pPr eaLnBrk="1" hangingPunct="1">
              <a:spcBef>
                <a:spcPct val="0"/>
              </a:spcBef>
              <a:buClrTx/>
              <a:buSzTx/>
              <a:buFontTx/>
              <a:buNone/>
            </a:pPr>
            <a:endParaRPr kumimoji="1" lang="en-US" altLang="zh-CN" sz="2800" b="1" dirty="0">
              <a:ea typeface="楷体_GB2312" pitchFamily="49" charset="-122"/>
            </a:endParaRPr>
          </a:p>
          <a:p>
            <a:pPr eaLnBrk="1" hangingPunct="1">
              <a:spcBef>
                <a:spcPct val="0"/>
              </a:spcBef>
              <a:buClrTx/>
              <a:buSzTx/>
              <a:buFontTx/>
              <a:buNone/>
            </a:pPr>
            <a:endParaRPr kumimoji="1" lang="zh-CN" altLang="en-US" sz="2800" b="1" dirty="0">
              <a:ea typeface="楷体_GB2312" pitchFamily="49" charset="-122"/>
            </a:endParaRPr>
          </a:p>
          <a:p>
            <a:pPr eaLnBrk="1" hangingPunct="1">
              <a:spcBef>
                <a:spcPct val="0"/>
              </a:spcBef>
              <a:buClrTx/>
              <a:buSzTx/>
              <a:buFontTx/>
              <a:buNone/>
            </a:pPr>
            <a:endParaRPr kumimoji="1" lang="zh-CN" altLang="en-US" sz="2800" b="1" dirty="0">
              <a:ea typeface="楷体_GB2312" pitchFamily="49" charset="-122"/>
            </a:endParaRPr>
          </a:p>
        </p:txBody>
      </p:sp>
      <p:graphicFrame>
        <p:nvGraphicFramePr>
          <p:cNvPr id="136198" name="Object 6">
            <a:extLst>
              <a:ext uri="{FF2B5EF4-FFF2-40B4-BE49-F238E27FC236}">
                <a16:creationId xmlns:a16="http://schemas.microsoft.com/office/drawing/2014/main" id="{A7C92150-487E-1109-884C-64BA7D1DA4D4}"/>
              </a:ext>
            </a:extLst>
          </p:cNvPr>
          <p:cNvGraphicFramePr>
            <a:graphicFrameLocks noGrp="1" noChangeAspect="1"/>
          </p:cNvGraphicFramePr>
          <p:nvPr>
            <p:ph sz="quarter" idx="2"/>
            <p:extLst>
              <p:ext uri="{D42A27DB-BD31-4B8C-83A1-F6EECF244321}">
                <p14:modId xmlns:p14="http://schemas.microsoft.com/office/powerpoint/2010/main" val="1344414912"/>
              </p:ext>
            </p:extLst>
          </p:nvPr>
        </p:nvGraphicFramePr>
        <p:xfrm>
          <a:off x="2724178" y="2204865"/>
          <a:ext cx="2952948" cy="1590049"/>
        </p:xfrm>
        <a:graphic>
          <a:graphicData uri="http://schemas.openxmlformats.org/presentationml/2006/ole">
            <mc:AlternateContent xmlns:mc="http://schemas.openxmlformats.org/markup-compatibility/2006">
              <mc:Choice xmlns:v="urn:schemas-microsoft-com:vml" Requires="v">
                <p:oleObj name="公式" r:id="rId2" imgW="1320227" imgH="710891" progId="Equation.3">
                  <p:embed/>
                </p:oleObj>
              </mc:Choice>
              <mc:Fallback>
                <p:oleObj name="公式" r:id="rId2" imgW="1320227" imgH="710891" progId="Equation.3">
                  <p:embed/>
                  <p:pic>
                    <p:nvPicPr>
                      <p:cNvPr id="136198"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4178" y="2204865"/>
                        <a:ext cx="2952948" cy="1590049"/>
                      </a:xfrm>
                      <a:prstGeom prst="rect">
                        <a:avLst/>
                      </a:prstGeom>
                      <a:noFill/>
                      <a:ln>
                        <a:noFill/>
                      </a:ln>
                      <a:effectLst/>
                    </p:spPr>
                  </p:pic>
                </p:oleObj>
              </mc:Fallback>
            </mc:AlternateContent>
          </a:graphicData>
        </a:graphic>
      </p:graphicFrame>
      <p:graphicFrame>
        <p:nvGraphicFramePr>
          <p:cNvPr id="136200" name="Object 8">
            <a:extLst>
              <a:ext uri="{FF2B5EF4-FFF2-40B4-BE49-F238E27FC236}">
                <a16:creationId xmlns:a16="http://schemas.microsoft.com/office/drawing/2014/main" id="{7A4ADFE2-FED9-2124-4AE3-808230F4B6A5}"/>
              </a:ext>
            </a:extLst>
          </p:cNvPr>
          <p:cNvGraphicFramePr>
            <a:graphicFrameLocks noGrp="1" noChangeAspect="1"/>
          </p:cNvGraphicFramePr>
          <p:nvPr>
            <p:ph sz="quarter" idx="3"/>
            <p:extLst>
              <p:ext uri="{D42A27DB-BD31-4B8C-83A1-F6EECF244321}">
                <p14:modId xmlns:p14="http://schemas.microsoft.com/office/powerpoint/2010/main" val="3768798023"/>
              </p:ext>
            </p:extLst>
          </p:nvPr>
        </p:nvGraphicFramePr>
        <p:xfrm>
          <a:off x="7727599" y="2144385"/>
          <a:ext cx="2863015" cy="1584176"/>
        </p:xfrm>
        <a:graphic>
          <a:graphicData uri="http://schemas.openxmlformats.org/presentationml/2006/ole">
            <mc:AlternateContent xmlns:mc="http://schemas.openxmlformats.org/markup-compatibility/2006">
              <mc:Choice xmlns:v="urn:schemas-microsoft-com:vml" Requires="v">
                <p:oleObj name="Equation" r:id="rId4" imgW="1193760" imgH="660240" progId="Equation.DSMT4">
                  <p:embed/>
                </p:oleObj>
              </mc:Choice>
              <mc:Fallback>
                <p:oleObj name="Equation" r:id="rId4" imgW="1193760" imgH="660240" progId="Equation.DSMT4">
                  <p:embed/>
                  <p:pic>
                    <p:nvPicPr>
                      <p:cNvPr id="136200" name="Object 8"/>
                      <p:cNvPicPr>
                        <a:picLocks noChangeAspect="1" noChangeArrowheads="1"/>
                      </p:cNvPicPr>
                      <p:nvPr/>
                    </p:nvPicPr>
                    <p:blipFill>
                      <a:blip r:embed="rId5"/>
                      <a:srcRect/>
                      <a:stretch>
                        <a:fillRect/>
                      </a:stretch>
                    </p:blipFill>
                    <p:spPr bwMode="auto">
                      <a:xfrm>
                        <a:off x="7727599" y="2144385"/>
                        <a:ext cx="2863015" cy="1584176"/>
                      </a:xfrm>
                      <a:prstGeom prst="rect">
                        <a:avLst/>
                      </a:prstGeom>
                      <a:noFill/>
                      <a:ln>
                        <a:noFill/>
                      </a:ln>
                      <a:effectLst/>
                    </p:spPr>
                  </p:pic>
                </p:oleObj>
              </mc:Fallback>
            </mc:AlternateContent>
          </a:graphicData>
        </a:graphic>
      </p:graphicFrame>
      <p:graphicFrame>
        <p:nvGraphicFramePr>
          <p:cNvPr id="2" name="Object 6">
            <a:extLst>
              <a:ext uri="{FF2B5EF4-FFF2-40B4-BE49-F238E27FC236}">
                <a16:creationId xmlns:a16="http://schemas.microsoft.com/office/drawing/2014/main" id="{49C27679-2058-1462-10EB-9471AED4C18C}"/>
              </a:ext>
            </a:extLst>
          </p:cNvPr>
          <p:cNvGraphicFramePr>
            <a:graphicFrameLocks noChangeAspect="1"/>
          </p:cNvGraphicFramePr>
          <p:nvPr>
            <p:extLst>
              <p:ext uri="{D42A27DB-BD31-4B8C-83A1-F6EECF244321}">
                <p14:modId xmlns:p14="http://schemas.microsoft.com/office/powerpoint/2010/main" val="558450148"/>
              </p:ext>
            </p:extLst>
          </p:nvPr>
        </p:nvGraphicFramePr>
        <p:xfrm>
          <a:off x="1159273" y="3861049"/>
          <a:ext cx="6592119" cy="1500717"/>
        </p:xfrm>
        <a:graphic>
          <a:graphicData uri="http://schemas.openxmlformats.org/presentationml/2006/ole">
            <mc:AlternateContent xmlns:mc="http://schemas.openxmlformats.org/markup-compatibility/2006">
              <mc:Choice xmlns:v="urn:schemas-microsoft-com:vml" Requires="v">
                <p:oleObj name="Equation" r:id="rId6" imgW="3124080" imgH="711000" progId="Equation.DSMT4">
                  <p:embed/>
                </p:oleObj>
              </mc:Choice>
              <mc:Fallback>
                <p:oleObj name="Equation" r:id="rId6" imgW="3124080" imgH="711000" progId="Equation.DSMT4">
                  <p:embed/>
                  <p:pic>
                    <p:nvPicPr>
                      <p:cNvPr id="136198" name="Object 6">
                        <a:extLst>
                          <a:ext uri="{FF2B5EF4-FFF2-40B4-BE49-F238E27FC236}">
                            <a16:creationId xmlns:a16="http://schemas.microsoft.com/office/drawing/2014/main" id="{A7C92150-487E-1109-884C-64BA7D1DA4D4}"/>
                          </a:ext>
                        </a:extLst>
                      </p:cNvPr>
                      <p:cNvPicPr>
                        <a:picLocks noChangeAspect="1" noChangeArrowheads="1"/>
                      </p:cNvPicPr>
                      <p:nvPr/>
                    </p:nvPicPr>
                    <p:blipFill>
                      <a:blip r:embed="rId7"/>
                      <a:srcRect/>
                      <a:stretch>
                        <a:fillRect/>
                      </a:stretch>
                    </p:blipFill>
                    <p:spPr bwMode="auto">
                      <a:xfrm>
                        <a:off x="1159273" y="3861049"/>
                        <a:ext cx="6592119" cy="1500717"/>
                      </a:xfrm>
                      <a:prstGeom prst="rect">
                        <a:avLst/>
                      </a:prstGeom>
                      <a:noFill/>
                      <a:ln>
                        <a:noFill/>
                      </a:ln>
                      <a:effectLst/>
                    </p:spPr>
                  </p:pic>
                </p:oleObj>
              </mc:Fallback>
            </mc:AlternateContent>
          </a:graphicData>
        </a:graphic>
      </p:graphicFrame>
      <p:graphicFrame>
        <p:nvGraphicFramePr>
          <p:cNvPr id="3" name="Object 6">
            <a:extLst>
              <a:ext uri="{FF2B5EF4-FFF2-40B4-BE49-F238E27FC236}">
                <a16:creationId xmlns:a16="http://schemas.microsoft.com/office/drawing/2014/main" id="{8C3D9FF1-550F-44C9-6492-E5375488D38C}"/>
              </a:ext>
            </a:extLst>
          </p:cNvPr>
          <p:cNvGraphicFramePr>
            <a:graphicFrameLocks noChangeAspect="1"/>
          </p:cNvGraphicFramePr>
          <p:nvPr>
            <p:extLst>
              <p:ext uri="{D42A27DB-BD31-4B8C-83A1-F6EECF244321}">
                <p14:modId xmlns:p14="http://schemas.microsoft.com/office/powerpoint/2010/main" val="1078995006"/>
              </p:ext>
            </p:extLst>
          </p:nvPr>
        </p:nvGraphicFramePr>
        <p:xfrm>
          <a:off x="335360" y="5337900"/>
          <a:ext cx="8467725" cy="1500188"/>
        </p:xfrm>
        <a:graphic>
          <a:graphicData uri="http://schemas.openxmlformats.org/presentationml/2006/ole">
            <mc:AlternateContent xmlns:mc="http://schemas.openxmlformats.org/markup-compatibility/2006">
              <mc:Choice xmlns:v="urn:schemas-microsoft-com:vml" Requires="v">
                <p:oleObj name="Equation" r:id="rId8" imgW="4012920" imgH="711000" progId="Equation.DSMT4">
                  <p:embed/>
                </p:oleObj>
              </mc:Choice>
              <mc:Fallback>
                <p:oleObj name="Equation" r:id="rId8" imgW="4012920" imgH="711000" progId="Equation.DSMT4">
                  <p:embed/>
                  <p:pic>
                    <p:nvPicPr>
                      <p:cNvPr id="2" name="Object 6">
                        <a:extLst>
                          <a:ext uri="{FF2B5EF4-FFF2-40B4-BE49-F238E27FC236}">
                            <a16:creationId xmlns:a16="http://schemas.microsoft.com/office/drawing/2014/main" id="{49C27679-2058-1462-10EB-9471AED4C18C}"/>
                          </a:ext>
                        </a:extLst>
                      </p:cNvPr>
                      <p:cNvPicPr>
                        <a:picLocks noChangeAspect="1" noChangeArrowheads="1"/>
                      </p:cNvPicPr>
                      <p:nvPr/>
                    </p:nvPicPr>
                    <p:blipFill>
                      <a:blip r:embed="rId9"/>
                      <a:srcRect/>
                      <a:stretch>
                        <a:fillRect/>
                      </a:stretch>
                    </p:blipFill>
                    <p:spPr bwMode="auto">
                      <a:xfrm>
                        <a:off x="335360" y="5337900"/>
                        <a:ext cx="8467725" cy="1500188"/>
                      </a:xfrm>
                      <a:prstGeom prst="rect">
                        <a:avLst/>
                      </a:prstGeom>
                      <a:noFill/>
                      <a:ln>
                        <a:noFill/>
                      </a:ln>
                      <a:effectLst/>
                    </p:spPr>
                  </p:pic>
                </p:oleObj>
              </mc:Fallback>
            </mc:AlternateContent>
          </a:graphicData>
        </a:graphic>
      </p:graphicFrame>
      <p:sp>
        <p:nvSpPr>
          <p:cNvPr id="4" name="灯片编号占位符 3">
            <a:extLst>
              <a:ext uri="{FF2B5EF4-FFF2-40B4-BE49-F238E27FC236}">
                <a16:creationId xmlns:a16="http://schemas.microsoft.com/office/drawing/2014/main" id="{334B2955-87A2-E72C-4005-8FD327E727DA}"/>
              </a:ext>
            </a:extLst>
          </p:cNvPr>
          <p:cNvSpPr>
            <a:spLocks noGrp="1"/>
          </p:cNvSpPr>
          <p:nvPr>
            <p:ph type="sldNum" sz="quarter" idx="11"/>
          </p:nvPr>
        </p:nvSpPr>
        <p:spPr/>
        <p:txBody>
          <a:bodyPr/>
          <a:lstStyle/>
          <a:p>
            <a:pPr>
              <a:defRPr/>
            </a:pPr>
            <a:fld id="{B1928985-958F-4925-BAAA-4C45D70B67B4}" type="slidenum">
              <a:rPr lang="en-US" altLang="zh-CN" smtClean="0"/>
              <a:pPr>
                <a:defRPr/>
              </a:pPr>
              <a:t>21</a:t>
            </a:fld>
            <a:endParaRPr lang="en-US" altLang="zh-CN"/>
          </a:p>
        </p:txBody>
      </p:sp>
      <p:graphicFrame>
        <p:nvGraphicFramePr>
          <p:cNvPr id="5" name="Object 8">
            <a:extLst>
              <a:ext uri="{FF2B5EF4-FFF2-40B4-BE49-F238E27FC236}">
                <a16:creationId xmlns:a16="http://schemas.microsoft.com/office/drawing/2014/main" id="{117D1209-DD2F-2F0D-01D4-0D91FDC73607}"/>
              </a:ext>
            </a:extLst>
          </p:cNvPr>
          <p:cNvGraphicFramePr>
            <a:graphicFrameLocks noChangeAspect="1"/>
          </p:cNvGraphicFramePr>
          <p:nvPr>
            <p:extLst>
              <p:ext uri="{D42A27DB-BD31-4B8C-83A1-F6EECF244321}">
                <p14:modId xmlns:p14="http://schemas.microsoft.com/office/powerpoint/2010/main" val="3992449775"/>
              </p:ext>
            </p:extLst>
          </p:nvPr>
        </p:nvGraphicFramePr>
        <p:xfrm>
          <a:off x="8062914" y="4063471"/>
          <a:ext cx="4069078" cy="1500717"/>
        </p:xfrm>
        <a:graphic>
          <a:graphicData uri="http://schemas.openxmlformats.org/presentationml/2006/ole">
            <mc:AlternateContent xmlns:mc="http://schemas.openxmlformats.org/markup-compatibility/2006">
              <mc:Choice xmlns:v="urn:schemas-microsoft-com:vml" Requires="v">
                <p:oleObj name="Equation" r:id="rId10" imgW="1790640" imgH="660240" progId="Equation.DSMT4">
                  <p:embed/>
                </p:oleObj>
              </mc:Choice>
              <mc:Fallback>
                <p:oleObj name="Equation" r:id="rId10" imgW="1790640" imgH="660240" progId="Equation.DSMT4">
                  <p:embed/>
                  <p:pic>
                    <p:nvPicPr>
                      <p:cNvPr id="136200" name="Object 8">
                        <a:extLst>
                          <a:ext uri="{FF2B5EF4-FFF2-40B4-BE49-F238E27FC236}">
                            <a16:creationId xmlns:a16="http://schemas.microsoft.com/office/drawing/2014/main" id="{7A4ADFE2-FED9-2124-4AE3-808230F4B6A5}"/>
                          </a:ext>
                        </a:extLst>
                      </p:cNvPr>
                      <p:cNvPicPr>
                        <a:picLocks noChangeAspect="1" noChangeArrowheads="1"/>
                      </p:cNvPicPr>
                      <p:nvPr/>
                    </p:nvPicPr>
                    <p:blipFill>
                      <a:blip r:embed="rId11"/>
                      <a:srcRect/>
                      <a:stretch>
                        <a:fillRect/>
                      </a:stretch>
                    </p:blipFill>
                    <p:spPr bwMode="auto">
                      <a:xfrm>
                        <a:off x="8062914" y="4063471"/>
                        <a:ext cx="4069078" cy="1500717"/>
                      </a:xfrm>
                      <a:prstGeom prst="rect">
                        <a:avLst/>
                      </a:prstGeom>
                      <a:solidFill>
                        <a:srgbClr val="FFFF00"/>
                      </a:solidFill>
                      <a:ln>
                        <a:noFill/>
                      </a:ln>
                      <a:effectLst/>
                    </p:spPr>
                  </p:pic>
                </p:oleObj>
              </mc:Fallback>
            </mc:AlternateContent>
          </a:graphicData>
        </a:graphic>
      </p:graphicFrame>
    </p:spTree>
    <p:extLst>
      <p:ext uri="{BB962C8B-B14F-4D97-AF65-F5344CB8AC3E}">
        <p14:creationId xmlns:p14="http://schemas.microsoft.com/office/powerpoint/2010/main" val="274838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981200" y="260649"/>
            <a:ext cx="8229600" cy="1243013"/>
          </a:xfrm>
        </p:spPr>
        <p:txBody>
          <a:bodyPr/>
          <a:lstStyle/>
          <a:p>
            <a:pPr algn="ctr" eaLnBrk="1" hangingPunct="1"/>
            <a:r>
              <a:rPr lang="zh-CN" altLang="en-US" dirty="0">
                <a:solidFill>
                  <a:srgbClr val="008000"/>
                </a:solidFill>
                <a:latin typeface="黑体" pitchFamily="2" charset="-122"/>
                <a:ea typeface="黑体" pitchFamily="2" charset="-122"/>
              </a:rPr>
              <a:t>用</a:t>
            </a:r>
            <a:r>
              <a:rPr lang="en-US" altLang="zh-CN" dirty="0">
                <a:solidFill>
                  <a:srgbClr val="008000"/>
                </a:solidFill>
                <a:latin typeface="黑体" pitchFamily="2" charset="-122"/>
                <a:ea typeface="黑体" pitchFamily="2" charset="-122"/>
              </a:rPr>
              <a:t>F</a:t>
            </a:r>
            <a:r>
              <a:rPr lang="zh-CN" altLang="en-US" dirty="0">
                <a:solidFill>
                  <a:srgbClr val="008000"/>
                </a:solidFill>
                <a:latin typeface="黑体" pitchFamily="2" charset="-122"/>
                <a:ea typeface="黑体" pitchFamily="2" charset="-122"/>
              </a:rPr>
              <a:t>关系求</a:t>
            </a:r>
            <a:r>
              <a:rPr lang="en-US" altLang="zh-CN" dirty="0">
                <a:solidFill>
                  <a:srgbClr val="008000"/>
                </a:solidFill>
                <a:latin typeface="黑体" pitchFamily="2" charset="-122"/>
                <a:ea typeface="黑体" pitchFamily="2" charset="-122"/>
              </a:rPr>
              <a:t>F</a:t>
            </a:r>
            <a:r>
              <a:rPr lang="zh-CN" altLang="en-US" dirty="0">
                <a:solidFill>
                  <a:srgbClr val="008000"/>
                </a:solidFill>
                <a:latin typeface="黑体" pitchFamily="2" charset="-122"/>
                <a:ea typeface="黑体" pitchFamily="2" charset="-122"/>
              </a:rPr>
              <a:t>变换方法举例</a:t>
            </a:r>
            <a:r>
              <a:rPr kumimoji="1" lang="en-US" altLang="zh-CN" sz="3200" dirty="0">
                <a:ea typeface="楷体_GB2312" pitchFamily="49" charset="-122"/>
              </a:rPr>
              <a:t>[P98</a:t>
            </a:r>
            <a:r>
              <a:rPr kumimoji="1" lang="zh-CN" altLang="en-US" sz="3200" dirty="0">
                <a:ea typeface="楷体_GB2312" pitchFamily="49" charset="-122"/>
              </a:rPr>
              <a:t>例</a:t>
            </a:r>
            <a:r>
              <a:rPr kumimoji="1" lang="en-US" altLang="zh-CN" sz="3200" dirty="0">
                <a:ea typeface="楷体_GB2312" pitchFamily="49" charset="-122"/>
              </a:rPr>
              <a:t>3]</a:t>
            </a:r>
          </a:p>
        </p:txBody>
      </p:sp>
      <p:sp>
        <p:nvSpPr>
          <p:cNvPr id="140291" name="Rectangle 3"/>
          <p:cNvSpPr>
            <a:spLocks noGrp="1" noChangeArrowheads="1"/>
          </p:cNvSpPr>
          <p:nvPr>
            <p:ph type="body" sz="half" idx="1"/>
          </p:nvPr>
        </p:nvSpPr>
        <p:spPr>
          <a:xfrm>
            <a:off x="983433" y="1503662"/>
            <a:ext cx="9376592" cy="4537075"/>
          </a:xfrm>
          <a:noFill/>
        </p:spPr>
        <p:txBody>
          <a:bodyPr/>
          <a:lstStyle/>
          <a:p>
            <a:pPr eaLnBrk="1" hangingPunct="1">
              <a:spcBef>
                <a:spcPct val="0"/>
              </a:spcBef>
              <a:buClrTx/>
              <a:buSzTx/>
              <a:buFontTx/>
              <a:buNone/>
            </a:pPr>
            <a:r>
              <a:rPr lang="zh-CN" altLang="en-US" dirty="0"/>
              <a:t>设</a:t>
            </a:r>
            <a:r>
              <a:rPr lang="en-US" altLang="zh-CN" dirty="0"/>
              <a:t>U ={</a:t>
            </a:r>
            <a:r>
              <a:rPr kumimoji="1" lang="en-US" altLang="zh-CN" i="1" dirty="0"/>
              <a:t>u</a:t>
            </a:r>
            <a:r>
              <a:rPr kumimoji="1" lang="en-US" altLang="zh-CN" baseline="-25000" dirty="0"/>
              <a:t>1</a:t>
            </a:r>
            <a:r>
              <a:rPr kumimoji="1" lang="en-US" altLang="zh-CN" dirty="0"/>
              <a:t>, </a:t>
            </a:r>
            <a:r>
              <a:rPr kumimoji="1" lang="en-US" altLang="zh-CN" i="1" dirty="0"/>
              <a:t>u</a:t>
            </a:r>
            <a:r>
              <a:rPr kumimoji="1" lang="en-US" altLang="zh-CN" baseline="-25000" dirty="0"/>
              <a:t>2</a:t>
            </a:r>
            <a:r>
              <a:rPr kumimoji="1" lang="en-US" altLang="zh-CN" dirty="0"/>
              <a:t>, </a:t>
            </a:r>
            <a:r>
              <a:rPr kumimoji="1" lang="en-US" altLang="zh-CN" i="1" dirty="0"/>
              <a:t>u</a:t>
            </a:r>
            <a:r>
              <a:rPr kumimoji="1" lang="en-US" altLang="zh-CN" baseline="-25000" dirty="0"/>
              <a:t>3</a:t>
            </a:r>
            <a:r>
              <a:rPr kumimoji="1" lang="en-US" altLang="zh-CN" dirty="0"/>
              <a:t>}</a:t>
            </a:r>
            <a:r>
              <a:rPr kumimoji="1" lang="zh-CN" altLang="en-US" dirty="0"/>
              <a:t>，</a:t>
            </a:r>
            <a:r>
              <a:rPr kumimoji="1" lang="en-US" altLang="zh-CN" dirty="0"/>
              <a:t>V={v</a:t>
            </a:r>
            <a:r>
              <a:rPr kumimoji="1" lang="en-US" altLang="zh-CN" baseline="-25000" dirty="0"/>
              <a:t>1</a:t>
            </a:r>
            <a:r>
              <a:rPr kumimoji="1" lang="en-US" altLang="zh-CN" dirty="0"/>
              <a:t>,v</a:t>
            </a:r>
            <a:r>
              <a:rPr kumimoji="1" lang="en-US" altLang="zh-CN" baseline="-25000" dirty="0"/>
              <a:t>2</a:t>
            </a:r>
            <a:r>
              <a:rPr kumimoji="1" lang="en-US" altLang="zh-CN" dirty="0"/>
              <a:t>, v</a:t>
            </a:r>
            <a:r>
              <a:rPr kumimoji="1" lang="en-US" altLang="zh-CN" baseline="-25000" dirty="0"/>
              <a:t>3</a:t>
            </a:r>
            <a:r>
              <a:rPr kumimoji="1" lang="en-US" altLang="zh-CN" dirty="0"/>
              <a:t>, v</a:t>
            </a:r>
            <a:r>
              <a:rPr kumimoji="1" lang="en-US" altLang="zh-CN" baseline="-25000" dirty="0"/>
              <a:t>4</a:t>
            </a:r>
            <a:r>
              <a:rPr kumimoji="1" lang="en-US" altLang="zh-CN" dirty="0"/>
              <a:t>}</a:t>
            </a:r>
            <a:r>
              <a:rPr kumimoji="1" lang="zh-CN" altLang="en-US" dirty="0"/>
              <a:t> ，且</a:t>
            </a:r>
            <a:r>
              <a:rPr kumimoji="1" lang="en-US" altLang="zh-CN" dirty="0">
                <a:latin typeface="Times New Roman" pitchFamily="18" charset="0"/>
              </a:rPr>
              <a:t>R</a:t>
            </a:r>
            <a:r>
              <a:rPr kumimoji="1" lang="en-US" altLang="en-US" b="1" dirty="0">
                <a:solidFill>
                  <a:schemeClr val="bg2"/>
                </a:solidFill>
                <a:latin typeface="Times New Roman" pitchFamily="18" charset="0"/>
                <a:sym typeface="Symbol" panose="05050102010706020507" pitchFamily="18" charset="2"/>
              </a:rPr>
              <a:t></a:t>
            </a:r>
            <a:r>
              <a:rPr kumimoji="1" lang="en-US" altLang="zh-CN" dirty="0">
                <a:latin typeface="Monotype Corsiva" pitchFamily="66" charset="0"/>
              </a:rPr>
              <a:t>F</a:t>
            </a:r>
            <a:r>
              <a:rPr kumimoji="1" lang="en-US" altLang="zh-CN" dirty="0">
                <a:latin typeface="Times New Roman" pitchFamily="18" charset="0"/>
              </a:rPr>
              <a:t>(U</a:t>
            </a:r>
            <a:r>
              <a:rPr kumimoji="1" lang="en-US" altLang="en-US" dirty="0">
                <a:latin typeface="Times New Roman" pitchFamily="18" charset="0"/>
              </a:rPr>
              <a:t>×</a:t>
            </a:r>
            <a:r>
              <a:rPr kumimoji="1" lang="en-US" altLang="zh-CN" dirty="0">
                <a:latin typeface="Times New Roman" pitchFamily="18" charset="0"/>
              </a:rPr>
              <a:t>V)</a:t>
            </a:r>
            <a:endParaRPr kumimoji="1" lang="zh-CN" altLang="en-US" dirty="0"/>
          </a:p>
          <a:p>
            <a:pPr eaLnBrk="1" hangingPunct="1">
              <a:spcBef>
                <a:spcPct val="0"/>
              </a:spcBef>
              <a:buClrTx/>
              <a:buSzTx/>
              <a:buFontTx/>
              <a:buNone/>
            </a:pPr>
            <a:r>
              <a:rPr kumimoji="1" lang="zh-CN" altLang="en-US" sz="2800" dirty="0"/>
              <a:t>　　　　　　　　　　　　</a:t>
            </a:r>
          </a:p>
          <a:p>
            <a:pPr eaLnBrk="1" hangingPunct="1">
              <a:spcBef>
                <a:spcPct val="0"/>
              </a:spcBef>
              <a:buClrTx/>
              <a:buSzTx/>
              <a:buFontTx/>
              <a:buNone/>
            </a:pPr>
            <a:endParaRPr kumimoji="1" lang="zh-CN" altLang="en-US" sz="2000" dirty="0"/>
          </a:p>
          <a:p>
            <a:pPr eaLnBrk="1" hangingPunct="1">
              <a:spcBef>
                <a:spcPct val="0"/>
              </a:spcBef>
              <a:buClrTx/>
              <a:buSzTx/>
              <a:buFontTx/>
              <a:buNone/>
            </a:pPr>
            <a:r>
              <a:rPr kumimoji="1" lang="zh-CN" altLang="en-US" sz="2800" dirty="0"/>
              <a:t>                                               </a:t>
            </a:r>
            <a:endParaRPr kumimoji="1" lang="zh-CN" altLang="en-US" dirty="0">
              <a:latin typeface="Times New Roman" pitchFamily="18" charset="0"/>
            </a:endParaRPr>
          </a:p>
          <a:p>
            <a:pPr eaLnBrk="1" hangingPunct="1">
              <a:spcBef>
                <a:spcPct val="0"/>
              </a:spcBef>
              <a:buClrTx/>
              <a:buSzTx/>
              <a:buFontTx/>
              <a:buNone/>
            </a:pPr>
            <a:endParaRPr kumimoji="1" lang="zh-CN" altLang="en-US" dirty="0">
              <a:latin typeface="Times New Roman" pitchFamily="18" charset="0"/>
            </a:endParaRPr>
          </a:p>
          <a:p>
            <a:pPr eaLnBrk="1" hangingPunct="1">
              <a:spcBef>
                <a:spcPct val="0"/>
              </a:spcBef>
              <a:buClrTx/>
              <a:buSzTx/>
              <a:buFontTx/>
              <a:buNone/>
            </a:pPr>
            <a:endParaRPr kumimoji="1" lang="zh-CN" altLang="en-US" sz="2800" b="1" dirty="0">
              <a:ea typeface="楷体_GB2312" pitchFamily="49" charset="-122"/>
            </a:endParaRPr>
          </a:p>
          <a:p>
            <a:pPr eaLnBrk="1" hangingPunct="1">
              <a:spcBef>
                <a:spcPct val="0"/>
              </a:spcBef>
              <a:buClrTx/>
              <a:buSzTx/>
              <a:buFontTx/>
              <a:buNone/>
            </a:pPr>
            <a:endParaRPr kumimoji="1" lang="zh-CN" altLang="en-US" sz="2800" b="1" dirty="0">
              <a:ea typeface="楷体_GB2312" pitchFamily="49" charset="-122"/>
            </a:endParaRPr>
          </a:p>
          <a:p>
            <a:pPr eaLnBrk="1" hangingPunct="1">
              <a:spcBef>
                <a:spcPct val="0"/>
              </a:spcBef>
              <a:buClrTx/>
              <a:buSzTx/>
              <a:buFontTx/>
              <a:buNone/>
            </a:pPr>
            <a:endParaRPr kumimoji="1" lang="zh-CN" altLang="en-US" sz="1800" b="1" dirty="0">
              <a:ea typeface="楷体_GB2312" pitchFamily="49" charset="-122"/>
            </a:endParaRPr>
          </a:p>
          <a:p>
            <a:pPr eaLnBrk="1" hangingPunct="1">
              <a:spcBef>
                <a:spcPct val="0"/>
              </a:spcBef>
              <a:buClrTx/>
              <a:buSzTx/>
              <a:buFontTx/>
              <a:buNone/>
            </a:pPr>
            <a:endParaRPr kumimoji="1" lang="zh-CN" altLang="en-US" sz="2400" b="1" dirty="0">
              <a:ea typeface="楷体_GB2312" pitchFamily="49" charset="-122"/>
            </a:endParaRPr>
          </a:p>
          <a:p>
            <a:pPr eaLnBrk="1" hangingPunct="1">
              <a:spcBef>
                <a:spcPct val="0"/>
              </a:spcBef>
              <a:buClrTx/>
              <a:buSzTx/>
              <a:buFontTx/>
              <a:buNone/>
            </a:pPr>
            <a:r>
              <a:rPr kumimoji="1" lang="zh-CN" altLang="en-US" b="1" dirty="0">
                <a:ea typeface="楷体_GB2312" pitchFamily="49" charset="-122"/>
              </a:rPr>
              <a:t>求</a:t>
            </a:r>
            <a:r>
              <a:rPr kumimoji="1" lang="en-US" altLang="zh-CN" b="1" dirty="0">
                <a:ea typeface="楷体_GB2312" pitchFamily="49" charset="-122"/>
              </a:rPr>
              <a:t>T</a:t>
            </a:r>
            <a:r>
              <a:rPr kumimoji="1" lang="en-US" altLang="zh-CN" b="1" baseline="-25000" dirty="0">
                <a:ea typeface="楷体_GB2312" pitchFamily="49" charset="-122"/>
              </a:rPr>
              <a:t>R </a:t>
            </a:r>
            <a:r>
              <a:rPr kumimoji="1" lang="en-US" altLang="zh-CN" b="1" dirty="0">
                <a:ea typeface="楷体_GB2312" pitchFamily="49" charset="-122"/>
              </a:rPr>
              <a:t>(A)</a:t>
            </a:r>
            <a:r>
              <a:rPr kumimoji="1" lang="zh-CN" altLang="en-US" b="1" dirty="0">
                <a:ea typeface="楷体_GB2312" pitchFamily="49" charset="-122"/>
              </a:rPr>
              <a:t>、 </a:t>
            </a:r>
            <a:r>
              <a:rPr kumimoji="1" lang="en-US" altLang="zh-CN" b="1" dirty="0">
                <a:ea typeface="楷体_GB2312" pitchFamily="49" charset="-122"/>
              </a:rPr>
              <a:t>T</a:t>
            </a:r>
            <a:r>
              <a:rPr kumimoji="1" lang="en-US" altLang="zh-CN" b="1" baseline="-25000" dirty="0">
                <a:ea typeface="楷体_GB2312" pitchFamily="49" charset="-122"/>
              </a:rPr>
              <a:t>R </a:t>
            </a:r>
            <a:r>
              <a:rPr kumimoji="1" lang="en-US" altLang="zh-CN" b="1" dirty="0">
                <a:ea typeface="楷体_GB2312" pitchFamily="49" charset="-122"/>
              </a:rPr>
              <a:t>(B)</a:t>
            </a:r>
            <a:endParaRPr kumimoji="1" lang="en-US" altLang="zh-CN" b="1" baseline="-25000" dirty="0">
              <a:ea typeface="楷体_GB2312" pitchFamily="49" charset="-122"/>
            </a:endParaRPr>
          </a:p>
        </p:txBody>
      </p:sp>
      <p:graphicFrame>
        <p:nvGraphicFramePr>
          <p:cNvPr id="140292" name="Object 4"/>
          <p:cNvGraphicFramePr>
            <a:graphicFrameLocks noGrp="1" noChangeAspect="1"/>
          </p:cNvGraphicFramePr>
          <p:nvPr>
            <p:ph sz="quarter" idx="2"/>
            <p:extLst>
              <p:ext uri="{D42A27DB-BD31-4B8C-83A1-F6EECF244321}">
                <p14:modId xmlns:p14="http://schemas.microsoft.com/office/powerpoint/2010/main" val="324587426"/>
              </p:ext>
            </p:extLst>
          </p:nvPr>
        </p:nvGraphicFramePr>
        <p:xfrm>
          <a:off x="4007769" y="2226210"/>
          <a:ext cx="4031927" cy="1625777"/>
        </p:xfrm>
        <a:graphic>
          <a:graphicData uri="http://schemas.openxmlformats.org/presentationml/2006/ole">
            <mc:AlternateContent xmlns:mc="http://schemas.openxmlformats.org/markup-compatibility/2006">
              <mc:Choice xmlns:v="urn:schemas-microsoft-com:vml" Requires="v">
                <p:oleObj name="公式" r:id="rId2" imgW="1765300" imgH="711200" progId="Equation.3">
                  <p:embed/>
                </p:oleObj>
              </mc:Choice>
              <mc:Fallback>
                <p:oleObj name="公式" r:id="rId2" imgW="1765300" imgH="711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7769" y="2226210"/>
                        <a:ext cx="4031927" cy="1625777"/>
                      </a:xfrm>
                      <a:prstGeom prst="rect">
                        <a:avLst/>
                      </a:prstGeom>
                      <a:noFill/>
                      <a:ln>
                        <a:noFill/>
                      </a:ln>
                    </p:spPr>
                  </p:pic>
                </p:oleObj>
              </mc:Fallback>
            </mc:AlternateContent>
          </a:graphicData>
        </a:graphic>
      </p:graphicFrame>
      <p:graphicFrame>
        <p:nvGraphicFramePr>
          <p:cNvPr id="140293" name="Object 5"/>
          <p:cNvGraphicFramePr>
            <a:graphicFrameLocks noGrp="1" noChangeAspect="1"/>
          </p:cNvGraphicFramePr>
          <p:nvPr>
            <p:ph sz="quarter" idx="3"/>
            <p:extLst>
              <p:ext uri="{D42A27DB-BD31-4B8C-83A1-F6EECF244321}">
                <p14:modId xmlns:p14="http://schemas.microsoft.com/office/powerpoint/2010/main" val="3982509563"/>
              </p:ext>
            </p:extLst>
          </p:nvPr>
        </p:nvGraphicFramePr>
        <p:xfrm>
          <a:off x="2639617" y="3950262"/>
          <a:ext cx="6048375" cy="1268412"/>
        </p:xfrm>
        <a:graphic>
          <a:graphicData uri="http://schemas.openxmlformats.org/presentationml/2006/ole">
            <mc:AlternateContent xmlns:mc="http://schemas.openxmlformats.org/markup-compatibility/2006">
              <mc:Choice xmlns:v="urn:schemas-microsoft-com:vml" Requires="v">
                <p:oleObj name="Equation" r:id="rId4" imgW="2057400" imgH="431800" progId="Equation.DSMT4">
                  <p:embed/>
                </p:oleObj>
              </mc:Choice>
              <mc:Fallback>
                <p:oleObj name="Equation" r:id="rId4" imgW="2057400" imgH="4318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9617" y="3950262"/>
                        <a:ext cx="6048375" cy="1268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294" name="Rectangle 6"/>
          <p:cNvSpPr>
            <a:spLocks noChangeArrowheads="1"/>
          </p:cNvSpPr>
          <p:nvPr/>
        </p:nvSpPr>
        <p:spPr bwMode="auto">
          <a:xfrm>
            <a:off x="2423592" y="6054592"/>
            <a:ext cx="54721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200"/>
              <a:t> </a:t>
            </a:r>
            <a:r>
              <a:rPr kumimoji="1" lang="en-US" altLang="zh-CN" sz="3200" b="1" i="1">
                <a:solidFill>
                  <a:srgbClr val="F72603"/>
                </a:solidFill>
              </a:rPr>
              <a:t>T</a:t>
            </a:r>
            <a:r>
              <a:rPr kumimoji="1" lang="en-US" altLang="zh-CN" sz="3200" b="1" i="1" baseline="-25000">
                <a:solidFill>
                  <a:srgbClr val="F72603"/>
                </a:solidFill>
              </a:rPr>
              <a:t>R</a:t>
            </a:r>
            <a:r>
              <a:rPr kumimoji="1" lang="en-US" altLang="zh-CN" sz="3200" b="1">
                <a:solidFill>
                  <a:srgbClr val="F72603"/>
                </a:solidFill>
              </a:rPr>
              <a:t>(</a:t>
            </a:r>
            <a:r>
              <a:rPr kumimoji="1" lang="en-US" altLang="zh-CN" sz="3200" b="1" i="1">
                <a:solidFill>
                  <a:srgbClr val="F72603"/>
                </a:solidFill>
              </a:rPr>
              <a:t>A</a:t>
            </a:r>
            <a:r>
              <a:rPr kumimoji="1" lang="en-US" altLang="zh-CN" sz="3200" b="1">
                <a:solidFill>
                  <a:srgbClr val="F72603"/>
                </a:solidFill>
              </a:rPr>
              <a:t>)= </a:t>
            </a:r>
            <a:r>
              <a:rPr kumimoji="1" lang="en-US" altLang="zh-CN" sz="3200" b="1" i="1">
                <a:solidFill>
                  <a:srgbClr val="F72603"/>
                </a:solidFill>
              </a:rPr>
              <a:t>A </a:t>
            </a:r>
            <a:r>
              <a:rPr lang="en-US" altLang="zh-CN" sz="3200" b="1">
                <a:solidFill>
                  <a:srgbClr val="F72603"/>
                </a:solidFill>
              </a:rPr>
              <a:t>◦</a:t>
            </a:r>
            <a:r>
              <a:rPr kumimoji="1" lang="en-US" altLang="zh-CN" sz="3200">
                <a:solidFill>
                  <a:srgbClr val="F72603"/>
                </a:solidFill>
              </a:rPr>
              <a:t> </a:t>
            </a:r>
            <a:r>
              <a:rPr kumimoji="1" lang="en-US" altLang="zh-CN" sz="3200" b="1" i="1">
                <a:solidFill>
                  <a:srgbClr val="F72603"/>
                </a:solidFill>
              </a:rPr>
              <a:t>R</a:t>
            </a:r>
            <a:r>
              <a:rPr kumimoji="1" lang="en-US" altLang="zh-CN" sz="3200"/>
              <a:t> , </a:t>
            </a:r>
            <a:r>
              <a:rPr kumimoji="1" lang="en-US" altLang="zh-CN" sz="3200" b="1" i="1">
                <a:solidFill>
                  <a:srgbClr val="F72603"/>
                </a:solidFill>
              </a:rPr>
              <a:t>T</a:t>
            </a:r>
            <a:r>
              <a:rPr kumimoji="1" lang="en-US" altLang="zh-CN" sz="3200" b="1" i="1" baseline="-25000">
                <a:solidFill>
                  <a:srgbClr val="F72603"/>
                </a:solidFill>
              </a:rPr>
              <a:t>R</a:t>
            </a:r>
            <a:r>
              <a:rPr kumimoji="1" lang="en-US" altLang="zh-CN" sz="3200" b="1">
                <a:solidFill>
                  <a:srgbClr val="F72603"/>
                </a:solidFill>
              </a:rPr>
              <a:t>(</a:t>
            </a:r>
            <a:r>
              <a:rPr kumimoji="1" lang="en-US" altLang="zh-CN" sz="3200" b="1" i="1">
                <a:solidFill>
                  <a:srgbClr val="F72603"/>
                </a:solidFill>
              </a:rPr>
              <a:t>B</a:t>
            </a:r>
            <a:r>
              <a:rPr kumimoji="1" lang="en-US" altLang="zh-CN" sz="3200" b="1">
                <a:solidFill>
                  <a:srgbClr val="F72603"/>
                </a:solidFill>
              </a:rPr>
              <a:t>)= </a:t>
            </a:r>
            <a:r>
              <a:rPr kumimoji="1" lang="en-US" altLang="zh-CN" sz="3200" b="1" i="1">
                <a:solidFill>
                  <a:srgbClr val="F72603"/>
                </a:solidFill>
              </a:rPr>
              <a:t>B </a:t>
            </a:r>
            <a:r>
              <a:rPr lang="en-US" altLang="zh-CN" sz="3200" b="1">
                <a:solidFill>
                  <a:srgbClr val="F72603"/>
                </a:solidFill>
              </a:rPr>
              <a:t>◦</a:t>
            </a:r>
            <a:r>
              <a:rPr kumimoji="1" lang="en-US" altLang="zh-CN" sz="3200">
                <a:solidFill>
                  <a:srgbClr val="F72603"/>
                </a:solidFill>
              </a:rPr>
              <a:t> </a:t>
            </a:r>
            <a:r>
              <a:rPr kumimoji="1" lang="en-US" altLang="zh-CN" sz="3200" b="1" i="1">
                <a:solidFill>
                  <a:srgbClr val="F72603"/>
                </a:solidFill>
              </a:rPr>
              <a:t>R</a:t>
            </a:r>
            <a:r>
              <a:rPr kumimoji="1" lang="en-US" altLang="zh-CN" sz="3200"/>
              <a:t> , </a:t>
            </a:r>
          </a:p>
        </p:txBody>
      </p:sp>
      <p:sp>
        <p:nvSpPr>
          <p:cNvPr id="2" name="灯片编号占位符 1">
            <a:extLst>
              <a:ext uri="{FF2B5EF4-FFF2-40B4-BE49-F238E27FC236}">
                <a16:creationId xmlns:a16="http://schemas.microsoft.com/office/drawing/2014/main" id="{DCB1A148-5DD9-69D3-27FA-0E9F91AA458D}"/>
              </a:ext>
            </a:extLst>
          </p:cNvPr>
          <p:cNvSpPr>
            <a:spLocks noGrp="1"/>
          </p:cNvSpPr>
          <p:nvPr>
            <p:ph type="sldNum" sz="quarter" idx="11"/>
          </p:nvPr>
        </p:nvSpPr>
        <p:spPr/>
        <p:txBody>
          <a:bodyPr/>
          <a:lstStyle/>
          <a:p>
            <a:pPr>
              <a:defRPr/>
            </a:pPr>
            <a:fld id="{B1928985-958F-4925-BAAA-4C45D70B67B4}" type="slidenum">
              <a:rPr lang="en-US" altLang="zh-CN" smtClean="0"/>
              <a:pPr>
                <a:defRPr/>
              </a:pPr>
              <a:t>22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wipe(left)">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40292"/>
                                        </p:tgtEl>
                                        <p:attrNameLst>
                                          <p:attrName>style.visibility</p:attrName>
                                        </p:attrNameLst>
                                      </p:cBhvr>
                                      <p:to>
                                        <p:strVal val="visible"/>
                                      </p:to>
                                    </p:set>
                                    <p:animEffect transition="in" filter="wipe(up)">
                                      <p:cBhvr>
                                        <p:cTn id="12" dur="500"/>
                                        <p:tgtEl>
                                          <p:spTgt spid="140292"/>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40291">
                                            <p:txEl>
                                              <p:pRg st="3" end="3"/>
                                            </p:txEl>
                                          </p:spTgt>
                                        </p:tgtEl>
                                        <p:attrNameLst>
                                          <p:attrName>style.visibility</p:attrName>
                                        </p:attrNameLst>
                                      </p:cBhvr>
                                      <p:to>
                                        <p:strVal val="visible"/>
                                      </p:to>
                                    </p:set>
                                    <p:animEffect transition="in" filter="wipe(left)">
                                      <p:cBhvr>
                                        <p:cTn id="16" dur="500"/>
                                        <p:tgtEl>
                                          <p:spTgt spid="140291">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40293"/>
                                        </p:tgtEl>
                                        <p:attrNameLst>
                                          <p:attrName>style.visibility</p:attrName>
                                        </p:attrNameLst>
                                      </p:cBhvr>
                                      <p:to>
                                        <p:strVal val="visible"/>
                                      </p:to>
                                    </p:set>
                                    <p:animEffect transition="in" filter="wipe(left)">
                                      <p:cBhvr>
                                        <p:cTn id="21" dur="500"/>
                                        <p:tgtEl>
                                          <p:spTgt spid="14029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0291">
                                            <p:txEl>
                                              <p:pRg st="9" end="9"/>
                                            </p:txEl>
                                          </p:spTgt>
                                        </p:tgtEl>
                                        <p:attrNameLst>
                                          <p:attrName>style.visibility</p:attrName>
                                        </p:attrNameLst>
                                      </p:cBhvr>
                                      <p:to>
                                        <p:strVal val="visible"/>
                                      </p:to>
                                    </p:set>
                                    <p:animEffect transition="in" filter="wipe(left)">
                                      <p:cBhvr>
                                        <p:cTn id="26" dur="500"/>
                                        <p:tgtEl>
                                          <p:spTgt spid="140291">
                                            <p:txEl>
                                              <p:pRg st="9" end="9"/>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0294"/>
                                        </p:tgtEl>
                                        <p:attrNameLst>
                                          <p:attrName>style.visibility</p:attrName>
                                        </p:attrNameLst>
                                      </p:cBhvr>
                                      <p:to>
                                        <p:strVal val="visible"/>
                                      </p:to>
                                    </p:set>
                                    <p:anim calcmode="lin" valueType="num">
                                      <p:cBhvr additive="base">
                                        <p:cTn id="31" dur="500" fill="hold"/>
                                        <p:tgtEl>
                                          <p:spTgt spid="140294"/>
                                        </p:tgtEl>
                                        <p:attrNameLst>
                                          <p:attrName>ppt_x</p:attrName>
                                        </p:attrNameLst>
                                      </p:cBhvr>
                                      <p:tavLst>
                                        <p:tav tm="0">
                                          <p:val>
                                            <p:strVal val="#ppt_x"/>
                                          </p:val>
                                        </p:tav>
                                        <p:tav tm="100000">
                                          <p:val>
                                            <p:strVal val="#ppt_x"/>
                                          </p:val>
                                        </p:tav>
                                      </p:tavLst>
                                    </p:anim>
                                    <p:anim calcmode="lin" valueType="num">
                                      <p:cBhvr additive="base">
                                        <p:cTn id="32" dur="500" fill="hold"/>
                                        <p:tgtEl>
                                          <p:spTgt spid="1402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P spid="14029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7D05C-F281-EBEE-0B69-D29AEF2623F9}"/>
            </a:ext>
          </a:extLst>
        </p:cNvPr>
        <p:cNvGrpSpPr/>
        <p:nvPr/>
      </p:nvGrpSpPr>
      <p:grpSpPr>
        <a:xfrm>
          <a:off x="0" y="0"/>
          <a:ext cx="0" cy="0"/>
          <a:chOff x="0" y="0"/>
          <a:chExt cx="0" cy="0"/>
        </a:xfrm>
      </p:grpSpPr>
      <p:sp>
        <p:nvSpPr>
          <p:cNvPr id="25602" name="Rectangle 2">
            <a:extLst>
              <a:ext uri="{FF2B5EF4-FFF2-40B4-BE49-F238E27FC236}">
                <a16:creationId xmlns:a16="http://schemas.microsoft.com/office/drawing/2014/main" id="{BEC5F703-2EAD-7C83-371A-206B90FE0986}"/>
              </a:ext>
            </a:extLst>
          </p:cNvPr>
          <p:cNvSpPr>
            <a:spLocks noGrp="1" noChangeArrowheads="1"/>
          </p:cNvSpPr>
          <p:nvPr>
            <p:ph type="title"/>
          </p:nvPr>
        </p:nvSpPr>
        <p:spPr>
          <a:xfrm>
            <a:off x="1981200" y="260649"/>
            <a:ext cx="8229600" cy="1243013"/>
          </a:xfrm>
        </p:spPr>
        <p:txBody>
          <a:bodyPr/>
          <a:lstStyle/>
          <a:p>
            <a:pPr algn="ctr" eaLnBrk="1" hangingPunct="1"/>
            <a:r>
              <a:rPr lang="zh-CN" altLang="en-US" dirty="0">
                <a:solidFill>
                  <a:srgbClr val="008000"/>
                </a:solidFill>
                <a:latin typeface="黑体" pitchFamily="2" charset="-122"/>
                <a:ea typeface="黑体" pitchFamily="2" charset="-122"/>
              </a:rPr>
              <a:t>用</a:t>
            </a:r>
            <a:r>
              <a:rPr lang="en-US" altLang="zh-CN" dirty="0">
                <a:solidFill>
                  <a:srgbClr val="008000"/>
                </a:solidFill>
                <a:latin typeface="黑体" pitchFamily="2" charset="-122"/>
                <a:ea typeface="黑体" pitchFamily="2" charset="-122"/>
              </a:rPr>
              <a:t>F</a:t>
            </a:r>
            <a:r>
              <a:rPr lang="zh-CN" altLang="en-US" dirty="0">
                <a:solidFill>
                  <a:srgbClr val="008000"/>
                </a:solidFill>
                <a:latin typeface="黑体" pitchFamily="2" charset="-122"/>
                <a:ea typeface="黑体" pitchFamily="2" charset="-122"/>
              </a:rPr>
              <a:t>关系求</a:t>
            </a:r>
            <a:r>
              <a:rPr lang="en-US" altLang="zh-CN" dirty="0">
                <a:solidFill>
                  <a:srgbClr val="008000"/>
                </a:solidFill>
                <a:latin typeface="黑体" pitchFamily="2" charset="-122"/>
                <a:ea typeface="黑体" pitchFamily="2" charset="-122"/>
              </a:rPr>
              <a:t>F</a:t>
            </a:r>
            <a:r>
              <a:rPr lang="zh-CN" altLang="en-US" dirty="0">
                <a:solidFill>
                  <a:srgbClr val="008000"/>
                </a:solidFill>
                <a:latin typeface="黑体" pitchFamily="2" charset="-122"/>
                <a:ea typeface="黑体" pitchFamily="2" charset="-122"/>
              </a:rPr>
              <a:t>变换方法举例</a:t>
            </a:r>
            <a:r>
              <a:rPr kumimoji="1" lang="en-US" altLang="zh-CN" sz="3200" dirty="0">
                <a:ea typeface="楷体_GB2312" pitchFamily="49" charset="-122"/>
              </a:rPr>
              <a:t>[P98</a:t>
            </a:r>
            <a:r>
              <a:rPr kumimoji="1" lang="zh-CN" altLang="en-US" sz="3200" dirty="0">
                <a:ea typeface="楷体_GB2312" pitchFamily="49" charset="-122"/>
              </a:rPr>
              <a:t>例</a:t>
            </a:r>
            <a:r>
              <a:rPr kumimoji="1" lang="en-US" altLang="zh-CN" sz="3200" dirty="0">
                <a:ea typeface="楷体_GB2312" pitchFamily="49" charset="-122"/>
              </a:rPr>
              <a:t>3]</a:t>
            </a:r>
          </a:p>
        </p:txBody>
      </p:sp>
      <p:sp>
        <p:nvSpPr>
          <p:cNvPr id="140291" name="Rectangle 3">
            <a:extLst>
              <a:ext uri="{FF2B5EF4-FFF2-40B4-BE49-F238E27FC236}">
                <a16:creationId xmlns:a16="http://schemas.microsoft.com/office/drawing/2014/main" id="{C534CC3A-8DE3-43F9-E3A9-6B274B848D07}"/>
              </a:ext>
            </a:extLst>
          </p:cNvPr>
          <p:cNvSpPr>
            <a:spLocks noGrp="1" noChangeArrowheads="1"/>
          </p:cNvSpPr>
          <p:nvPr>
            <p:ph type="body" sz="half" idx="1"/>
          </p:nvPr>
        </p:nvSpPr>
        <p:spPr>
          <a:xfrm>
            <a:off x="983432" y="1503662"/>
            <a:ext cx="9376593" cy="4537075"/>
          </a:xfrm>
          <a:noFill/>
        </p:spPr>
        <p:txBody>
          <a:bodyPr/>
          <a:lstStyle/>
          <a:p>
            <a:pPr eaLnBrk="1" hangingPunct="1">
              <a:spcBef>
                <a:spcPct val="0"/>
              </a:spcBef>
              <a:buClrTx/>
              <a:buSzTx/>
              <a:buFontTx/>
              <a:buNone/>
            </a:pPr>
            <a:r>
              <a:rPr lang="zh-CN" altLang="en-US" dirty="0"/>
              <a:t>设</a:t>
            </a:r>
            <a:r>
              <a:rPr lang="en-US" altLang="zh-CN" dirty="0"/>
              <a:t>U ={</a:t>
            </a:r>
            <a:r>
              <a:rPr kumimoji="1" lang="en-US" altLang="zh-CN" i="1" dirty="0"/>
              <a:t>u</a:t>
            </a:r>
            <a:r>
              <a:rPr kumimoji="1" lang="en-US" altLang="zh-CN" baseline="-25000" dirty="0"/>
              <a:t>1</a:t>
            </a:r>
            <a:r>
              <a:rPr kumimoji="1" lang="en-US" altLang="zh-CN" dirty="0"/>
              <a:t>, </a:t>
            </a:r>
            <a:r>
              <a:rPr kumimoji="1" lang="en-US" altLang="zh-CN" i="1" dirty="0"/>
              <a:t>u</a:t>
            </a:r>
            <a:r>
              <a:rPr kumimoji="1" lang="en-US" altLang="zh-CN" baseline="-25000" dirty="0"/>
              <a:t>2</a:t>
            </a:r>
            <a:r>
              <a:rPr kumimoji="1" lang="en-US" altLang="zh-CN" dirty="0"/>
              <a:t>, </a:t>
            </a:r>
            <a:r>
              <a:rPr kumimoji="1" lang="en-US" altLang="zh-CN" i="1" dirty="0"/>
              <a:t>u</a:t>
            </a:r>
            <a:r>
              <a:rPr kumimoji="1" lang="en-US" altLang="zh-CN" baseline="-25000" dirty="0"/>
              <a:t>3</a:t>
            </a:r>
            <a:r>
              <a:rPr kumimoji="1" lang="en-US" altLang="zh-CN" dirty="0"/>
              <a:t>}</a:t>
            </a:r>
            <a:r>
              <a:rPr kumimoji="1" lang="zh-CN" altLang="en-US" dirty="0"/>
              <a:t>，</a:t>
            </a:r>
            <a:r>
              <a:rPr kumimoji="1" lang="en-US" altLang="zh-CN" dirty="0"/>
              <a:t>V={v</a:t>
            </a:r>
            <a:r>
              <a:rPr kumimoji="1" lang="en-US" altLang="zh-CN" baseline="-25000" dirty="0"/>
              <a:t>1</a:t>
            </a:r>
            <a:r>
              <a:rPr kumimoji="1" lang="en-US" altLang="zh-CN" dirty="0"/>
              <a:t>,v</a:t>
            </a:r>
            <a:r>
              <a:rPr kumimoji="1" lang="en-US" altLang="zh-CN" baseline="-25000" dirty="0"/>
              <a:t>2</a:t>
            </a:r>
            <a:r>
              <a:rPr kumimoji="1" lang="en-US" altLang="zh-CN" dirty="0"/>
              <a:t>, v</a:t>
            </a:r>
            <a:r>
              <a:rPr kumimoji="1" lang="en-US" altLang="zh-CN" baseline="-25000" dirty="0"/>
              <a:t>3</a:t>
            </a:r>
            <a:r>
              <a:rPr kumimoji="1" lang="en-US" altLang="zh-CN" dirty="0"/>
              <a:t>, v</a:t>
            </a:r>
            <a:r>
              <a:rPr kumimoji="1" lang="en-US" altLang="zh-CN" baseline="-25000" dirty="0"/>
              <a:t>4</a:t>
            </a:r>
            <a:r>
              <a:rPr kumimoji="1" lang="en-US" altLang="zh-CN" dirty="0"/>
              <a:t>}</a:t>
            </a:r>
            <a:r>
              <a:rPr kumimoji="1" lang="zh-CN" altLang="en-US" dirty="0"/>
              <a:t> ，且</a:t>
            </a:r>
            <a:r>
              <a:rPr kumimoji="1" lang="en-US" altLang="zh-CN" dirty="0">
                <a:latin typeface="Times New Roman" pitchFamily="18" charset="0"/>
              </a:rPr>
              <a:t>R</a:t>
            </a:r>
            <a:r>
              <a:rPr kumimoji="1" lang="en-US" altLang="en-US" b="1" dirty="0">
                <a:solidFill>
                  <a:schemeClr val="bg2"/>
                </a:solidFill>
                <a:latin typeface="Times New Roman" pitchFamily="18" charset="0"/>
                <a:sym typeface="Symbol" panose="05050102010706020507" pitchFamily="18" charset="2"/>
              </a:rPr>
              <a:t></a:t>
            </a:r>
            <a:r>
              <a:rPr kumimoji="1" lang="en-US" altLang="zh-CN" dirty="0">
                <a:latin typeface="Monotype Corsiva" pitchFamily="66" charset="0"/>
              </a:rPr>
              <a:t>F</a:t>
            </a:r>
            <a:r>
              <a:rPr kumimoji="1" lang="en-US" altLang="zh-CN" dirty="0">
                <a:latin typeface="Times New Roman" pitchFamily="18" charset="0"/>
              </a:rPr>
              <a:t>(U</a:t>
            </a:r>
            <a:r>
              <a:rPr kumimoji="1" lang="en-US" altLang="en-US" dirty="0">
                <a:latin typeface="Times New Roman" pitchFamily="18" charset="0"/>
              </a:rPr>
              <a:t>×</a:t>
            </a:r>
            <a:r>
              <a:rPr kumimoji="1" lang="en-US" altLang="zh-CN" dirty="0">
                <a:latin typeface="Times New Roman" pitchFamily="18" charset="0"/>
              </a:rPr>
              <a:t>V)</a:t>
            </a:r>
            <a:endParaRPr kumimoji="1" lang="zh-CN" altLang="en-US" dirty="0"/>
          </a:p>
          <a:p>
            <a:pPr eaLnBrk="1" hangingPunct="1">
              <a:spcBef>
                <a:spcPct val="0"/>
              </a:spcBef>
              <a:buClrTx/>
              <a:buSzTx/>
              <a:buFontTx/>
              <a:buNone/>
            </a:pPr>
            <a:r>
              <a:rPr kumimoji="1" lang="zh-CN" altLang="en-US" sz="2800" dirty="0"/>
              <a:t>　　　　　　　　　　　　</a:t>
            </a:r>
          </a:p>
          <a:p>
            <a:pPr eaLnBrk="1" hangingPunct="1">
              <a:spcBef>
                <a:spcPct val="0"/>
              </a:spcBef>
              <a:buClrTx/>
              <a:buSzTx/>
              <a:buFontTx/>
              <a:buNone/>
            </a:pPr>
            <a:endParaRPr kumimoji="1" lang="zh-CN" altLang="en-US" sz="2000" dirty="0"/>
          </a:p>
          <a:p>
            <a:pPr eaLnBrk="1" hangingPunct="1">
              <a:spcBef>
                <a:spcPct val="0"/>
              </a:spcBef>
              <a:buClrTx/>
              <a:buSzTx/>
              <a:buFontTx/>
              <a:buNone/>
            </a:pPr>
            <a:r>
              <a:rPr kumimoji="1" lang="zh-CN" altLang="en-US" sz="2800" dirty="0"/>
              <a:t>                                               </a:t>
            </a:r>
            <a:endParaRPr kumimoji="1" lang="zh-CN" altLang="en-US" dirty="0">
              <a:latin typeface="Times New Roman" pitchFamily="18" charset="0"/>
            </a:endParaRPr>
          </a:p>
          <a:p>
            <a:pPr eaLnBrk="1" hangingPunct="1">
              <a:spcBef>
                <a:spcPct val="0"/>
              </a:spcBef>
              <a:buClrTx/>
              <a:buSzTx/>
              <a:buFontTx/>
              <a:buNone/>
            </a:pPr>
            <a:endParaRPr kumimoji="1" lang="zh-CN" altLang="en-US" dirty="0">
              <a:latin typeface="Times New Roman" pitchFamily="18" charset="0"/>
            </a:endParaRPr>
          </a:p>
          <a:p>
            <a:pPr eaLnBrk="1" hangingPunct="1">
              <a:spcBef>
                <a:spcPct val="0"/>
              </a:spcBef>
              <a:buClrTx/>
              <a:buSzTx/>
              <a:buFontTx/>
              <a:buNone/>
            </a:pPr>
            <a:endParaRPr kumimoji="1" lang="zh-CN" altLang="en-US" sz="2800" b="1" dirty="0">
              <a:ea typeface="楷体_GB2312" pitchFamily="49" charset="-122"/>
            </a:endParaRPr>
          </a:p>
          <a:p>
            <a:pPr eaLnBrk="1" hangingPunct="1">
              <a:spcBef>
                <a:spcPct val="0"/>
              </a:spcBef>
              <a:buClrTx/>
              <a:buSzTx/>
              <a:buFontTx/>
              <a:buNone/>
            </a:pPr>
            <a:endParaRPr kumimoji="1" lang="zh-CN" altLang="en-US" sz="2800" b="1" dirty="0">
              <a:ea typeface="楷体_GB2312" pitchFamily="49" charset="-122"/>
            </a:endParaRPr>
          </a:p>
          <a:p>
            <a:pPr eaLnBrk="1" hangingPunct="1">
              <a:spcBef>
                <a:spcPct val="0"/>
              </a:spcBef>
              <a:buClrTx/>
              <a:buSzTx/>
              <a:buFontTx/>
              <a:buNone/>
            </a:pPr>
            <a:endParaRPr kumimoji="1" lang="zh-CN" altLang="en-US" sz="2800" b="1" dirty="0">
              <a:ea typeface="楷体_GB2312" pitchFamily="49" charset="-122"/>
            </a:endParaRPr>
          </a:p>
          <a:p>
            <a:pPr eaLnBrk="1" hangingPunct="1">
              <a:spcBef>
                <a:spcPct val="0"/>
              </a:spcBef>
              <a:buClrTx/>
              <a:buSzTx/>
              <a:buFontTx/>
              <a:buNone/>
            </a:pPr>
            <a:endParaRPr kumimoji="1" lang="zh-CN" altLang="en-US" sz="2400" b="1" dirty="0">
              <a:ea typeface="楷体_GB2312" pitchFamily="49" charset="-122"/>
            </a:endParaRPr>
          </a:p>
        </p:txBody>
      </p:sp>
      <p:graphicFrame>
        <p:nvGraphicFramePr>
          <p:cNvPr id="140292" name="Object 4">
            <a:extLst>
              <a:ext uri="{FF2B5EF4-FFF2-40B4-BE49-F238E27FC236}">
                <a16:creationId xmlns:a16="http://schemas.microsoft.com/office/drawing/2014/main" id="{FE3C61EE-C5CF-E89E-56E8-8AF8DEAEF9BD}"/>
              </a:ext>
            </a:extLst>
          </p:cNvPr>
          <p:cNvGraphicFramePr>
            <a:graphicFrameLocks noGrp="1" noChangeAspect="1"/>
          </p:cNvGraphicFramePr>
          <p:nvPr>
            <p:ph sz="quarter" idx="2"/>
            <p:extLst>
              <p:ext uri="{D42A27DB-BD31-4B8C-83A1-F6EECF244321}">
                <p14:modId xmlns:p14="http://schemas.microsoft.com/office/powerpoint/2010/main" val="3399321636"/>
              </p:ext>
            </p:extLst>
          </p:nvPr>
        </p:nvGraphicFramePr>
        <p:xfrm>
          <a:off x="2213297" y="2146422"/>
          <a:ext cx="4031927" cy="1625777"/>
        </p:xfrm>
        <a:graphic>
          <a:graphicData uri="http://schemas.openxmlformats.org/presentationml/2006/ole">
            <mc:AlternateContent xmlns:mc="http://schemas.openxmlformats.org/markup-compatibility/2006">
              <mc:Choice xmlns:v="urn:schemas-microsoft-com:vml" Requires="v">
                <p:oleObj name="Equation" r:id="rId2" imgW="1765300" imgH="711200" progId="Equation.DSMT4">
                  <p:embed/>
                </p:oleObj>
              </mc:Choice>
              <mc:Fallback>
                <p:oleObj name="Equation" r:id="rId2" imgW="1765300" imgH="711200" progId="Equation.DSMT4">
                  <p:embed/>
                  <p:pic>
                    <p:nvPicPr>
                      <p:cNvPr id="14029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3297" y="2146422"/>
                        <a:ext cx="4031927" cy="1625777"/>
                      </a:xfrm>
                      <a:prstGeom prst="rect">
                        <a:avLst/>
                      </a:prstGeom>
                      <a:noFill/>
                      <a:ln>
                        <a:noFill/>
                      </a:ln>
                    </p:spPr>
                  </p:pic>
                </p:oleObj>
              </mc:Fallback>
            </mc:AlternateContent>
          </a:graphicData>
        </a:graphic>
      </p:graphicFrame>
      <p:graphicFrame>
        <p:nvGraphicFramePr>
          <p:cNvPr id="140293" name="Object 5">
            <a:extLst>
              <a:ext uri="{FF2B5EF4-FFF2-40B4-BE49-F238E27FC236}">
                <a16:creationId xmlns:a16="http://schemas.microsoft.com/office/drawing/2014/main" id="{E967D8F2-36C0-13A6-B170-871E2CB61F80}"/>
              </a:ext>
            </a:extLst>
          </p:cNvPr>
          <p:cNvGraphicFramePr>
            <a:graphicFrameLocks noGrp="1" noChangeAspect="1"/>
          </p:cNvGraphicFramePr>
          <p:nvPr>
            <p:ph sz="quarter" idx="3"/>
            <p:extLst>
              <p:ext uri="{D42A27DB-BD31-4B8C-83A1-F6EECF244321}">
                <p14:modId xmlns:p14="http://schemas.microsoft.com/office/powerpoint/2010/main" val="4042594121"/>
              </p:ext>
            </p:extLst>
          </p:nvPr>
        </p:nvGraphicFramePr>
        <p:xfrm>
          <a:off x="8047418" y="2172640"/>
          <a:ext cx="2548592" cy="1410198"/>
        </p:xfrm>
        <a:graphic>
          <a:graphicData uri="http://schemas.openxmlformats.org/presentationml/2006/ole">
            <mc:AlternateContent xmlns:mc="http://schemas.openxmlformats.org/markup-compatibility/2006">
              <mc:Choice xmlns:v="urn:schemas-microsoft-com:vml" Requires="v">
                <p:oleObj name="Equation" r:id="rId4" imgW="1193760" imgH="660240" progId="Equation.DSMT4">
                  <p:embed/>
                </p:oleObj>
              </mc:Choice>
              <mc:Fallback>
                <p:oleObj name="Equation" r:id="rId4" imgW="1193760" imgH="660240" progId="Equation.DSMT4">
                  <p:embed/>
                  <p:pic>
                    <p:nvPicPr>
                      <p:cNvPr id="140293" name="Object 5"/>
                      <p:cNvPicPr>
                        <a:picLocks noChangeAspect="1" noChangeArrowheads="1"/>
                      </p:cNvPicPr>
                      <p:nvPr/>
                    </p:nvPicPr>
                    <p:blipFill>
                      <a:blip r:embed="rId5"/>
                      <a:srcRect/>
                      <a:stretch>
                        <a:fillRect/>
                      </a:stretch>
                    </p:blipFill>
                    <p:spPr bwMode="auto">
                      <a:xfrm>
                        <a:off x="8047418" y="2172640"/>
                        <a:ext cx="2548592" cy="1410198"/>
                      </a:xfrm>
                      <a:prstGeom prst="rect">
                        <a:avLst/>
                      </a:prstGeom>
                      <a:noFill/>
                      <a:ln>
                        <a:noFill/>
                      </a:ln>
                      <a:effectLst/>
                    </p:spPr>
                  </p:pic>
                </p:oleObj>
              </mc:Fallback>
            </mc:AlternateContent>
          </a:graphicData>
        </a:graphic>
      </p:graphicFrame>
      <p:graphicFrame>
        <p:nvGraphicFramePr>
          <p:cNvPr id="2" name="Object 6">
            <a:extLst>
              <a:ext uri="{FF2B5EF4-FFF2-40B4-BE49-F238E27FC236}">
                <a16:creationId xmlns:a16="http://schemas.microsoft.com/office/drawing/2014/main" id="{7E2394AF-6D20-00AC-587A-D4A2F4B3059E}"/>
              </a:ext>
            </a:extLst>
          </p:cNvPr>
          <p:cNvGraphicFramePr>
            <a:graphicFrameLocks noChangeAspect="1"/>
          </p:cNvGraphicFramePr>
          <p:nvPr>
            <p:extLst>
              <p:ext uri="{D42A27DB-BD31-4B8C-83A1-F6EECF244321}">
                <p14:modId xmlns:p14="http://schemas.microsoft.com/office/powerpoint/2010/main" val="3703754800"/>
              </p:ext>
            </p:extLst>
          </p:nvPr>
        </p:nvGraphicFramePr>
        <p:xfrm>
          <a:off x="119336" y="3747278"/>
          <a:ext cx="7825731" cy="1454961"/>
        </p:xfrm>
        <a:graphic>
          <a:graphicData uri="http://schemas.openxmlformats.org/presentationml/2006/ole">
            <mc:AlternateContent xmlns:mc="http://schemas.openxmlformats.org/markup-compatibility/2006">
              <mc:Choice xmlns:v="urn:schemas-microsoft-com:vml" Requires="v">
                <p:oleObj name="Equation" r:id="rId6" imgW="3822480" imgH="711000" progId="Equation.DSMT4">
                  <p:embed/>
                </p:oleObj>
              </mc:Choice>
              <mc:Fallback>
                <p:oleObj name="Equation" r:id="rId6" imgW="3822480" imgH="711000" progId="Equation.DSMT4">
                  <p:embed/>
                  <p:pic>
                    <p:nvPicPr>
                      <p:cNvPr id="2" name="Object 6">
                        <a:extLst>
                          <a:ext uri="{FF2B5EF4-FFF2-40B4-BE49-F238E27FC236}">
                            <a16:creationId xmlns:a16="http://schemas.microsoft.com/office/drawing/2014/main" id="{49C27679-2058-1462-10EB-9471AED4C18C}"/>
                          </a:ext>
                        </a:extLst>
                      </p:cNvPr>
                      <p:cNvPicPr>
                        <a:picLocks noChangeAspect="1" noChangeArrowheads="1"/>
                      </p:cNvPicPr>
                      <p:nvPr/>
                    </p:nvPicPr>
                    <p:blipFill>
                      <a:blip r:embed="rId7"/>
                      <a:srcRect/>
                      <a:stretch>
                        <a:fillRect/>
                      </a:stretch>
                    </p:blipFill>
                    <p:spPr bwMode="auto">
                      <a:xfrm>
                        <a:off x="119336" y="3747278"/>
                        <a:ext cx="7825731" cy="1454961"/>
                      </a:xfrm>
                      <a:prstGeom prst="rect">
                        <a:avLst/>
                      </a:prstGeom>
                      <a:noFill/>
                      <a:ln>
                        <a:noFill/>
                      </a:ln>
                      <a:effectLst/>
                    </p:spPr>
                  </p:pic>
                </p:oleObj>
              </mc:Fallback>
            </mc:AlternateContent>
          </a:graphicData>
        </a:graphic>
      </p:graphicFrame>
      <p:graphicFrame>
        <p:nvGraphicFramePr>
          <p:cNvPr id="3" name="Object 6">
            <a:extLst>
              <a:ext uri="{FF2B5EF4-FFF2-40B4-BE49-F238E27FC236}">
                <a16:creationId xmlns:a16="http://schemas.microsoft.com/office/drawing/2014/main" id="{00B62172-E828-7B7A-BA78-CEAEF87164FE}"/>
              </a:ext>
            </a:extLst>
          </p:cNvPr>
          <p:cNvGraphicFramePr>
            <a:graphicFrameLocks noChangeAspect="1"/>
          </p:cNvGraphicFramePr>
          <p:nvPr>
            <p:extLst>
              <p:ext uri="{D42A27DB-BD31-4B8C-83A1-F6EECF244321}">
                <p14:modId xmlns:p14="http://schemas.microsoft.com/office/powerpoint/2010/main" val="1098070313"/>
              </p:ext>
            </p:extLst>
          </p:nvPr>
        </p:nvGraphicFramePr>
        <p:xfrm>
          <a:off x="-24680" y="5354638"/>
          <a:ext cx="9067800" cy="1441450"/>
        </p:xfrm>
        <a:graphic>
          <a:graphicData uri="http://schemas.openxmlformats.org/presentationml/2006/ole">
            <mc:AlternateContent xmlns:mc="http://schemas.openxmlformats.org/markup-compatibility/2006">
              <mc:Choice xmlns:v="urn:schemas-microsoft-com:vml" Requires="v">
                <p:oleObj name="Equation" r:id="rId8" imgW="4470120" imgH="711000" progId="Equation.DSMT4">
                  <p:embed/>
                </p:oleObj>
              </mc:Choice>
              <mc:Fallback>
                <p:oleObj name="Equation" r:id="rId8" imgW="4470120" imgH="711000" progId="Equation.DSMT4">
                  <p:embed/>
                  <p:pic>
                    <p:nvPicPr>
                      <p:cNvPr id="3" name="Object 6">
                        <a:extLst>
                          <a:ext uri="{FF2B5EF4-FFF2-40B4-BE49-F238E27FC236}">
                            <a16:creationId xmlns:a16="http://schemas.microsoft.com/office/drawing/2014/main" id="{8C3D9FF1-550F-44C9-6492-E5375488D38C}"/>
                          </a:ext>
                        </a:extLst>
                      </p:cNvPr>
                      <p:cNvPicPr>
                        <a:picLocks noChangeAspect="1" noChangeArrowheads="1"/>
                      </p:cNvPicPr>
                      <p:nvPr/>
                    </p:nvPicPr>
                    <p:blipFill>
                      <a:blip r:embed="rId9"/>
                      <a:srcRect/>
                      <a:stretch>
                        <a:fillRect/>
                      </a:stretch>
                    </p:blipFill>
                    <p:spPr bwMode="auto">
                      <a:xfrm>
                        <a:off x="-24680" y="5354638"/>
                        <a:ext cx="9067800" cy="1441450"/>
                      </a:xfrm>
                      <a:prstGeom prst="rect">
                        <a:avLst/>
                      </a:prstGeom>
                      <a:noFill/>
                      <a:ln>
                        <a:noFill/>
                      </a:ln>
                      <a:effectLst/>
                    </p:spPr>
                  </p:pic>
                </p:oleObj>
              </mc:Fallback>
            </mc:AlternateContent>
          </a:graphicData>
        </a:graphic>
      </p:graphicFrame>
      <p:sp>
        <p:nvSpPr>
          <p:cNvPr id="4" name="灯片编号占位符 3">
            <a:extLst>
              <a:ext uri="{FF2B5EF4-FFF2-40B4-BE49-F238E27FC236}">
                <a16:creationId xmlns:a16="http://schemas.microsoft.com/office/drawing/2014/main" id="{17118D7A-DAD8-6C84-53C5-F862EFFBD91E}"/>
              </a:ext>
            </a:extLst>
          </p:cNvPr>
          <p:cNvSpPr>
            <a:spLocks noGrp="1"/>
          </p:cNvSpPr>
          <p:nvPr>
            <p:ph type="sldNum" sz="quarter" idx="11"/>
          </p:nvPr>
        </p:nvSpPr>
        <p:spPr/>
        <p:txBody>
          <a:bodyPr/>
          <a:lstStyle/>
          <a:p>
            <a:pPr>
              <a:defRPr/>
            </a:pPr>
            <a:fld id="{B1928985-958F-4925-BAAA-4C45D70B67B4}" type="slidenum">
              <a:rPr lang="en-US" altLang="zh-CN" smtClean="0"/>
              <a:pPr>
                <a:defRPr/>
              </a:pPr>
              <a:t>23</a:t>
            </a:fld>
            <a:endParaRPr lang="en-US" altLang="zh-CN"/>
          </a:p>
        </p:txBody>
      </p:sp>
      <p:graphicFrame>
        <p:nvGraphicFramePr>
          <p:cNvPr id="5" name="Object 8">
            <a:extLst>
              <a:ext uri="{FF2B5EF4-FFF2-40B4-BE49-F238E27FC236}">
                <a16:creationId xmlns:a16="http://schemas.microsoft.com/office/drawing/2014/main" id="{8B51A2B1-79A8-0A74-C73B-86463A001811}"/>
              </a:ext>
            </a:extLst>
          </p:cNvPr>
          <p:cNvGraphicFramePr>
            <a:graphicFrameLocks noChangeAspect="1"/>
          </p:cNvGraphicFramePr>
          <p:nvPr>
            <p:extLst>
              <p:ext uri="{D42A27DB-BD31-4B8C-83A1-F6EECF244321}">
                <p14:modId xmlns:p14="http://schemas.microsoft.com/office/powerpoint/2010/main" val="3210799472"/>
              </p:ext>
            </p:extLst>
          </p:nvPr>
        </p:nvGraphicFramePr>
        <p:xfrm>
          <a:off x="8064500" y="3689350"/>
          <a:ext cx="4068763" cy="2020888"/>
        </p:xfrm>
        <a:graphic>
          <a:graphicData uri="http://schemas.openxmlformats.org/presentationml/2006/ole">
            <mc:AlternateContent xmlns:mc="http://schemas.openxmlformats.org/markup-compatibility/2006">
              <mc:Choice xmlns:v="urn:schemas-microsoft-com:vml" Requires="v">
                <p:oleObj name="Equation" r:id="rId10" imgW="1790640" imgH="888840" progId="Equation.DSMT4">
                  <p:embed/>
                </p:oleObj>
              </mc:Choice>
              <mc:Fallback>
                <p:oleObj name="Equation" r:id="rId10" imgW="1790640" imgH="888840" progId="Equation.DSMT4">
                  <p:embed/>
                  <p:pic>
                    <p:nvPicPr>
                      <p:cNvPr id="5" name="Object 8">
                        <a:extLst>
                          <a:ext uri="{FF2B5EF4-FFF2-40B4-BE49-F238E27FC236}">
                            <a16:creationId xmlns:a16="http://schemas.microsoft.com/office/drawing/2014/main" id="{117D1209-DD2F-2F0D-01D4-0D91FDC73607}"/>
                          </a:ext>
                        </a:extLst>
                      </p:cNvPr>
                      <p:cNvPicPr>
                        <a:picLocks noChangeAspect="1" noChangeArrowheads="1"/>
                      </p:cNvPicPr>
                      <p:nvPr/>
                    </p:nvPicPr>
                    <p:blipFill>
                      <a:blip r:embed="rId11"/>
                      <a:srcRect/>
                      <a:stretch>
                        <a:fillRect/>
                      </a:stretch>
                    </p:blipFill>
                    <p:spPr bwMode="auto">
                      <a:xfrm>
                        <a:off x="8064500" y="3689350"/>
                        <a:ext cx="4068763" cy="2020888"/>
                      </a:xfrm>
                      <a:prstGeom prst="rect">
                        <a:avLst/>
                      </a:prstGeom>
                      <a:solidFill>
                        <a:srgbClr val="FFFF00"/>
                      </a:solidFill>
                      <a:ln>
                        <a:noFill/>
                      </a:ln>
                      <a:effectLst/>
                    </p:spPr>
                  </p:pic>
                </p:oleObj>
              </mc:Fallback>
            </mc:AlternateContent>
          </a:graphicData>
        </a:graphic>
      </p:graphicFrame>
    </p:spTree>
    <p:extLst>
      <p:ext uri="{BB962C8B-B14F-4D97-AF65-F5344CB8AC3E}">
        <p14:creationId xmlns:p14="http://schemas.microsoft.com/office/powerpoint/2010/main" val="107528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eaLnBrk="1" hangingPunct="1"/>
            <a:r>
              <a:rPr lang="zh-CN" altLang="en-US" dirty="0">
                <a:solidFill>
                  <a:srgbClr val="008000"/>
                </a:solidFill>
                <a:latin typeface="黑体" pitchFamily="2" charset="-122"/>
                <a:ea typeface="黑体" pitchFamily="2" charset="-122"/>
              </a:rPr>
              <a:t>求</a:t>
            </a:r>
            <a:r>
              <a:rPr lang="en-US" altLang="zh-CN" dirty="0">
                <a:solidFill>
                  <a:srgbClr val="008000"/>
                </a:solidFill>
                <a:latin typeface="黑体" pitchFamily="2" charset="-122"/>
                <a:ea typeface="黑体" pitchFamily="2" charset="-122"/>
              </a:rPr>
              <a:t>F</a:t>
            </a:r>
            <a:r>
              <a:rPr lang="zh-CN" altLang="en-US" dirty="0">
                <a:solidFill>
                  <a:srgbClr val="008000"/>
                </a:solidFill>
                <a:latin typeface="黑体" pitchFamily="2" charset="-122"/>
                <a:ea typeface="黑体" pitchFamily="2" charset="-122"/>
              </a:rPr>
              <a:t>变换举例</a:t>
            </a:r>
            <a:r>
              <a:rPr lang="en-US" altLang="zh-CN" sz="3600" dirty="0">
                <a:ea typeface="黑体" pitchFamily="2" charset="-122"/>
              </a:rPr>
              <a:t>[P98</a:t>
            </a:r>
            <a:r>
              <a:rPr lang="zh-CN" altLang="en-US" sz="3600" dirty="0">
                <a:ea typeface="黑体" pitchFamily="2" charset="-122"/>
              </a:rPr>
              <a:t>例</a:t>
            </a:r>
            <a:r>
              <a:rPr lang="en-US" altLang="zh-CN" sz="3600" dirty="0">
                <a:ea typeface="黑体" pitchFamily="2" charset="-122"/>
              </a:rPr>
              <a:t>4]</a:t>
            </a:r>
          </a:p>
        </p:txBody>
      </p:sp>
      <p:sp>
        <p:nvSpPr>
          <p:cNvPr id="28675" name="Rectangle 3"/>
          <p:cNvSpPr>
            <a:spLocks noGrp="1" noChangeArrowheads="1"/>
          </p:cNvSpPr>
          <p:nvPr>
            <p:ph type="body" sz="half" idx="1"/>
          </p:nvPr>
        </p:nvSpPr>
        <p:spPr>
          <a:xfrm>
            <a:off x="1981200" y="1981201"/>
            <a:ext cx="7931150" cy="4543425"/>
          </a:xfrm>
        </p:spPr>
        <p:txBody>
          <a:bodyPr/>
          <a:lstStyle/>
          <a:p>
            <a:pPr eaLnBrk="1" hangingPunct="1">
              <a:buFont typeface="Wingdings" pitchFamily="2" charset="2"/>
              <a:buNone/>
            </a:pPr>
            <a:r>
              <a:rPr lang="zh-CN" altLang="en-US" dirty="0">
                <a:ea typeface="黑体" pitchFamily="2" charset="-122"/>
              </a:rPr>
              <a:t>设</a:t>
            </a:r>
            <a:r>
              <a:rPr lang="en-US" altLang="zh-CN" dirty="0">
                <a:ea typeface="黑体" pitchFamily="2" charset="-122"/>
              </a:rPr>
              <a:t>R</a:t>
            </a:r>
            <a:r>
              <a:rPr lang="zh-CN" altLang="en-US" dirty="0">
                <a:ea typeface="黑体" pitchFamily="2" charset="-122"/>
              </a:rPr>
              <a:t>是实数域</a:t>
            </a:r>
            <a:r>
              <a:rPr lang="en-US" altLang="zh-CN" dirty="0">
                <a:ea typeface="黑体" pitchFamily="2" charset="-122"/>
              </a:rPr>
              <a:t>U</a:t>
            </a:r>
            <a:r>
              <a:rPr lang="zh-CN" altLang="en-US" dirty="0">
                <a:ea typeface="黑体" pitchFamily="2" charset="-122"/>
              </a:rPr>
              <a:t>上的二元关系，且</a:t>
            </a:r>
          </a:p>
          <a:p>
            <a:pPr eaLnBrk="1" hangingPunct="1">
              <a:buFont typeface="Wingdings" pitchFamily="2" charset="2"/>
              <a:buNone/>
            </a:pPr>
            <a:endParaRPr lang="zh-CN" altLang="en-US" sz="3600" dirty="0">
              <a:ea typeface="黑体" pitchFamily="2" charset="-122"/>
            </a:endParaRPr>
          </a:p>
          <a:p>
            <a:pPr eaLnBrk="1" hangingPunct="1">
              <a:buFont typeface="Wingdings" pitchFamily="2" charset="2"/>
              <a:buNone/>
            </a:pPr>
            <a:endParaRPr lang="zh-CN" altLang="en-US" sz="2800" dirty="0"/>
          </a:p>
          <a:p>
            <a:pPr eaLnBrk="1" hangingPunct="1">
              <a:buFont typeface="Wingdings" pitchFamily="2" charset="2"/>
              <a:buNone/>
            </a:pPr>
            <a:endParaRPr lang="zh-CN" altLang="en-US" sz="2800" dirty="0"/>
          </a:p>
          <a:p>
            <a:pPr eaLnBrk="1" hangingPunct="1">
              <a:buFont typeface="Wingdings" pitchFamily="2" charset="2"/>
              <a:buNone/>
            </a:pPr>
            <a:endParaRPr lang="zh-CN" altLang="en-US" sz="2800" dirty="0"/>
          </a:p>
          <a:p>
            <a:pPr eaLnBrk="1" hangingPunct="1">
              <a:buFont typeface="Wingdings" pitchFamily="2" charset="2"/>
              <a:buNone/>
            </a:pPr>
            <a:endParaRPr lang="zh-CN" altLang="en-US" sz="2800" dirty="0"/>
          </a:p>
          <a:p>
            <a:pPr eaLnBrk="1" hangingPunct="1">
              <a:buFont typeface="Wingdings" pitchFamily="2" charset="2"/>
              <a:buNone/>
            </a:pPr>
            <a:endParaRPr lang="zh-CN" altLang="en-US" sz="2800" dirty="0"/>
          </a:p>
          <a:p>
            <a:pPr eaLnBrk="1" hangingPunct="1">
              <a:buFont typeface="Wingdings" pitchFamily="2" charset="2"/>
              <a:buNone/>
            </a:pPr>
            <a:r>
              <a:rPr lang="zh-CN" altLang="en-US" dirty="0"/>
              <a:t>求</a:t>
            </a:r>
            <a:r>
              <a:rPr lang="en-US" altLang="zh-CN" i="1" dirty="0"/>
              <a:t>T</a:t>
            </a:r>
            <a:r>
              <a:rPr lang="en-US" altLang="zh-CN" i="1" baseline="-25000" dirty="0"/>
              <a:t>R</a:t>
            </a:r>
            <a:r>
              <a:rPr lang="en-US" altLang="zh-CN" dirty="0"/>
              <a:t>(</a:t>
            </a:r>
            <a:r>
              <a:rPr lang="en-US" altLang="zh-CN" i="1" dirty="0"/>
              <a:t>A</a:t>
            </a:r>
            <a:r>
              <a:rPr lang="en-US" altLang="zh-CN" dirty="0"/>
              <a:t>)(</a:t>
            </a:r>
            <a:r>
              <a:rPr lang="en-US" altLang="zh-CN" i="1" dirty="0"/>
              <a:t>y</a:t>
            </a:r>
            <a:r>
              <a:rPr lang="en-US" altLang="zh-CN" dirty="0"/>
              <a:t>)</a:t>
            </a:r>
          </a:p>
        </p:txBody>
      </p:sp>
      <p:graphicFrame>
        <p:nvGraphicFramePr>
          <p:cNvPr id="28676" name="Object 4"/>
          <p:cNvGraphicFramePr>
            <a:graphicFrameLocks noGrp="1" noChangeAspect="1"/>
          </p:cNvGraphicFramePr>
          <p:nvPr>
            <p:ph sz="half" idx="2"/>
          </p:nvPr>
        </p:nvGraphicFramePr>
        <p:xfrm>
          <a:off x="2782888" y="2776539"/>
          <a:ext cx="6769100" cy="2401887"/>
        </p:xfrm>
        <a:graphic>
          <a:graphicData uri="http://schemas.openxmlformats.org/presentationml/2006/ole">
            <mc:AlternateContent xmlns:mc="http://schemas.openxmlformats.org/markup-compatibility/2006">
              <mc:Choice xmlns:v="urn:schemas-microsoft-com:vml" Requires="v">
                <p:oleObj name="公式" r:id="rId2" imgW="2362200" imgH="838200" progId="Equation.3">
                  <p:embed/>
                </p:oleObj>
              </mc:Choice>
              <mc:Fallback>
                <p:oleObj name="公式" r:id="rId2" imgW="2362200" imgH="838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2888" y="2776539"/>
                        <a:ext cx="6769100" cy="2401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8B242147-C59C-808E-6FB9-F4B6C0240FE4}"/>
              </a:ext>
            </a:extLst>
          </p:cNvPr>
          <p:cNvSpPr>
            <a:spLocks noGrp="1"/>
          </p:cNvSpPr>
          <p:nvPr>
            <p:ph type="sldNum" sz="quarter" idx="11"/>
          </p:nvPr>
        </p:nvSpPr>
        <p:spPr/>
        <p:txBody>
          <a:bodyPr/>
          <a:lstStyle/>
          <a:p>
            <a:pPr>
              <a:defRPr/>
            </a:pPr>
            <a:fld id="{999B3504-16D4-4C04-B1A4-25F8AB881801}" type="slidenum">
              <a:rPr lang="en-US" altLang="zh-CN" smtClean="0"/>
              <a:pPr>
                <a:defRPr/>
              </a:pPr>
              <a:t>24</a:t>
            </a:fld>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981200" y="457200"/>
            <a:ext cx="8229600" cy="884238"/>
          </a:xfrm>
        </p:spPr>
        <p:txBody>
          <a:bodyPr/>
          <a:lstStyle/>
          <a:p>
            <a:pPr algn="ctr" eaLnBrk="1" hangingPunct="1"/>
            <a:r>
              <a:rPr lang="zh-CN" altLang="en-US">
                <a:solidFill>
                  <a:srgbClr val="008000"/>
                </a:solidFill>
                <a:latin typeface="黑体" pitchFamily="2" charset="-122"/>
                <a:ea typeface="黑体" pitchFamily="2" charset="-122"/>
              </a:rPr>
              <a:t>求</a:t>
            </a:r>
            <a:r>
              <a:rPr lang="en-US" altLang="zh-CN">
                <a:solidFill>
                  <a:srgbClr val="008000"/>
                </a:solidFill>
                <a:latin typeface="黑体" pitchFamily="2" charset="-122"/>
                <a:ea typeface="黑体" pitchFamily="2" charset="-122"/>
              </a:rPr>
              <a:t>F</a:t>
            </a:r>
            <a:r>
              <a:rPr lang="zh-CN" altLang="en-US">
                <a:solidFill>
                  <a:srgbClr val="008000"/>
                </a:solidFill>
                <a:latin typeface="黑体" pitchFamily="2" charset="-122"/>
                <a:ea typeface="黑体" pitchFamily="2" charset="-122"/>
              </a:rPr>
              <a:t>变换举例</a:t>
            </a:r>
            <a:r>
              <a:rPr lang="en-US" altLang="zh-CN" sz="3600">
                <a:ea typeface="黑体" pitchFamily="2" charset="-122"/>
              </a:rPr>
              <a:t>[P98</a:t>
            </a:r>
            <a:r>
              <a:rPr lang="zh-CN" altLang="en-US" sz="3600">
                <a:ea typeface="黑体" pitchFamily="2" charset="-122"/>
              </a:rPr>
              <a:t>例</a:t>
            </a:r>
            <a:r>
              <a:rPr lang="en-US" altLang="zh-CN" sz="3600">
                <a:ea typeface="黑体" pitchFamily="2" charset="-122"/>
              </a:rPr>
              <a:t>4]</a:t>
            </a:r>
          </a:p>
        </p:txBody>
      </p:sp>
      <p:sp>
        <p:nvSpPr>
          <p:cNvPr id="111619" name="Rectangle 3"/>
          <p:cNvSpPr>
            <a:spLocks noGrp="1" noChangeArrowheads="1"/>
          </p:cNvSpPr>
          <p:nvPr>
            <p:ph type="body" sz="half" idx="1"/>
          </p:nvPr>
        </p:nvSpPr>
        <p:spPr>
          <a:xfrm>
            <a:off x="1090615" y="1341438"/>
            <a:ext cx="8966200" cy="5516562"/>
          </a:xfrm>
        </p:spPr>
        <p:txBody>
          <a:bodyPr/>
          <a:lstStyle/>
          <a:p>
            <a:pPr eaLnBrk="1" hangingPunct="1">
              <a:buFont typeface="Wingdings" pitchFamily="2" charset="2"/>
              <a:buNone/>
            </a:pPr>
            <a:r>
              <a:rPr lang="zh-CN" altLang="en-US" sz="2800" b="1" dirty="0"/>
              <a:t>这里  </a:t>
            </a:r>
            <a:r>
              <a:rPr kumimoji="1" lang="en-US" altLang="zh-CN" sz="2800" b="1" i="1" dirty="0"/>
              <a:t>T</a:t>
            </a:r>
            <a:r>
              <a:rPr kumimoji="1" lang="en-US" altLang="zh-CN" sz="2800" b="1" i="1" baseline="-25000" dirty="0"/>
              <a:t>R</a:t>
            </a:r>
            <a:r>
              <a:rPr kumimoji="1" lang="en-US" altLang="zh-CN" sz="2800" b="1" dirty="0"/>
              <a:t>= </a:t>
            </a:r>
            <a:r>
              <a:rPr kumimoji="1" lang="en-US" altLang="zh-CN" sz="2800" b="1" i="1" dirty="0"/>
              <a:t>R</a:t>
            </a:r>
            <a:r>
              <a:rPr kumimoji="1" lang="zh-CN" altLang="en-US" sz="2800" b="1" dirty="0"/>
              <a:t>， 按</a:t>
            </a:r>
            <a:r>
              <a:rPr kumimoji="1" lang="en-US" altLang="zh-CN" sz="2800" b="1" dirty="0"/>
              <a:t>[</a:t>
            </a:r>
            <a:r>
              <a:rPr kumimoji="1" lang="zh-CN" altLang="en-US" sz="2800" b="1" dirty="0"/>
              <a:t>定理</a:t>
            </a:r>
            <a:r>
              <a:rPr kumimoji="1" lang="en-US" altLang="zh-CN" sz="2800" b="1" dirty="0"/>
              <a:t>1]</a:t>
            </a:r>
            <a:r>
              <a:rPr kumimoji="1" lang="zh-CN" altLang="en-US" sz="2800" b="1" dirty="0"/>
              <a:t>， 有</a:t>
            </a:r>
          </a:p>
          <a:p>
            <a:pPr eaLnBrk="1" hangingPunct="1">
              <a:buFont typeface="Wingdings" pitchFamily="2" charset="2"/>
              <a:buNone/>
            </a:pPr>
            <a:endParaRPr kumimoji="1" lang="zh-CN" altLang="en-US" sz="2800" b="1" dirty="0"/>
          </a:p>
          <a:p>
            <a:pPr eaLnBrk="1" hangingPunct="1">
              <a:buFont typeface="Wingdings" pitchFamily="2" charset="2"/>
              <a:buNone/>
            </a:pPr>
            <a:endParaRPr kumimoji="1" lang="zh-CN" altLang="en-US" sz="2800" b="1" dirty="0"/>
          </a:p>
          <a:p>
            <a:pPr eaLnBrk="1" hangingPunct="1">
              <a:buFont typeface="Wingdings" pitchFamily="2" charset="2"/>
              <a:buNone/>
            </a:pPr>
            <a:endParaRPr kumimoji="1" lang="zh-CN" altLang="en-US" sz="4000" b="1" dirty="0"/>
          </a:p>
          <a:p>
            <a:pPr eaLnBrk="1" hangingPunct="1">
              <a:buFont typeface="Wingdings" pitchFamily="2" charset="2"/>
              <a:buNone/>
            </a:pPr>
            <a:r>
              <a:rPr kumimoji="1" lang="zh-CN" altLang="en-US" sz="2800" b="1" dirty="0"/>
              <a:t>其中，</a:t>
            </a:r>
            <a:r>
              <a:rPr kumimoji="1" lang="en-US" altLang="zh-CN" sz="2800" b="1" i="1" dirty="0"/>
              <a:t>x</a:t>
            </a:r>
            <a:r>
              <a:rPr kumimoji="1" lang="en-US" altLang="zh-CN" sz="2800" b="1" baseline="-25000" dirty="0"/>
              <a:t>0</a:t>
            </a:r>
            <a:r>
              <a:rPr kumimoji="1" lang="zh-CN" altLang="en-US" sz="2800" b="1" dirty="0"/>
              <a:t>是使</a:t>
            </a:r>
            <a:r>
              <a:rPr kumimoji="1" lang="en-US" altLang="zh-CN" sz="2800" b="1" i="1" dirty="0">
                <a:solidFill>
                  <a:srgbClr val="FF0000"/>
                </a:solidFill>
              </a:rPr>
              <a:t>A</a:t>
            </a:r>
            <a:r>
              <a:rPr kumimoji="1" lang="en-US" altLang="zh-CN" sz="2800" b="1" dirty="0">
                <a:solidFill>
                  <a:srgbClr val="FF0000"/>
                </a:solidFill>
              </a:rPr>
              <a:t>(</a:t>
            </a:r>
            <a:r>
              <a:rPr kumimoji="1" lang="en-US" altLang="zh-CN" sz="2800" b="1" i="1" dirty="0">
                <a:solidFill>
                  <a:srgbClr val="FF0000"/>
                </a:solidFill>
              </a:rPr>
              <a:t>x</a:t>
            </a:r>
            <a:r>
              <a:rPr kumimoji="1" lang="en-US" altLang="zh-CN" sz="2800" b="1" dirty="0">
                <a:solidFill>
                  <a:srgbClr val="FF0000"/>
                </a:solidFill>
              </a:rPr>
              <a:t>)=</a:t>
            </a:r>
            <a:r>
              <a:rPr kumimoji="1" lang="en-US" altLang="zh-CN" sz="2800" b="1" i="1" dirty="0">
                <a:solidFill>
                  <a:srgbClr val="FF0000"/>
                </a:solidFill>
              </a:rPr>
              <a:t>R</a:t>
            </a:r>
            <a:r>
              <a:rPr kumimoji="1" lang="en-US" altLang="zh-CN" sz="2800" b="1" dirty="0">
                <a:solidFill>
                  <a:srgbClr val="FF0000"/>
                </a:solidFill>
              </a:rPr>
              <a:t>(</a:t>
            </a:r>
            <a:r>
              <a:rPr kumimoji="1" lang="en-US" altLang="zh-CN" sz="2800" b="1" i="1" dirty="0" err="1">
                <a:solidFill>
                  <a:srgbClr val="FF0000"/>
                </a:solidFill>
              </a:rPr>
              <a:t>x</a:t>
            </a:r>
            <a:r>
              <a:rPr kumimoji="1" lang="en-US" altLang="zh-CN" sz="2800" b="1" dirty="0" err="1">
                <a:solidFill>
                  <a:srgbClr val="FF0000"/>
                </a:solidFill>
              </a:rPr>
              <a:t>,</a:t>
            </a:r>
            <a:r>
              <a:rPr kumimoji="1" lang="en-US" altLang="zh-CN" sz="2800" b="1" i="1" dirty="0" err="1">
                <a:solidFill>
                  <a:srgbClr val="FF0000"/>
                </a:solidFill>
              </a:rPr>
              <a:t>y</a:t>
            </a:r>
            <a:r>
              <a:rPr kumimoji="1" lang="en-US" altLang="zh-CN" sz="2800" b="1" dirty="0">
                <a:solidFill>
                  <a:srgbClr val="FF0000"/>
                </a:solidFill>
              </a:rPr>
              <a:t>)</a:t>
            </a:r>
            <a:r>
              <a:rPr kumimoji="1" lang="zh-CN" altLang="en-US" sz="2800" b="1" dirty="0"/>
              <a:t>的点，令 </a:t>
            </a:r>
          </a:p>
          <a:p>
            <a:pPr eaLnBrk="1" hangingPunct="1">
              <a:buFont typeface="Wingdings" pitchFamily="2" charset="2"/>
              <a:buNone/>
            </a:pPr>
            <a:endParaRPr kumimoji="1" lang="en-US" altLang="zh-CN" sz="1200" b="1" dirty="0"/>
          </a:p>
          <a:p>
            <a:pPr eaLnBrk="1" hangingPunct="1">
              <a:buFont typeface="Wingdings" pitchFamily="2" charset="2"/>
              <a:buNone/>
            </a:pPr>
            <a:r>
              <a:rPr kumimoji="1" lang="zh-CN" altLang="en-US" sz="2800" b="1" dirty="0"/>
              <a:t>解得    </a:t>
            </a:r>
            <a:r>
              <a:rPr kumimoji="1" lang="en-US" altLang="zh-CN" sz="2800" b="1" i="1" dirty="0">
                <a:solidFill>
                  <a:srgbClr val="0000EA"/>
                </a:solidFill>
              </a:rPr>
              <a:t>x</a:t>
            </a:r>
            <a:r>
              <a:rPr kumimoji="1" lang="en-US" altLang="zh-CN" sz="2800" b="1" baseline="-25000" dirty="0">
                <a:solidFill>
                  <a:srgbClr val="0000EA"/>
                </a:solidFill>
              </a:rPr>
              <a:t>1</a:t>
            </a:r>
            <a:r>
              <a:rPr kumimoji="1" lang="en-US" altLang="zh-CN" sz="2800" b="1" dirty="0">
                <a:solidFill>
                  <a:srgbClr val="0000EA"/>
                </a:solidFill>
              </a:rPr>
              <a:t>=2</a:t>
            </a:r>
            <a:r>
              <a:rPr kumimoji="1" lang="en-US" altLang="zh-CN" sz="2800" b="1" i="1" dirty="0">
                <a:solidFill>
                  <a:srgbClr val="0000EA"/>
                </a:solidFill>
              </a:rPr>
              <a:t>y</a:t>
            </a:r>
            <a:r>
              <a:rPr kumimoji="1" lang="en-US" altLang="zh-CN" sz="2800" b="1" dirty="0">
                <a:solidFill>
                  <a:srgbClr val="0000EA"/>
                </a:solidFill>
              </a:rPr>
              <a:t>, </a:t>
            </a:r>
            <a:r>
              <a:rPr kumimoji="1" lang="en-US" altLang="zh-CN" sz="2800" b="1" i="1" dirty="0">
                <a:solidFill>
                  <a:srgbClr val="FF00FF"/>
                </a:solidFill>
              </a:rPr>
              <a:t>x</a:t>
            </a:r>
            <a:r>
              <a:rPr kumimoji="1" lang="en-US" altLang="zh-CN" sz="2800" b="1" baseline="-25000" dirty="0">
                <a:solidFill>
                  <a:srgbClr val="FF00FF"/>
                </a:solidFill>
              </a:rPr>
              <a:t>2</a:t>
            </a:r>
            <a:r>
              <a:rPr kumimoji="1" lang="en-US" altLang="zh-CN" sz="2800" b="1" dirty="0">
                <a:solidFill>
                  <a:srgbClr val="FF00FF"/>
                </a:solidFill>
              </a:rPr>
              <a:t>=2</a:t>
            </a:r>
            <a:r>
              <a:rPr kumimoji="1" lang="en-US" altLang="zh-CN" sz="2800" b="1" i="1" dirty="0">
                <a:solidFill>
                  <a:srgbClr val="FF00FF"/>
                </a:solidFill>
              </a:rPr>
              <a:t>y</a:t>
            </a:r>
            <a:r>
              <a:rPr kumimoji="1" lang="en-US" altLang="zh-CN" sz="2800" b="1" dirty="0">
                <a:solidFill>
                  <a:srgbClr val="FF00FF"/>
                </a:solidFill>
              </a:rPr>
              <a:t>/3</a:t>
            </a:r>
          </a:p>
          <a:p>
            <a:pPr eaLnBrk="1" hangingPunct="1">
              <a:buFont typeface="Wingdings" pitchFamily="2" charset="2"/>
              <a:buNone/>
            </a:pPr>
            <a:r>
              <a:rPr kumimoji="1" lang="zh-CN" altLang="en-US" sz="2800" b="1" dirty="0"/>
              <a:t>因为</a:t>
            </a:r>
          </a:p>
          <a:p>
            <a:pPr eaLnBrk="1" hangingPunct="1">
              <a:buFont typeface="Wingdings" pitchFamily="2" charset="2"/>
              <a:buNone/>
            </a:pPr>
            <a:endParaRPr kumimoji="1" lang="zh-CN" altLang="en-US" b="1" dirty="0"/>
          </a:p>
          <a:p>
            <a:pPr eaLnBrk="1" hangingPunct="1">
              <a:buFont typeface="Wingdings" pitchFamily="2" charset="2"/>
              <a:buNone/>
            </a:pPr>
            <a:r>
              <a:rPr kumimoji="1" lang="zh-CN" altLang="en-US" sz="2800" b="1" dirty="0"/>
              <a:t>故</a:t>
            </a:r>
            <a:r>
              <a:rPr kumimoji="1" lang="en-US" altLang="zh-CN" sz="2800" b="1" i="1" dirty="0">
                <a:solidFill>
                  <a:srgbClr val="FF00FF"/>
                </a:solidFill>
              </a:rPr>
              <a:t>x</a:t>
            </a:r>
            <a:r>
              <a:rPr kumimoji="1" lang="en-US" altLang="zh-CN" sz="2800" b="1" baseline="-25000" dirty="0">
                <a:solidFill>
                  <a:srgbClr val="FF00FF"/>
                </a:solidFill>
              </a:rPr>
              <a:t>2</a:t>
            </a:r>
            <a:r>
              <a:rPr kumimoji="1" lang="zh-CN" altLang="en-US" sz="2800" b="1" dirty="0"/>
              <a:t>为所求解，代入</a:t>
            </a:r>
            <a:r>
              <a:rPr kumimoji="1" lang="en-US" altLang="zh-CN" sz="2800" b="1" dirty="0"/>
              <a:t>(*)</a:t>
            </a:r>
            <a:r>
              <a:rPr kumimoji="1" lang="zh-CN" altLang="en-US" sz="2800" b="1" dirty="0"/>
              <a:t>式，得</a:t>
            </a:r>
          </a:p>
        </p:txBody>
      </p:sp>
      <p:graphicFrame>
        <p:nvGraphicFramePr>
          <p:cNvPr id="111620" name="Object 4"/>
          <p:cNvGraphicFramePr>
            <a:graphicFrameLocks noGrp="1" noChangeAspect="1"/>
          </p:cNvGraphicFramePr>
          <p:nvPr>
            <p:ph sz="quarter" idx="2"/>
            <p:extLst>
              <p:ext uri="{D42A27DB-BD31-4B8C-83A1-F6EECF244321}">
                <p14:modId xmlns:p14="http://schemas.microsoft.com/office/powerpoint/2010/main" val="1322936445"/>
              </p:ext>
            </p:extLst>
          </p:nvPr>
        </p:nvGraphicFramePr>
        <p:xfrm>
          <a:off x="1604704" y="1845543"/>
          <a:ext cx="3902880" cy="606379"/>
        </p:xfrm>
        <a:graphic>
          <a:graphicData uri="http://schemas.openxmlformats.org/presentationml/2006/ole">
            <mc:AlternateContent xmlns:mc="http://schemas.openxmlformats.org/markup-compatibility/2006">
              <mc:Choice xmlns:v="urn:schemas-microsoft-com:vml" Requires="v">
                <p:oleObj name="Equation" r:id="rId2" imgW="1307880" imgH="203040" progId="Equation.DSMT4">
                  <p:embed/>
                </p:oleObj>
              </mc:Choice>
              <mc:Fallback>
                <p:oleObj name="Equation" r:id="rId2" imgW="1307880" imgH="203040" progId="Equation.DSMT4">
                  <p:embed/>
                  <p:pic>
                    <p:nvPicPr>
                      <p:cNvPr id="0" name="Object 4"/>
                      <p:cNvPicPr>
                        <a:picLocks noChangeAspect="1" noChangeArrowheads="1"/>
                      </p:cNvPicPr>
                      <p:nvPr/>
                    </p:nvPicPr>
                    <p:blipFill>
                      <a:blip r:embed="rId3"/>
                      <a:srcRect/>
                      <a:stretch>
                        <a:fillRect/>
                      </a:stretch>
                    </p:blipFill>
                    <p:spPr bwMode="auto">
                      <a:xfrm>
                        <a:off x="1604704" y="1845543"/>
                        <a:ext cx="3902880" cy="606379"/>
                      </a:xfrm>
                      <a:prstGeom prst="rect">
                        <a:avLst/>
                      </a:prstGeom>
                      <a:solidFill>
                        <a:srgbClr val="FFFF00"/>
                      </a:solidFill>
                      <a:ln>
                        <a:noFill/>
                      </a:ln>
                    </p:spPr>
                  </p:pic>
                </p:oleObj>
              </mc:Fallback>
            </mc:AlternateContent>
          </a:graphicData>
        </a:graphic>
      </p:graphicFrame>
      <p:graphicFrame>
        <p:nvGraphicFramePr>
          <p:cNvPr id="111622" name="Object 6"/>
          <p:cNvGraphicFramePr>
            <a:graphicFrameLocks noGrp="1" noChangeAspect="1"/>
          </p:cNvGraphicFramePr>
          <p:nvPr>
            <p:ph sz="quarter" idx="3"/>
            <p:extLst>
              <p:ext uri="{D42A27DB-BD31-4B8C-83A1-F6EECF244321}">
                <p14:modId xmlns:p14="http://schemas.microsoft.com/office/powerpoint/2010/main" val="2938982314"/>
              </p:ext>
            </p:extLst>
          </p:nvPr>
        </p:nvGraphicFramePr>
        <p:xfrm>
          <a:off x="3522166" y="2420938"/>
          <a:ext cx="3554412" cy="927100"/>
        </p:xfrm>
        <a:graphic>
          <a:graphicData uri="http://schemas.openxmlformats.org/presentationml/2006/ole">
            <mc:AlternateContent xmlns:mc="http://schemas.openxmlformats.org/markup-compatibility/2006">
              <mc:Choice xmlns:v="urn:schemas-microsoft-com:vml" Requires="v">
                <p:oleObj name="Equation" r:id="rId4" imgW="1752480" imgH="457200" progId="Equation.DSMT4">
                  <p:embed/>
                </p:oleObj>
              </mc:Choice>
              <mc:Fallback>
                <p:oleObj name="Equation" r:id="rId4" imgW="1752480" imgH="457200" progId="Equation.DSMT4">
                  <p:embed/>
                  <p:pic>
                    <p:nvPicPr>
                      <p:cNvPr id="0" name="Object 6"/>
                      <p:cNvPicPr>
                        <a:picLocks noChangeAspect="1" noChangeArrowheads="1"/>
                      </p:cNvPicPr>
                      <p:nvPr/>
                    </p:nvPicPr>
                    <p:blipFill>
                      <a:blip r:embed="rId5"/>
                      <a:srcRect/>
                      <a:stretch>
                        <a:fillRect/>
                      </a:stretch>
                    </p:blipFill>
                    <p:spPr bwMode="auto">
                      <a:xfrm>
                        <a:off x="3522166" y="2420938"/>
                        <a:ext cx="3554412"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4" name="Object 8"/>
          <p:cNvGraphicFramePr>
            <a:graphicFrameLocks noChangeAspect="1"/>
          </p:cNvGraphicFramePr>
          <p:nvPr>
            <p:extLst>
              <p:ext uri="{D42A27DB-BD31-4B8C-83A1-F6EECF244321}">
                <p14:modId xmlns:p14="http://schemas.microsoft.com/office/powerpoint/2010/main" val="1161323353"/>
              </p:ext>
            </p:extLst>
          </p:nvPr>
        </p:nvGraphicFramePr>
        <p:xfrm>
          <a:off x="6797244" y="3378274"/>
          <a:ext cx="2952750" cy="947738"/>
        </p:xfrm>
        <a:graphic>
          <a:graphicData uri="http://schemas.openxmlformats.org/presentationml/2006/ole">
            <mc:AlternateContent xmlns:mc="http://schemas.openxmlformats.org/markup-compatibility/2006">
              <mc:Choice xmlns:v="urn:schemas-microsoft-com:vml" Requires="v">
                <p:oleObj name="公式" r:id="rId6" imgW="1308100" imgH="419100" progId="Equation.3">
                  <p:embed/>
                </p:oleObj>
              </mc:Choice>
              <mc:Fallback>
                <p:oleObj name="公式" r:id="rId6" imgW="1308100" imgH="4191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7244" y="3378274"/>
                        <a:ext cx="2952750" cy="947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5" name="Object 9"/>
          <p:cNvGraphicFramePr>
            <a:graphicFrameLocks noChangeAspect="1"/>
          </p:cNvGraphicFramePr>
          <p:nvPr>
            <p:extLst>
              <p:ext uri="{D42A27DB-BD31-4B8C-83A1-F6EECF244321}">
                <p14:modId xmlns:p14="http://schemas.microsoft.com/office/powerpoint/2010/main" val="1446567623"/>
              </p:ext>
            </p:extLst>
          </p:nvPr>
        </p:nvGraphicFramePr>
        <p:xfrm>
          <a:off x="3091658" y="4941169"/>
          <a:ext cx="2581275" cy="930275"/>
        </p:xfrm>
        <a:graphic>
          <a:graphicData uri="http://schemas.openxmlformats.org/presentationml/2006/ole">
            <mc:AlternateContent xmlns:mc="http://schemas.openxmlformats.org/markup-compatibility/2006">
              <mc:Choice xmlns:v="urn:schemas-microsoft-com:vml" Requires="v">
                <p:oleObj name="Equation" r:id="rId8" imgW="1307880" imgH="469800" progId="Equation.DSMT4">
                  <p:embed/>
                </p:oleObj>
              </mc:Choice>
              <mc:Fallback>
                <p:oleObj name="Equation" r:id="rId8" imgW="1307880" imgH="469800" progId="Equation.DSMT4">
                  <p:embed/>
                  <p:pic>
                    <p:nvPicPr>
                      <p:cNvPr id="0" name="Object 9"/>
                      <p:cNvPicPr>
                        <a:picLocks noChangeAspect="1" noChangeArrowheads="1"/>
                      </p:cNvPicPr>
                      <p:nvPr/>
                    </p:nvPicPr>
                    <p:blipFill>
                      <a:blip r:embed="rId9"/>
                      <a:srcRect/>
                      <a:stretch>
                        <a:fillRect/>
                      </a:stretch>
                    </p:blipFill>
                    <p:spPr bwMode="auto">
                      <a:xfrm>
                        <a:off x="3091658" y="4941169"/>
                        <a:ext cx="2581275" cy="930275"/>
                      </a:xfrm>
                      <a:prstGeom prst="rect">
                        <a:avLst/>
                      </a:prstGeom>
                      <a:noFill/>
                      <a:ln>
                        <a:noFill/>
                      </a:ln>
                      <a:effectLst/>
                    </p:spPr>
                  </p:pic>
                </p:oleObj>
              </mc:Fallback>
            </mc:AlternateContent>
          </a:graphicData>
        </a:graphic>
      </p:graphicFrame>
      <p:graphicFrame>
        <p:nvGraphicFramePr>
          <p:cNvPr id="111626" name="Object 10"/>
          <p:cNvGraphicFramePr>
            <a:graphicFrameLocks noChangeAspect="1"/>
          </p:cNvGraphicFramePr>
          <p:nvPr>
            <p:extLst>
              <p:ext uri="{D42A27DB-BD31-4B8C-83A1-F6EECF244321}">
                <p14:modId xmlns:p14="http://schemas.microsoft.com/office/powerpoint/2010/main" val="3906543025"/>
              </p:ext>
            </p:extLst>
          </p:nvPr>
        </p:nvGraphicFramePr>
        <p:xfrm>
          <a:off x="6020970" y="5656603"/>
          <a:ext cx="4971574" cy="1217652"/>
        </p:xfrm>
        <a:graphic>
          <a:graphicData uri="http://schemas.openxmlformats.org/presentationml/2006/ole">
            <mc:AlternateContent xmlns:mc="http://schemas.openxmlformats.org/markup-compatibility/2006">
              <mc:Choice xmlns:v="urn:schemas-microsoft-com:vml" Requires="v">
                <p:oleObj name="Equation" r:id="rId10" imgW="1714320" imgH="419040" progId="Equation.DSMT4">
                  <p:embed/>
                </p:oleObj>
              </mc:Choice>
              <mc:Fallback>
                <p:oleObj name="Equation" r:id="rId10" imgW="1714320" imgH="419040" progId="Equation.DSMT4">
                  <p:embed/>
                  <p:pic>
                    <p:nvPicPr>
                      <p:cNvPr id="0" name="Object 10"/>
                      <p:cNvPicPr>
                        <a:picLocks noChangeAspect="1" noChangeArrowheads="1"/>
                      </p:cNvPicPr>
                      <p:nvPr/>
                    </p:nvPicPr>
                    <p:blipFill>
                      <a:blip r:embed="rId11"/>
                      <a:srcRect/>
                      <a:stretch>
                        <a:fillRect/>
                      </a:stretch>
                    </p:blipFill>
                    <p:spPr bwMode="auto">
                      <a:xfrm>
                        <a:off x="6020970" y="5656603"/>
                        <a:ext cx="4971574" cy="1217652"/>
                      </a:xfrm>
                      <a:prstGeom prst="rect">
                        <a:avLst/>
                      </a:prstGeom>
                      <a:solidFill>
                        <a:srgbClr val="FFCC99"/>
                      </a:solidFill>
                      <a:ln>
                        <a:noFill/>
                      </a:ln>
                    </p:spPr>
                  </p:pic>
                </p:oleObj>
              </mc:Fallback>
            </mc:AlternateContent>
          </a:graphicData>
        </a:graphic>
      </p:graphicFrame>
      <p:graphicFrame>
        <p:nvGraphicFramePr>
          <p:cNvPr id="2" name="对象 1"/>
          <p:cNvGraphicFramePr>
            <a:graphicFrameLocks noGrp="1" noChangeAspect="1"/>
          </p:cNvGraphicFramePr>
          <p:nvPr>
            <p:extLst>
              <p:ext uri="{D42A27DB-BD31-4B8C-83A1-F6EECF244321}">
                <p14:modId xmlns:p14="http://schemas.microsoft.com/office/powerpoint/2010/main" val="3503901517"/>
              </p:ext>
            </p:extLst>
          </p:nvPr>
        </p:nvGraphicFramePr>
        <p:xfrm>
          <a:off x="5447929" y="1845543"/>
          <a:ext cx="2925586" cy="625751"/>
        </p:xfrm>
        <a:graphic>
          <a:graphicData uri="http://schemas.openxmlformats.org/presentationml/2006/ole">
            <mc:AlternateContent xmlns:mc="http://schemas.openxmlformats.org/markup-compatibility/2006">
              <mc:Choice xmlns:v="urn:schemas-microsoft-com:vml" Requires="v">
                <p:oleObj name="Equation" r:id="rId12" imgW="1307880" imgH="279360" progId="Equation.DSMT4">
                  <p:embed/>
                </p:oleObj>
              </mc:Choice>
              <mc:Fallback>
                <p:oleObj name="Equation" r:id="rId12" imgW="1307880" imgH="279360" progId="Equation.DSMT4">
                  <p:embed/>
                  <p:pic>
                    <p:nvPicPr>
                      <p:cNvPr id="0" name="Object 4"/>
                      <p:cNvPicPr>
                        <a:picLocks noGrp="1" noChangeAspect="1" noChangeArrowheads="1"/>
                      </p:cNvPicPr>
                      <p:nvPr/>
                    </p:nvPicPr>
                    <p:blipFill>
                      <a:blip r:embed="rId13"/>
                      <a:srcRect/>
                      <a:stretch>
                        <a:fillRect/>
                      </a:stretch>
                    </p:blipFill>
                    <p:spPr bwMode="auto">
                      <a:xfrm>
                        <a:off x="5447929" y="1845543"/>
                        <a:ext cx="2925586" cy="625751"/>
                      </a:xfrm>
                      <a:prstGeom prst="rect">
                        <a:avLst/>
                      </a:prstGeom>
                      <a:solidFill>
                        <a:srgbClr val="FFFF00"/>
                      </a:solidFill>
                      <a:ln>
                        <a:noFill/>
                      </a:ln>
                    </p:spPr>
                  </p:pic>
                </p:oleObj>
              </mc:Fallback>
            </mc:AlternateContent>
          </a:graphicData>
        </a:graphic>
      </p:graphicFrame>
      <p:graphicFrame>
        <p:nvGraphicFramePr>
          <p:cNvPr id="3" name="对象 2"/>
          <p:cNvGraphicFramePr>
            <a:graphicFrameLocks noGrp="1" noChangeAspect="1"/>
          </p:cNvGraphicFramePr>
          <p:nvPr>
            <p:extLst>
              <p:ext uri="{D42A27DB-BD31-4B8C-83A1-F6EECF244321}">
                <p14:modId xmlns:p14="http://schemas.microsoft.com/office/powerpoint/2010/main" val="1398480225"/>
              </p:ext>
            </p:extLst>
          </p:nvPr>
        </p:nvGraphicFramePr>
        <p:xfrm>
          <a:off x="7032103" y="2429892"/>
          <a:ext cx="1963738" cy="927100"/>
        </p:xfrm>
        <a:graphic>
          <a:graphicData uri="http://schemas.openxmlformats.org/presentationml/2006/ole">
            <mc:AlternateContent xmlns:mc="http://schemas.openxmlformats.org/markup-compatibility/2006">
              <mc:Choice xmlns:v="urn:schemas-microsoft-com:vml" Requires="v">
                <p:oleObj name="Equation" r:id="rId14" imgW="914400" imgH="431640" progId="Equation.DSMT4">
                  <p:embed/>
                </p:oleObj>
              </mc:Choice>
              <mc:Fallback>
                <p:oleObj name="Equation" r:id="rId14" imgW="914400" imgH="431640" progId="Equation.DSMT4">
                  <p:embed/>
                  <p:pic>
                    <p:nvPicPr>
                      <p:cNvPr id="0" name="Object 6"/>
                      <p:cNvPicPr>
                        <a:picLocks noGrp="1" noChangeAspect="1" noChangeArrowheads="1"/>
                      </p:cNvPicPr>
                      <p:nvPr/>
                    </p:nvPicPr>
                    <p:blipFill>
                      <a:blip r:embed="rId15"/>
                      <a:srcRect/>
                      <a:stretch>
                        <a:fillRect/>
                      </a:stretch>
                    </p:blipFill>
                    <p:spPr bwMode="auto">
                      <a:xfrm>
                        <a:off x="7032103" y="2429892"/>
                        <a:ext cx="1963738"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灯片编号占位符 3">
            <a:extLst>
              <a:ext uri="{FF2B5EF4-FFF2-40B4-BE49-F238E27FC236}">
                <a16:creationId xmlns:a16="http://schemas.microsoft.com/office/drawing/2014/main" id="{2AB297C5-7976-F5AA-3DEE-7B189D5AFE4C}"/>
              </a:ext>
            </a:extLst>
          </p:cNvPr>
          <p:cNvSpPr>
            <a:spLocks noGrp="1"/>
          </p:cNvSpPr>
          <p:nvPr>
            <p:ph type="sldNum" sz="quarter" idx="11"/>
          </p:nvPr>
        </p:nvSpPr>
        <p:spPr/>
        <p:txBody>
          <a:bodyPr/>
          <a:lstStyle/>
          <a:p>
            <a:pPr>
              <a:defRPr/>
            </a:pPr>
            <a:fld id="{B1928985-958F-4925-BAAA-4C45D70B67B4}" type="slidenum">
              <a:rPr lang="en-US" altLang="zh-CN" smtClean="0"/>
              <a:pPr>
                <a:defRPr/>
              </a:pPr>
              <a:t>25</a:t>
            </a:fld>
            <a:endParaRPr lang="en-US" altLang="zh-CN"/>
          </a:p>
        </p:txBody>
      </p:sp>
      <p:graphicFrame>
        <p:nvGraphicFramePr>
          <p:cNvPr id="5" name="Object 4">
            <a:extLst>
              <a:ext uri="{FF2B5EF4-FFF2-40B4-BE49-F238E27FC236}">
                <a16:creationId xmlns:a16="http://schemas.microsoft.com/office/drawing/2014/main" id="{328DE6FE-78E0-A340-321A-00AA66A50B19}"/>
              </a:ext>
            </a:extLst>
          </p:cNvPr>
          <p:cNvGraphicFramePr>
            <a:graphicFrameLocks noChangeAspect="1"/>
          </p:cNvGraphicFramePr>
          <p:nvPr>
            <p:extLst>
              <p:ext uri="{D42A27DB-BD31-4B8C-83A1-F6EECF244321}">
                <p14:modId xmlns:p14="http://schemas.microsoft.com/office/powerpoint/2010/main" val="2321488302"/>
              </p:ext>
            </p:extLst>
          </p:nvPr>
        </p:nvGraphicFramePr>
        <p:xfrm>
          <a:off x="9431423" y="727040"/>
          <a:ext cx="2705140" cy="1638494"/>
        </p:xfrm>
        <a:graphic>
          <a:graphicData uri="http://schemas.openxmlformats.org/presentationml/2006/ole">
            <mc:AlternateContent xmlns:mc="http://schemas.openxmlformats.org/markup-compatibility/2006">
              <mc:Choice xmlns:v="urn:schemas-microsoft-com:vml" Requires="v">
                <p:oleObj name="Equation" r:id="rId16" imgW="1384200" imgH="838080" progId="Equation.DSMT4">
                  <p:embed/>
                </p:oleObj>
              </mc:Choice>
              <mc:Fallback>
                <p:oleObj name="Equation" r:id="rId16" imgW="1384200" imgH="838080" progId="Equation.DSMT4">
                  <p:embed/>
                  <p:pic>
                    <p:nvPicPr>
                      <p:cNvPr id="28676" name="Object 4"/>
                      <p:cNvPicPr>
                        <a:picLocks noChangeAspect="1" noChangeArrowheads="1"/>
                      </p:cNvPicPr>
                      <p:nvPr/>
                    </p:nvPicPr>
                    <p:blipFill>
                      <a:blip r:embed="rId17"/>
                      <a:srcRect/>
                      <a:stretch>
                        <a:fillRect/>
                      </a:stretch>
                    </p:blipFill>
                    <p:spPr bwMode="auto">
                      <a:xfrm>
                        <a:off x="9431423" y="727040"/>
                        <a:ext cx="2705140" cy="1638494"/>
                      </a:xfrm>
                      <a:prstGeom prst="rect">
                        <a:avLst/>
                      </a:prstGeom>
                      <a:solidFill>
                        <a:schemeClr val="accent6">
                          <a:lumMod val="20000"/>
                          <a:lumOff val="80000"/>
                        </a:schemeClr>
                      </a:solid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animEffect transition="in" filter="wipe(left)">
                                      <p:cBhvr>
                                        <p:cTn id="7" dur="500"/>
                                        <p:tgtEl>
                                          <p:spTgt spid="1116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1620"/>
                                        </p:tgtEl>
                                        <p:attrNameLst>
                                          <p:attrName>style.visibility</p:attrName>
                                        </p:attrNameLst>
                                      </p:cBhvr>
                                      <p:to>
                                        <p:strVal val="visible"/>
                                      </p:to>
                                    </p:set>
                                    <p:animEffect transition="in" filter="wipe(left)">
                                      <p:cBhvr>
                                        <p:cTn id="12" dur="500"/>
                                        <p:tgtEl>
                                          <p:spTgt spid="1116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1622"/>
                                        </p:tgtEl>
                                        <p:attrNameLst>
                                          <p:attrName>style.visibility</p:attrName>
                                        </p:attrNameLst>
                                      </p:cBhvr>
                                      <p:to>
                                        <p:strVal val="visible"/>
                                      </p:to>
                                    </p:set>
                                    <p:animEffect transition="in" filter="wipe(left)">
                                      <p:cBhvr>
                                        <p:cTn id="22" dur="500"/>
                                        <p:tgtEl>
                                          <p:spTgt spid="1116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1619">
                                            <p:txEl>
                                              <p:pRg st="4" end="4"/>
                                            </p:txEl>
                                          </p:spTgt>
                                        </p:tgtEl>
                                        <p:attrNameLst>
                                          <p:attrName>style.visibility</p:attrName>
                                        </p:attrNameLst>
                                      </p:cBhvr>
                                      <p:to>
                                        <p:strVal val="visible"/>
                                      </p:to>
                                    </p:set>
                                    <p:animEffect transition="in" filter="wipe(left)">
                                      <p:cBhvr>
                                        <p:cTn id="32" dur="500"/>
                                        <p:tgtEl>
                                          <p:spTgt spid="111619">
                                            <p:txEl>
                                              <p:pRg st="4" end="4"/>
                                            </p:txEl>
                                          </p:spTgt>
                                        </p:tgtEl>
                                      </p:cBhvr>
                                    </p:animEffect>
                                  </p:childTnLst>
                                </p:cTn>
                              </p:par>
                            </p:childTnLst>
                          </p:cTn>
                        </p:par>
                      </p:childTnLst>
                    </p:cTn>
                  </p:par>
                  <p:par>
                    <p:cTn id="33" fill="hold">
                      <p:stCondLst>
                        <p:cond delay="indefinite"/>
                      </p:stCondLst>
                      <p:childTnLst>
                        <p:par>
                          <p:cTn id="34" fill="hold" nodeType="after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11624"/>
                                        </p:tgtEl>
                                        <p:attrNameLst>
                                          <p:attrName>style.visibility</p:attrName>
                                        </p:attrNameLst>
                                      </p:cBhvr>
                                      <p:to>
                                        <p:strVal val="visible"/>
                                      </p:to>
                                    </p:set>
                                    <p:animEffect transition="in" filter="wipe(left)">
                                      <p:cBhvr>
                                        <p:cTn id="37" dur="500"/>
                                        <p:tgtEl>
                                          <p:spTgt spid="1116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1619">
                                            <p:txEl>
                                              <p:pRg st="6" end="6"/>
                                            </p:txEl>
                                          </p:spTgt>
                                        </p:tgtEl>
                                        <p:attrNameLst>
                                          <p:attrName>style.visibility</p:attrName>
                                        </p:attrNameLst>
                                      </p:cBhvr>
                                      <p:to>
                                        <p:strVal val="visible"/>
                                      </p:to>
                                    </p:set>
                                    <p:animEffect transition="in" filter="wipe(left)">
                                      <p:cBhvr>
                                        <p:cTn id="42" dur="500"/>
                                        <p:tgtEl>
                                          <p:spTgt spid="111619">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1619">
                                            <p:txEl>
                                              <p:pRg st="7" end="7"/>
                                            </p:txEl>
                                          </p:spTgt>
                                        </p:tgtEl>
                                        <p:attrNameLst>
                                          <p:attrName>style.visibility</p:attrName>
                                        </p:attrNameLst>
                                      </p:cBhvr>
                                      <p:to>
                                        <p:strVal val="visible"/>
                                      </p:to>
                                    </p:set>
                                    <p:animEffect transition="in" filter="wipe(left)">
                                      <p:cBhvr>
                                        <p:cTn id="47" dur="500"/>
                                        <p:tgtEl>
                                          <p:spTgt spid="111619">
                                            <p:txEl>
                                              <p:pRg st="7" end="7"/>
                                            </p:txEl>
                                          </p:spTgt>
                                        </p:tgtEl>
                                      </p:cBhvr>
                                    </p:animEffect>
                                  </p:child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111625"/>
                                        </p:tgtEl>
                                        <p:attrNameLst>
                                          <p:attrName>style.visibility</p:attrName>
                                        </p:attrNameLst>
                                      </p:cBhvr>
                                      <p:to>
                                        <p:strVal val="visible"/>
                                      </p:to>
                                    </p:set>
                                    <p:animEffect transition="in" filter="wipe(left)">
                                      <p:cBhvr>
                                        <p:cTn id="51" dur="500"/>
                                        <p:tgtEl>
                                          <p:spTgt spid="11162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11619">
                                            <p:txEl>
                                              <p:pRg st="9" end="9"/>
                                            </p:txEl>
                                          </p:spTgt>
                                        </p:tgtEl>
                                        <p:attrNameLst>
                                          <p:attrName>style.visibility</p:attrName>
                                        </p:attrNameLst>
                                      </p:cBhvr>
                                      <p:to>
                                        <p:strVal val="visible"/>
                                      </p:to>
                                    </p:set>
                                    <p:animEffect transition="in" filter="wipe(left)">
                                      <p:cBhvr>
                                        <p:cTn id="56" dur="500"/>
                                        <p:tgtEl>
                                          <p:spTgt spid="111619">
                                            <p:txEl>
                                              <p:pRg st="9" end="9"/>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11626"/>
                                        </p:tgtEl>
                                        <p:attrNameLst>
                                          <p:attrName>style.visibility</p:attrName>
                                        </p:attrNameLst>
                                      </p:cBhvr>
                                      <p:to>
                                        <p:strVal val="visible"/>
                                      </p:to>
                                    </p:set>
                                    <p:animEffect transition="in" filter="wipe(left)">
                                      <p:cBhvr>
                                        <p:cTn id="61" dur="500"/>
                                        <p:tgtEl>
                                          <p:spTgt spid="111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981200" y="457201"/>
            <a:ext cx="8229600" cy="955675"/>
          </a:xfrm>
        </p:spPr>
        <p:txBody>
          <a:bodyPr/>
          <a:lstStyle/>
          <a:p>
            <a:pPr algn="ctr" eaLnBrk="1" hangingPunct="1"/>
            <a:r>
              <a:rPr lang="zh-CN" altLang="en-US">
                <a:solidFill>
                  <a:srgbClr val="008000"/>
                </a:solidFill>
                <a:ea typeface="黑体" pitchFamily="2" charset="-122"/>
              </a:rPr>
              <a:t>从</a:t>
            </a:r>
            <a:r>
              <a:rPr lang="en-US" altLang="zh-CN">
                <a:solidFill>
                  <a:srgbClr val="008000"/>
                </a:solidFill>
                <a:ea typeface="黑体" pitchFamily="2" charset="-122"/>
              </a:rPr>
              <a:t>F</a:t>
            </a:r>
            <a:r>
              <a:rPr lang="zh-CN" altLang="en-US">
                <a:solidFill>
                  <a:srgbClr val="008000"/>
                </a:solidFill>
                <a:ea typeface="黑体" pitchFamily="2" charset="-122"/>
              </a:rPr>
              <a:t>映射求</a:t>
            </a:r>
            <a:r>
              <a:rPr lang="en-US" altLang="zh-CN">
                <a:solidFill>
                  <a:srgbClr val="008000"/>
                </a:solidFill>
                <a:ea typeface="黑体" pitchFamily="2" charset="-122"/>
              </a:rPr>
              <a:t>F</a:t>
            </a:r>
            <a:r>
              <a:rPr lang="zh-CN" altLang="en-US">
                <a:solidFill>
                  <a:srgbClr val="008000"/>
                </a:solidFill>
                <a:ea typeface="黑体" pitchFamily="2" charset="-122"/>
              </a:rPr>
              <a:t>变换举例</a:t>
            </a:r>
            <a:r>
              <a:rPr lang="en-US" altLang="zh-CN" sz="3600">
                <a:ea typeface="黑体" pitchFamily="2" charset="-122"/>
              </a:rPr>
              <a:t>[P99</a:t>
            </a:r>
            <a:r>
              <a:rPr lang="zh-CN" altLang="en-US" sz="3600">
                <a:ea typeface="黑体" pitchFamily="2" charset="-122"/>
              </a:rPr>
              <a:t>例</a:t>
            </a:r>
            <a:r>
              <a:rPr lang="en-US" altLang="zh-CN" sz="3600">
                <a:ea typeface="黑体" pitchFamily="2" charset="-122"/>
              </a:rPr>
              <a:t>5]</a:t>
            </a:r>
          </a:p>
        </p:txBody>
      </p:sp>
      <p:sp>
        <p:nvSpPr>
          <p:cNvPr id="114692" name="Rectangle 4"/>
          <p:cNvSpPr>
            <a:spLocks noChangeArrowheads="1"/>
          </p:cNvSpPr>
          <p:nvPr/>
        </p:nvSpPr>
        <p:spPr bwMode="auto">
          <a:xfrm>
            <a:off x="911424" y="1341438"/>
            <a:ext cx="79502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dirty="0"/>
              <a:t>设</a:t>
            </a:r>
            <a:r>
              <a:rPr lang="en-US" altLang="zh-CN" sz="3200" dirty="0"/>
              <a:t>U ={</a:t>
            </a:r>
            <a:r>
              <a:rPr kumimoji="1" lang="en-US" altLang="zh-CN" sz="3200" i="1" dirty="0"/>
              <a:t>u</a:t>
            </a:r>
            <a:r>
              <a:rPr kumimoji="1" lang="en-US" altLang="zh-CN" sz="3200" baseline="-25000" dirty="0"/>
              <a:t>1</a:t>
            </a:r>
            <a:r>
              <a:rPr kumimoji="1" lang="en-US" altLang="zh-CN" sz="3200" dirty="0"/>
              <a:t>, </a:t>
            </a:r>
            <a:r>
              <a:rPr kumimoji="1" lang="en-US" altLang="zh-CN" sz="3200" i="1" dirty="0"/>
              <a:t>u</a:t>
            </a:r>
            <a:r>
              <a:rPr kumimoji="1" lang="en-US" altLang="zh-CN" sz="3200" baseline="-25000" dirty="0"/>
              <a:t>2</a:t>
            </a:r>
            <a:r>
              <a:rPr kumimoji="1" lang="en-US" altLang="zh-CN" sz="3200" dirty="0"/>
              <a:t>, </a:t>
            </a:r>
            <a:r>
              <a:rPr kumimoji="1" lang="en-US" altLang="zh-CN" sz="3200" i="1" dirty="0"/>
              <a:t>u</a:t>
            </a:r>
            <a:r>
              <a:rPr kumimoji="1" lang="en-US" altLang="zh-CN" sz="3200" baseline="-25000" dirty="0"/>
              <a:t>3</a:t>
            </a:r>
            <a:r>
              <a:rPr kumimoji="1" lang="en-US" altLang="zh-CN" sz="3200" dirty="0"/>
              <a:t>}</a:t>
            </a:r>
            <a:r>
              <a:rPr kumimoji="1" lang="zh-CN" altLang="en-US" sz="3200" dirty="0"/>
              <a:t>，</a:t>
            </a:r>
            <a:r>
              <a:rPr kumimoji="1" lang="en-US" altLang="zh-CN" sz="3200" dirty="0"/>
              <a:t>V={v</a:t>
            </a:r>
            <a:r>
              <a:rPr kumimoji="1" lang="en-US" altLang="zh-CN" sz="3200" baseline="-25000" dirty="0"/>
              <a:t>1</a:t>
            </a:r>
            <a:r>
              <a:rPr kumimoji="1" lang="en-US" altLang="zh-CN" sz="3200" dirty="0"/>
              <a:t>,v</a:t>
            </a:r>
            <a:r>
              <a:rPr kumimoji="1" lang="en-US" altLang="zh-CN" sz="3200" baseline="-25000" dirty="0"/>
              <a:t>2</a:t>
            </a:r>
            <a:r>
              <a:rPr kumimoji="1" lang="en-US" altLang="zh-CN" sz="3200" dirty="0"/>
              <a:t>, v</a:t>
            </a:r>
            <a:r>
              <a:rPr kumimoji="1" lang="en-US" altLang="zh-CN" sz="3200" baseline="-25000" dirty="0"/>
              <a:t>3</a:t>
            </a:r>
            <a:r>
              <a:rPr kumimoji="1" lang="en-US" altLang="zh-CN" sz="3200" dirty="0"/>
              <a:t>, v</a:t>
            </a:r>
            <a:r>
              <a:rPr kumimoji="1" lang="en-US" altLang="zh-CN" sz="3200" baseline="-25000" dirty="0"/>
              <a:t>4</a:t>
            </a:r>
            <a:r>
              <a:rPr kumimoji="1" lang="en-US" altLang="zh-CN" sz="3200" dirty="0"/>
              <a:t>, v</a:t>
            </a:r>
            <a:r>
              <a:rPr kumimoji="1" lang="en-US" altLang="zh-CN" sz="3200" baseline="-25000" dirty="0"/>
              <a:t>5</a:t>
            </a:r>
            <a:r>
              <a:rPr kumimoji="1" lang="en-US" altLang="zh-CN" sz="3200" dirty="0"/>
              <a:t>}</a:t>
            </a:r>
            <a:r>
              <a:rPr kumimoji="1" lang="zh-CN" altLang="en-US" sz="3200" dirty="0"/>
              <a:t> ，且</a:t>
            </a:r>
            <a:endParaRPr kumimoji="1" lang="zh-CN" altLang="en-US" sz="3200" b="1" dirty="0">
              <a:latin typeface="宋体" charset="-122"/>
            </a:endParaRPr>
          </a:p>
        </p:txBody>
      </p:sp>
      <p:graphicFrame>
        <p:nvGraphicFramePr>
          <p:cNvPr id="30724" name="Object 5"/>
          <p:cNvGraphicFramePr>
            <a:graphicFrameLocks noGrp="1" noChangeAspect="1"/>
          </p:cNvGraphicFramePr>
          <p:nvPr>
            <p:ph idx="1"/>
            <p:extLst>
              <p:ext uri="{D42A27DB-BD31-4B8C-83A1-F6EECF244321}">
                <p14:modId xmlns:p14="http://schemas.microsoft.com/office/powerpoint/2010/main" val="1615524534"/>
              </p:ext>
            </p:extLst>
          </p:nvPr>
        </p:nvGraphicFramePr>
        <p:xfrm>
          <a:off x="1415480" y="2133601"/>
          <a:ext cx="5328592" cy="4623742"/>
        </p:xfrm>
        <a:graphic>
          <a:graphicData uri="http://schemas.openxmlformats.org/presentationml/2006/ole">
            <mc:AlternateContent xmlns:mc="http://schemas.openxmlformats.org/markup-compatibility/2006">
              <mc:Choice xmlns:v="urn:schemas-microsoft-com:vml" Requires="v">
                <p:oleObj name="公式" r:id="rId2" imgW="2082800" imgH="1993900" progId="Equation.3">
                  <p:embed/>
                </p:oleObj>
              </mc:Choice>
              <mc:Fallback>
                <p:oleObj name="公式" r:id="rId2" imgW="2082800" imgH="19939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480" y="2133601"/>
                        <a:ext cx="5328592" cy="4623742"/>
                      </a:xfrm>
                      <a:prstGeom prst="rect">
                        <a:avLst/>
                      </a:prstGeom>
                      <a:noFill/>
                      <a:ln>
                        <a:noFill/>
                      </a:ln>
                      <a:effectLst/>
                    </p:spPr>
                  </p:pic>
                </p:oleObj>
              </mc:Fallback>
            </mc:AlternateContent>
          </a:graphicData>
        </a:graphic>
      </p:graphicFrame>
      <p:sp>
        <p:nvSpPr>
          <p:cNvPr id="30725" name="Text Box 7"/>
          <p:cNvSpPr txBox="1">
            <a:spLocks noChangeArrowheads="1"/>
          </p:cNvSpPr>
          <p:nvPr/>
        </p:nvSpPr>
        <p:spPr bwMode="auto">
          <a:xfrm>
            <a:off x="2424114" y="6165851"/>
            <a:ext cx="5832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endParaRPr lang="zh-CN" altLang="zh-CN"/>
          </a:p>
        </p:txBody>
      </p:sp>
      <p:sp>
        <p:nvSpPr>
          <p:cNvPr id="30726" name="Text Box 8"/>
          <p:cNvSpPr txBox="1">
            <a:spLocks noChangeArrowheads="1"/>
          </p:cNvSpPr>
          <p:nvPr/>
        </p:nvSpPr>
        <p:spPr bwMode="auto">
          <a:xfrm>
            <a:off x="6996138" y="5877272"/>
            <a:ext cx="29882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3200" dirty="0">
                <a:solidFill>
                  <a:srgbClr val="FF00FF"/>
                </a:solidFill>
              </a:rPr>
              <a:t>求</a:t>
            </a:r>
            <a:r>
              <a:rPr lang="en-US" altLang="zh-CN" sz="3200" dirty="0" err="1">
                <a:solidFill>
                  <a:srgbClr val="FF00FF"/>
                </a:solidFill>
              </a:rPr>
              <a:t>T</a:t>
            </a:r>
            <a:r>
              <a:rPr lang="en-US" altLang="zh-CN" sz="3200" baseline="-25000" dirty="0" err="1">
                <a:solidFill>
                  <a:srgbClr val="FF00FF"/>
                </a:solidFill>
                <a:latin typeface="Monotype Corsiva" pitchFamily="66" charset="0"/>
              </a:rPr>
              <a:t>f</a:t>
            </a:r>
            <a:r>
              <a:rPr lang="en-US" altLang="zh-CN" sz="3200" baseline="-25000" dirty="0">
                <a:solidFill>
                  <a:srgbClr val="FF00FF"/>
                </a:solidFill>
                <a:latin typeface="Monotype Corsiva" pitchFamily="66" charset="0"/>
              </a:rPr>
              <a:t> </a:t>
            </a:r>
            <a:r>
              <a:rPr lang="en-US" altLang="zh-CN" sz="3200" dirty="0">
                <a:solidFill>
                  <a:srgbClr val="FF00FF"/>
                </a:solidFill>
              </a:rPr>
              <a:t>(A), </a:t>
            </a:r>
            <a:r>
              <a:rPr lang="en-US" altLang="zh-CN" sz="3200" dirty="0" err="1">
                <a:solidFill>
                  <a:srgbClr val="FF00FF"/>
                </a:solidFill>
              </a:rPr>
              <a:t>T</a:t>
            </a:r>
            <a:r>
              <a:rPr lang="en-US" altLang="zh-CN" sz="3200" baseline="-25000" dirty="0" err="1">
                <a:solidFill>
                  <a:srgbClr val="FF00FF"/>
                </a:solidFill>
                <a:latin typeface="Monotype Corsiva" pitchFamily="66" charset="0"/>
              </a:rPr>
              <a:t>f</a:t>
            </a:r>
            <a:r>
              <a:rPr lang="en-US" altLang="zh-CN" sz="3200" baseline="-25000" dirty="0">
                <a:solidFill>
                  <a:srgbClr val="FF00FF"/>
                </a:solidFill>
                <a:latin typeface="Monotype Corsiva" pitchFamily="66" charset="0"/>
              </a:rPr>
              <a:t> </a:t>
            </a:r>
            <a:r>
              <a:rPr lang="en-US" altLang="zh-CN" sz="3200" dirty="0">
                <a:solidFill>
                  <a:srgbClr val="FF00FF"/>
                </a:solidFill>
              </a:rPr>
              <a:t>(B)</a:t>
            </a:r>
          </a:p>
        </p:txBody>
      </p:sp>
      <p:sp>
        <p:nvSpPr>
          <p:cNvPr id="2" name="灯片编号占位符 1">
            <a:extLst>
              <a:ext uri="{FF2B5EF4-FFF2-40B4-BE49-F238E27FC236}">
                <a16:creationId xmlns:a16="http://schemas.microsoft.com/office/drawing/2014/main" id="{3DC7528A-5D2D-F6BD-7E83-6A589BAE24D9}"/>
              </a:ext>
            </a:extLst>
          </p:cNvPr>
          <p:cNvSpPr>
            <a:spLocks noGrp="1"/>
          </p:cNvSpPr>
          <p:nvPr>
            <p:ph type="sldNum" sz="quarter" idx="11"/>
          </p:nvPr>
        </p:nvSpPr>
        <p:spPr/>
        <p:txBody>
          <a:bodyPr/>
          <a:lstStyle/>
          <a:p>
            <a:pPr>
              <a:defRPr/>
            </a:pPr>
            <a:fld id="{EF24B7D7-F746-4E05-9A11-DD4FB4529D5B}" type="slidenum">
              <a:rPr lang="en-US" altLang="zh-CN" smtClean="0"/>
              <a:pPr>
                <a:defRPr/>
              </a:pPr>
              <a:t>26</a:t>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992313" y="333376"/>
            <a:ext cx="8229600" cy="955675"/>
          </a:xfrm>
        </p:spPr>
        <p:txBody>
          <a:bodyPr/>
          <a:lstStyle/>
          <a:p>
            <a:pPr algn="ctr" eaLnBrk="1" hangingPunct="1"/>
            <a:r>
              <a:rPr lang="zh-CN" altLang="en-US">
                <a:solidFill>
                  <a:srgbClr val="008000"/>
                </a:solidFill>
                <a:ea typeface="黑体" pitchFamily="2" charset="-122"/>
              </a:rPr>
              <a:t>从</a:t>
            </a:r>
            <a:r>
              <a:rPr lang="en-US" altLang="zh-CN">
                <a:solidFill>
                  <a:srgbClr val="008000"/>
                </a:solidFill>
                <a:ea typeface="黑体" pitchFamily="2" charset="-122"/>
              </a:rPr>
              <a:t>F</a:t>
            </a:r>
            <a:r>
              <a:rPr lang="zh-CN" altLang="en-US">
                <a:solidFill>
                  <a:srgbClr val="008000"/>
                </a:solidFill>
                <a:ea typeface="黑体" pitchFamily="2" charset="-122"/>
              </a:rPr>
              <a:t>映射求</a:t>
            </a:r>
            <a:r>
              <a:rPr lang="en-US" altLang="zh-CN">
                <a:solidFill>
                  <a:srgbClr val="008000"/>
                </a:solidFill>
                <a:ea typeface="黑体" pitchFamily="2" charset="-122"/>
              </a:rPr>
              <a:t>F</a:t>
            </a:r>
            <a:r>
              <a:rPr lang="zh-CN" altLang="en-US">
                <a:solidFill>
                  <a:srgbClr val="008000"/>
                </a:solidFill>
                <a:ea typeface="黑体" pitchFamily="2" charset="-122"/>
              </a:rPr>
              <a:t>变换举例</a:t>
            </a:r>
            <a:r>
              <a:rPr lang="en-US" altLang="zh-CN" sz="3600">
                <a:ea typeface="黑体" pitchFamily="2" charset="-122"/>
              </a:rPr>
              <a:t>[P99</a:t>
            </a:r>
            <a:r>
              <a:rPr lang="zh-CN" altLang="en-US" sz="3600">
                <a:ea typeface="黑体" pitchFamily="2" charset="-122"/>
              </a:rPr>
              <a:t>例</a:t>
            </a:r>
            <a:r>
              <a:rPr lang="en-US" altLang="zh-CN" sz="3600">
                <a:ea typeface="黑体" pitchFamily="2" charset="-122"/>
              </a:rPr>
              <a:t>5]</a:t>
            </a:r>
          </a:p>
        </p:txBody>
      </p:sp>
      <p:sp>
        <p:nvSpPr>
          <p:cNvPr id="116739" name="Rectangle 3"/>
          <p:cNvSpPr>
            <a:spLocks noGrp="1" noChangeArrowheads="1"/>
          </p:cNvSpPr>
          <p:nvPr>
            <p:ph type="body" sz="half" idx="1"/>
          </p:nvPr>
        </p:nvSpPr>
        <p:spPr>
          <a:xfrm>
            <a:off x="1343472" y="1196975"/>
            <a:ext cx="9793088" cy="4103688"/>
          </a:xfrm>
        </p:spPr>
        <p:txBody>
          <a:bodyPr/>
          <a:lstStyle/>
          <a:p>
            <a:pPr eaLnBrk="1" hangingPunct="1">
              <a:buFont typeface="Wingdings" pitchFamily="2" charset="2"/>
              <a:buNone/>
            </a:pPr>
            <a:r>
              <a:rPr lang="zh-CN" altLang="en-US" sz="2800" dirty="0"/>
              <a:t>解：先求出</a:t>
            </a:r>
            <a:r>
              <a:rPr lang="en-US" altLang="zh-CN" sz="2800" dirty="0"/>
              <a:t>F</a:t>
            </a:r>
            <a:r>
              <a:rPr lang="zh-CN" altLang="en-US" sz="2800" dirty="0"/>
              <a:t>关系</a:t>
            </a:r>
            <a:r>
              <a:rPr lang="en-US" altLang="zh-CN" sz="2800" dirty="0"/>
              <a:t>R</a:t>
            </a:r>
            <a:r>
              <a:rPr lang="en-US" altLang="zh-CN" sz="2800" baseline="-25000" dirty="0">
                <a:latin typeface="Monotype Corsiva" pitchFamily="66" charset="0"/>
              </a:rPr>
              <a:t>f </a:t>
            </a:r>
            <a:r>
              <a:rPr lang="en-US" altLang="zh-CN" sz="2800" dirty="0"/>
              <a:t>,</a:t>
            </a:r>
          </a:p>
          <a:p>
            <a:pPr eaLnBrk="1" hangingPunct="1">
              <a:buFont typeface="Wingdings" pitchFamily="2" charset="2"/>
              <a:buNone/>
            </a:pPr>
            <a:r>
              <a:rPr lang="en-US" altLang="zh-CN" sz="2800" dirty="0"/>
              <a:t>      </a:t>
            </a:r>
            <a:r>
              <a:rPr kumimoji="1" lang="en-US" altLang="zh-CN" sz="2800" dirty="0">
                <a:ea typeface="黑体" pitchFamily="2" charset="-122"/>
              </a:rPr>
              <a:t> R</a:t>
            </a:r>
            <a:r>
              <a:rPr lang="en-US" altLang="zh-CN" sz="2800" baseline="-25000" dirty="0">
                <a:latin typeface="Monotype Corsiva" pitchFamily="66" charset="0"/>
              </a:rPr>
              <a:t>f </a:t>
            </a:r>
            <a:r>
              <a:rPr kumimoji="1" lang="en-US" altLang="zh-CN" sz="2800" dirty="0">
                <a:ea typeface="黑体" pitchFamily="2" charset="-122"/>
              </a:rPr>
              <a:t>|</a:t>
            </a:r>
            <a:r>
              <a:rPr kumimoji="1" lang="en-US" altLang="zh-CN" sz="2800" baseline="-25000" dirty="0">
                <a:ea typeface="黑体" pitchFamily="2" charset="-122"/>
              </a:rPr>
              <a:t>u1</a:t>
            </a:r>
            <a:r>
              <a:rPr kumimoji="1" lang="en-US" altLang="zh-CN" sz="2800" dirty="0">
                <a:ea typeface="黑体" pitchFamily="2" charset="-122"/>
              </a:rPr>
              <a:t>=</a:t>
            </a:r>
            <a:r>
              <a:rPr kumimoji="1" lang="en-US" altLang="zh-CN" sz="2800" dirty="0">
                <a:latin typeface="Monotype Corsiva" pitchFamily="66" charset="0"/>
                <a:ea typeface="黑体" pitchFamily="2" charset="-122"/>
              </a:rPr>
              <a:t>f </a:t>
            </a:r>
            <a:r>
              <a:rPr kumimoji="1" lang="en-US" altLang="zh-CN" sz="2800" dirty="0">
                <a:ea typeface="黑体" pitchFamily="2" charset="-122"/>
              </a:rPr>
              <a:t>(u</a:t>
            </a:r>
            <a:r>
              <a:rPr kumimoji="1" lang="en-US" altLang="zh-CN" sz="2800" baseline="-25000" dirty="0">
                <a:ea typeface="黑体" pitchFamily="2" charset="-122"/>
              </a:rPr>
              <a:t>1</a:t>
            </a:r>
            <a:r>
              <a:rPr kumimoji="1" lang="en-US" altLang="zh-CN" sz="2800" dirty="0">
                <a:ea typeface="黑体" pitchFamily="2" charset="-122"/>
              </a:rPr>
              <a:t>)= (0.1,0.5,1,0,0 )</a:t>
            </a:r>
          </a:p>
          <a:p>
            <a:pPr eaLnBrk="1" hangingPunct="1">
              <a:buFont typeface="Wingdings" pitchFamily="2" charset="2"/>
              <a:buNone/>
            </a:pPr>
            <a:r>
              <a:rPr kumimoji="1" lang="en-US" altLang="zh-CN" sz="2800" dirty="0">
                <a:ea typeface="黑体" pitchFamily="2" charset="-122"/>
              </a:rPr>
              <a:t>       R</a:t>
            </a:r>
            <a:r>
              <a:rPr lang="en-US" altLang="zh-CN" sz="2800" baseline="-25000" dirty="0">
                <a:latin typeface="Monotype Corsiva" pitchFamily="66" charset="0"/>
              </a:rPr>
              <a:t>f </a:t>
            </a:r>
            <a:r>
              <a:rPr kumimoji="1" lang="en-US" altLang="zh-CN" sz="2800" dirty="0">
                <a:ea typeface="黑体" pitchFamily="2" charset="-122"/>
              </a:rPr>
              <a:t>|</a:t>
            </a:r>
            <a:r>
              <a:rPr kumimoji="1" lang="en-US" altLang="zh-CN" sz="2800" baseline="-25000" dirty="0">
                <a:ea typeface="黑体" pitchFamily="2" charset="-122"/>
              </a:rPr>
              <a:t>u2</a:t>
            </a:r>
            <a:r>
              <a:rPr kumimoji="1" lang="en-US" altLang="zh-CN" sz="2800" dirty="0">
                <a:ea typeface="黑体" pitchFamily="2" charset="-122"/>
              </a:rPr>
              <a:t>=</a:t>
            </a:r>
            <a:r>
              <a:rPr kumimoji="1" lang="en-US" altLang="zh-CN" sz="2800" dirty="0">
                <a:latin typeface="Monotype Corsiva" pitchFamily="66" charset="0"/>
                <a:ea typeface="黑体" pitchFamily="2" charset="-122"/>
              </a:rPr>
              <a:t>f </a:t>
            </a:r>
            <a:r>
              <a:rPr kumimoji="1" lang="en-US" altLang="zh-CN" sz="2800" dirty="0">
                <a:ea typeface="黑体" pitchFamily="2" charset="-122"/>
              </a:rPr>
              <a:t>(u</a:t>
            </a:r>
            <a:r>
              <a:rPr kumimoji="1" lang="en-US" altLang="zh-CN" sz="2800" baseline="-25000" dirty="0">
                <a:ea typeface="黑体" pitchFamily="2" charset="-122"/>
              </a:rPr>
              <a:t>2</a:t>
            </a:r>
            <a:r>
              <a:rPr kumimoji="1" lang="en-US" altLang="zh-CN" sz="2800" dirty="0">
                <a:ea typeface="黑体" pitchFamily="2" charset="-122"/>
              </a:rPr>
              <a:t>)= (0,0.9,0,0.4,0 )</a:t>
            </a:r>
          </a:p>
          <a:p>
            <a:pPr eaLnBrk="1" hangingPunct="1">
              <a:buFont typeface="Wingdings" pitchFamily="2" charset="2"/>
              <a:buNone/>
            </a:pPr>
            <a:r>
              <a:rPr kumimoji="1" lang="en-US" altLang="zh-CN" sz="2800" dirty="0">
                <a:ea typeface="黑体" pitchFamily="2" charset="-122"/>
              </a:rPr>
              <a:t>       R</a:t>
            </a:r>
            <a:r>
              <a:rPr lang="en-US" altLang="zh-CN" sz="2800" baseline="-25000" dirty="0">
                <a:latin typeface="Monotype Corsiva" pitchFamily="66" charset="0"/>
              </a:rPr>
              <a:t>f </a:t>
            </a:r>
            <a:r>
              <a:rPr kumimoji="1" lang="en-US" altLang="zh-CN" sz="2800" dirty="0">
                <a:ea typeface="黑体" pitchFamily="2" charset="-122"/>
              </a:rPr>
              <a:t>|</a:t>
            </a:r>
            <a:r>
              <a:rPr kumimoji="1" lang="en-US" altLang="zh-CN" sz="2800" baseline="-25000" dirty="0">
                <a:ea typeface="黑体" pitchFamily="2" charset="-122"/>
              </a:rPr>
              <a:t>u3</a:t>
            </a:r>
            <a:r>
              <a:rPr kumimoji="1" lang="en-US" altLang="zh-CN" sz="2800" dirty="0">
                <a:ea typeface="黑体" pitchFamily="2" charset="-122"/>
              </a:rPr>
              <a:t>=</a:t>
            </a:r>
            <a:r>
              <a:rPr kumimoji="1" lang="en-US" altLang="zh-CN" sz="2800" dirty="0">
                <a:latin typeface="Monotype Corsiva" pitchFamily="66" charset="0"/>
                <a:ea typeface="黑体" pitchFamily="2" charset="-122"/>
              </a:rPr>
              <a:t>f </a:t>
            </a:r>
            <a:r>
              <a:rPr kumimoji="1" lang="en-US" altLang="zh-CN" sz="2800" dirty="0">
                <a:ea typeface="黑体" pitchFamily="2" charset="-122"/>
              </a:rPr>
              <a:t>(u</a:t>
            </a:r>
            <a:r>
              <a:rPr kumimoji="1" lang="en-US" altLang="zh-CN" sz="2800" baseline="-25000" dirty="0">
                <a:ea typeface="黑体" pitchFamily="2" charset="-122"/>
              </a:rPr>
              <a:t>3</a:t>
            </a:r>
            <a:r>
              <a:rPr kumimoji="1" lang="en-US" altLang="zh-CN" sz="2800" dirty="0">
                <a:ea typeface="黑体" pitchFamily="2" charset="-122"/>
              </a:rPr>
              <a:t>)= (0.6,0,0.1,0,0.8)</a:t>
            </a:r>
          </a:p>
          <a:p>
            <a:pPr eaLnBrk="1" hangingPunct="1">
              <a:buFont typeface="Wingdings" pitchFamily="2" charset="2"/>
              <a:buNone/>
            </a:pPr>
            <a:r>
              <a:rPr kumimoji="1" lang="zh-CN" altLang="en-US" sz="2800" dirty="0">
                <a:ea typeface="黑体" pitchFamily="2" charset="-122"/>
              </a:rPr>
              <a:t>      于是有</a:t>
            </a:r>
            <a:r>
              <a:rPr kumimoji="1" lang="en-US" altLang="zh-CN" sz="2800" dirty="0">
                <a:ea typeface="黑体" pitchFamily="2" charset="-122"/>
              </a:rPr>
              <a:t>F</a:t>
            </a:r>
            <a:r>
              <a:rPr kumimoji="1" lang="zh-CN" altLang="en-US" sz="2800" dirty="0">
                <a:ea typeface="黑体" pitchFamily="2" charset="-122"/>
              </a:rPr>
              <a:t>关系</a:t>
            </a:r>
          </a:p>
          <a:p>
            <a:pPr eaLnBrk="1" hangingPunct="1">
              <a:buFont typeface="Wingdings" pitchFamily="2" charset="2"/>
              <a:buNone/>
            </a:pPr>
            <a:endParaRPr kumimoji="1" lang="zh-CN" altLang="en-US" sz="2800" dirty="0">
              <a:ea typeface="黑体" pitchFamily="2" charset="-122"/>
            </a:endParaRPr>
          </a:p>
          <a:p>
            <a:pPr eaLnBrk="1" hangingPunct="1">
              <a:buFont typeface="Wingdings" pitchFamily="2" charset="2"/>
              <a:buNone/>
            </a:pPr>
            <a:r>
              <a:rPr kumimoji="1" lang="zh-CN" altLang="en-US" sz="2800" dirty="0">
                <a:ea typeface="黑体" pitchFamily="2" charset="-122"/>
              </a:rPr>
              <a:t>      从而有</a:t>
            </a:r>
            <a:r>
              <a:rPr kumimoji="1" lang="en-US" altLang="zh-CN" sz="2800" dirty="0">
                <a:ea typeface="黑体" pitchFamily="2" charset="-122"/>
              </a:rPr>
              <a:t>F</a:t>
            </a:r>
            <a:r>
              <a:rPr kumimoji="1" lang="zh-CN" altLang="en-US" sz="2800" dirty="0">
                <a:ea typeface="黑体" pitchFamily="2" charset="-122"/>
              </a:rPr>
              <a:t>变换</a:t>
            </a:r>
            <a:r>
              <a:rPr kumimoji="1" lang="en-US" altLang="zh-CN" sz="2800" dirty="0" err="1">
                <a:ea typeface="黑体" pitchFamily="2" charset="-122"/>
              </a:rPr>
              <a:t>T</a:t>
            </a:r>
            <a:r>
              <a:rPr lang="en-US" altLang="zh-CN" sz="2800" baseline="-25000" dirty="0" err="1">
                <a:latin typeface="Monotype Corsiva" pitchFamily="66" charset="0"/>
              </a:rPr>
              <a:t>f</a:t>
            </a:r>
            <a:r>
              <a:rPr lang="en-US" altLang="zh-CN" sz="2800" baseline="-25000" dirty="0">
                <a:latin typeface="Monotype Corsiva" pitchFamily="66" charset="0"/>
              </a:rPr>
              <a:t> </a:t>
            </a:r>
            <a:r>
              <a:rPr kumimoji="1" lang="en-US" altLang="zh-CN" sz="2800" dirty="0">
                <a:ea typeface="黑体" pitchFamily="2" charset="-122"/>
              </a:rPr>
              <a:t>=R</a:t>
            </a:r>
            <a:r>
              <a:rPr lang="en-US" altLang="zh-CN" sz="2800" baseline="-25000" dirty="0">
                <a:latin typeface="Monotype Corsiva" pitchFamily="66" charset="0"/>
              </a:rPr>
              <a:t>f </a:t>
            </a:r>
            <a:r>
              <a:rPr kumimoji="1" lang="en-US" altLang="zh-CN" sz="2800" dirty="0">
                <a:ea typeface="黑体" pitchFamily="2" charset="-122"/>
              </a:rPr>
              <a:t>,</a:t>
            </a:r>
            <a:r>
              <a:rPr kumimoji="1" lang="zh-CN" altLang="en-US" sz="2800" dirty="0">
                <a:ea typeface="黑体" pitchFamily="2" charset="-122"/>
              </a:rPr>
              <a:t>而</a:t>
            </a:r>
          </a:p>
          <a:p>
            <a:pPr eaLnBrk="1" hangingPunct="1">
              <a:buFont typeface="Wingdings" pitchFamily="2" charset="2"/>
              <a:buNone/>
            </a:pPr>
            <a:r>
              <a:rPr kumimoji="1" lang="zh-CN" altLang="en-US" sz="2800" dirty="0">
                <a:ea typeface="黑体" pitchFamily="2" charset="-122"/>
              </a:rPr>
              <a:t>       </a:t>
            </a:r>
            <a:r>
              <a:rPr kumimoji="1" lang="en-US" altLang="zh-CN" sz="2800" i="1" dirty="0">
                <a:ea typeface="黑体" pitchFamily="2" charset="-122"/>
              </a:rPr>
              <a:t>A</a:t>
            </a:r>
            <a:r>
              <a:rPr kumimoji="1" lang="en-US" altLang="zh-CN" sz="2800" dirty="0">
                <a:ea typeface="黑体" pitchFamily="2" charset="-122"/>
              </a:rPr>
              <a:t>=(0,1,1)      </a:t>
            </a:r>
            <a:r>
              <a:rPr kumimoji="1" lang="en-US" altLang="zh-CN" sz="2800" i="1" dirty="0">
                <a:ea typeface="黑体" pitchFamily="2" charset="-122"/>
              </a:rPr>
              <a:t>B</a:t>
            </a:r>
            <a:r>
              <a:rPr kumimoji="1" lang="en-US" altLang="zh-CN" sz="2800" dirty="0">
                <a:ea typeface="黑体" pitchFamily="2" charset="-122"/>
              </a:rPr>
              <a:t>=(0.6,0.7,1)</a:t>
            </a:r>
            <a:endParaRPr lang="en-US" altLang="zh-CN" sz="2400" dirty="0"/>
          </a:p>
        </p:txBody>
      </p:sp>
      <p:graphicFrame>
        <p:nvGraphicFramePr>
          <p:cNvPr id="116740" name="Object 4"/>
          <p:cNvGraphicFramePr>
            <a:graphicFrameLocks noGrp="1" noChangeAspect="1"/>
          </p:cNvGraphicFramePr>
          <p:nvPr>
            <p:ph sz="half" idx="2"/>
            <p:extLst>
              <p:ext uri="{D42A27DB-BD31-4B8C-83A1-F6EECF244321}">
                <p14:modId xmlns:p14="http://schemas.microsoft.com/office/powerpoint/2010/main" val="821706357"/>
              </p:ext>
            </p:extLst>
          </p:nvPr>
        </p:nvGraphicFramePr>
        <p:xfrm>
          <a:off x="5159896" y="3237707"/>
          <a:ext cx="4038600" cy="1422400"/>
        </p:xfrm>
        <a:graphic>
          <a:graphicData uri="http://schemas.openxmlformats.org/presentationml/2006/ole">
            <mc:AlternateContent xmlns:mc="http://schemas.openxmlformats.org/markup-compatibility/2006">
              <mc:Choice xmlns:v="urn:schemas-microsoft-com:vml" Requires="v">
                <p:oleObj name="公式" r:id="rId2" imgW="2019300" imgH="711200" progId="Equation.3">
                  <p:embed/>
                </p:oleObj>
              </mc:Choice>
              <mc:Fallback>
                <p:oleObj name="公式" r:id="rId2" imgW="2019300" imgH="711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9896" y="3237707"/>
                        <a:ext cx="4038600" cy="142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42" name="Rectangle 6"/>
          <p:cNvSpPr>
            <a:spLocks noChangeArrowheads="1"/>
          </p:cNvSpPr>
          <p:nvPr/>
        </p:nvSpPr>
        <p:spPr bwMode="auto">
          <a:xfrm>
            <a:off x="2424114" y="5300664"/>
            <a:ext cx="74898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200" b="1" i="1">
                <a:latin typeface="Times New Roman" pitchFamily="18" charset="0"/>
              </a:rPr>
              <a:t>T</a:t>
            </a:r>
            <a:r>
              <a:rPr kumimoji="1" lang="en-US" altLang="zh-CN" sz="3200" b="1" i="1" baseline="-30000">
                <a:latin typeface="Times New Roman" pitchFamily="18" charset="0"/>
              </a:rPr>
              <a:t>f </a:t>
            </a:r>
            <a:r>
              <a:rPr kumimoji="1" lang="en-US" altLang="zh-CN" sz="3200" b="1">
                <a:latin typeface="Times New Roman" pitchFamily="18" charset="0"/>
              </a:rPr>
              <a:t>(</a:t>
            </a:r>
            <a:r>
              <a:rPr kumimoji="1" lang="en-US" altLang="zh-CN" sz="3200" b="1" i="1">
                <a:latin typeface="Times New Roman" pitchFamily="18" charset="0"/>
              </a:rPr>
              <a:t>A</a:t>
            </a:r>
            <a:r>
              <a:rPr kumimoji="1" lang="en-US" altLang="zh-CN" sz="3200" b="1">
                <a:latin typeface="Times New Roman" pitchFamily="18" charset="0"/>
              </a:rPr>
              <a:t>)= </a:t>
            </a:r>
            <a:r>
              <a:rPr kumimoji="1" lang="en-US" altLang="zh-CN" sz="3200" b="1" i="1">
                <a:latin typeface="Times New Roman" pitchFamily="18" charset="0"/>
              </a:rPr>
              <a:t>A </a:t>
            </a:r>
            <a:r>
              <a:rPr lang="en-US" altLang="zh-CN" sz="2800" b="1"/>
              <a:t>◦</a:t>
            </a:r>
            <a:r>
              <a:rPr kumimoji="1" lang="en-US" altLang="zh-CN" sz="2800"/>
              <a:t> </a:t>
            </a:r>
            <a:r>
              <a:rPr kumimoji="1" lang="en-US" altLang="zh-CN" sz="3200" b="1" i="1">
                <a:latin typeface="Times New Roman" pitchFamily="18" charset="0"/>
              </a:rPr>
              <a:t>R</a:t>
            </a:r>
            <a:r>
              <a:rPr kumimoji="1" lang="en-US" altLang="zh-CN" sz="3200" b="1" i="1" baseline="-25000">
                <a:latin typeface="Times New Roman" pitchFamily="18" charset="0"/>
              </a:rPr>
              <a:t>f </a:t>
            </a:r>
            <a:r>
              <a:rPr kumimoji="1" lang="en-US" altLang="zh-CN" sz="3200" b="1">
                <a:latin typeface="Times New Roman" pitchFamily="18" charset="0"/>
              </a:rPr>
              <a:t>=(0.6,0.9,0.1,0.4,0.8)</a:t>
            </a:r>
          </a:p>
        </p:txBody>
      </p:sp>
      <p:sp>
        <p:nvSpPr>
          <p:cNvPr id="116744" name="Rectangle 8"/>
          <p:cNvSpPr>
            <a:spLocks noChangeArrowheads="1"/>
          </p:cNvSpPr>
          <p:nvPr/>
        </p:nvSpPr>
        <p:spPr bwMode="auto">
          <a:xfrm>
            <a:off x="2424114" y="6021389"/>
            <a:ext cx="74898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200" b="1" i="1" dirty="0" err="1">
                <a:latin typeface="Times New Roman" pitchFamily="18" charset="0"/>
              </a:rPr>
              <a:t>T</a:t>
            </a:r>
            <a:r>
              <a:rPr kumimoji="1" lang="en-US" altLang="zh-CN" sz="3200" b="1" i="1" baseline="-30000" dirty="0" err="1">
                <a:latin typeface="Times New Roman" pitchFamily="18" charset="0"/>
              </a:rPr>
              <a:t>f</a:t>
            </a:r>
            <a:r>
              <a:rPr kumimoji="1" lang="en-US" altLang="zh-CN" sz="3200" b="1" i="1" baseline="-30000" dirty="0">
                <a:latin typeface="Times New Roman" pitchFamily="18" charset="0"/>
              </a:rPr>
              <a:t> </a:t>
            </a:r>
            <a:r>
              <a:rPr kumimoji="1" lang="en-US" altLang="zh-CN" sz="3200" b="1" dirty="0">
                <a:latin typeface="Times New Roman" pitchFamily="18" charset="0"/>
              </a:rPr>
              <a:t>(</a:t>
            </a:r>
            <a:r>
              <a:rPr kumimoji="1" lang="en-US" altLang="zh-CN" sz="3200" b="1" i="1" dirty="0">
                <a:latin typeface="Times New Roman" pitchFamily="18" charset="0"/>
              </a:rPr>
              <a:t>B</a:t>
            </a:r>
            <a:r>
              <a:rPr kumimoji="1" lang="en-US" altLang="zh-CN" sz="3200" b="1" dirty="0">
                <a:latin typeface="Times New Roman" pitchFamily="18" charset="0"/>
              </a:rPr>
              <a:t>)= </a:t>
            </a:r>
            <a:r>
              <a:rPr kumimoji="1" lang="en-US" altLang="zh-CN" sz="3200" b="1" i="1" dirty="0">
                <a:latin typeface="Times New Roman" pitchFamily="18" charset="0"/>
              </a:rPr>
              <a:t>B </a:t>
            </a:r>
            <a:r>
              <a:rPr lang="en-US" altLang="zh-CN" sz="3200" b="1" dirty="0"/>
              <a:t>◦</a:t>
            </a:r>
            <a:r>
              <a:rPr kumimoji="1" lang="en-US" altLang="zh-CN" sz="3200" dirty="0"/>
              <a:t> </a:t>
            </a:r>
            <a:r>
              <a:rPr kumimoji="1" lang="en-US" altLang="zh-CN" sz="3200" b="1" i="1" dirty="0">
                <a:latin typeface="Times New Roman" pitchFamily="18" charset="0"/>
              </a:rPr>
              <a:t>R</a:t>
            </a:r>
            <a:r>
              <a:rPr kumimoji="1" lang="en-US" altLang="zh-CN" sz="3200" b="1" i="1" baseline="-25000" dirty="0">
                <a:latin typeface="Times New Roman" pitchFamily="18" charset="0"/>
              </a:rPr>
              <a:t>f </a:t>
            </a:r>
            <a:r>
              <a:rPr kumimoji="1" lang="en-US" altLang="zh-CN" sz="3200" b="1" dirty="0">
                <a:latin typeface="Times New Roman" pitchFamily="18" charset="0"/>
              </a:rPr>
              <a:t>=(0.6,0.7,0.6,0.4,0.8)</a:t>
            </a:r>
          </a:p>
        </p:txBody>
      </p:sp>
      <p:sp>
        <p:nvSpPr>
          <p:cNvPr id="2" name="灯片编号占位符 1">
            <a:extLst>
              <a:ext uri="{FF2B5EF4-FFF2-40B4-BE49-F238E27FC236}">
                <a16:creationId xmlns:a16="http://schemas.microsoft.com/office/drawing/2014/main" id="{32B17D53-BA39-60FE-AB26-F78323F42519}"/>
              </a:ext>
            </a:extLst>
          </p:cNvPr>
          <p:cNvSpPr>
            <a:spLocks noGrp="1"/>
          </p:cNvSpPr>
          <p:nvPr>
            <p:ph type="sldNum" sz="quarter" idx="11"/>
          </p:nvPr>
        </p:nvSpPr>
        <p:spPr/>
        <p:txBody>
          <a:bodyPr/>
          <a:lstStyle/>
          <a:p>
            <a:pPr>
              <a:defRPr/>
            </a:pPr>
            <a:fld id="{999B3504-16D4-4C04-B1A4-25F8AB881801}" type="slidenum">
              <a:rPr lang="en-US" altLang="zh-CN" smtClean="0"/>
              <a:pPr>
                <a:defRPr/>
              </a:pPr>
              <a:t>27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6739">
                                            <p:txEl>
                                              <p:pRg st="0" end="0"/>
                                            </p:txEl>
                                          </p:spTgt>
                                        </p:tgtEl>
                                        <p:attrNameLst>
                                          <p:attrName>style.visibility</p:attrName>
                                        </p:attrNameLst>
                                      </p:cBhvr>
                                      <p:to>
                                        <p:strVal val="visible"/>
                                      </p:to>
                                    </p:set>
                                    <p:animEffect transition="in" filter="wipe(left)">
                                      <p:cBhvr>
                                        <p:cTn id="7" dur="500"/>
                                        <p:tgtEl>
                                          <p:spTgt spid="1167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6739">
                                            <p:txEl>
                                              <p:pRg st="1" end="1"/>
                                            </p:txEl>
                                          </p:spTgt>
                                        </p:tgtEl>
                                        <p:attrNameLst>
                                          <p:attrName>style.visibility</p:attrName>
                                        </p:attrNameLst>
                                      </p:cBhvr>
                                      <p:to>
                                        <p:strVal val="visible"/>
                                      </p:to>
                                    </p:set>
                                    <p:animEffect transition="in" filter="wipe(left)">
                                      <p:cBhvr>
                                        <p:cTn id="12" dur="500"/>
                                        <p:tgtEl>
                                          <p:spTgt spid="1167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6739">
                                            <p:txEl>
                                              <p:pRg st="2" end="2"/>
                                            </p:txEl>
                                          </p:spTgt>
                                        </p:tgtEl>
                                        <p:attrNameLst>
                                          <p:attrName>style.visibility</p:attrName>
                                        </p:attrNameLst>
                                      </p:cBhvr>
                                      <p:to>
                                        <p:strVal val="visible"/>
                                      </p:to>
                                    </p:set>
                                    <p:animEffect transition="in" filter="wipe(left)">
                                      <p:cBhvr>
                                        <p:cTn id="17" dur="500"/>
                                        <p:tgtEl>
                                          <p:spTgt spid="1167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6739">
                                            <p:txEl>
                                              <p:pRg st="3" end="3"/>
                                            </p:txEl>
                                          </p:spTgt>
                                        </p:tgtEl>
                                        <p:attrNameLst>
                                          <p:attrName>style.visibility</p:attrName>
                                        </p:attrNameLst>
                                      </p:cBhvr>
                                      <p:to>
                                        <p:strVal val="visible"/>
                                      </p:to>
                                    </p:set>
                                    <p:animEffect transition="in" filter="wipe(left)">
                                      <p:cBhvr>
                                        <p:cTn id="22" dur="500"/>
                                        <p:tgtEl>
                                          <p:spTgt spid="1167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6739">
                                            <p:txEl>
                                              <p:pRg st="4" end="4"/>
                                            </p:txEl>
                                          </p:spTgt>
                                        </p:tgtEl>
                                        <p:attrNameLst>
                                          <p:attrName>style.visibility</p:attrName>
                                        </p:attrNameLst>
                                      </p:cBhvr>
                                      <p:to>
                                        <p:strVal val="visible"/>
                                      </p:to>
                                    </p:set>
                                    <p:animEffect transition="in" filter="wipe(left)">
                                      <p:cBhvr>
                                        <p:cTn id="27" dur="500"/>
                                        <p:tgtEl>
                                          <p:spTgt spid="116739">
                                            <p:txEl>
                                              <p:pRg st="4" end="4"/>
                                            </p:txEl>
                                          </p:spTgt>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116740"/>
                                        </p:tgtEl>
                                        <p:attrNameLst>
                                          <p:attrName>style.visibility</p:attrName>
                                        </p:attrNameLst>
                                      </p:cBhvr>
                                      <p:to>
                                        <p:strVal val="visible"/>
                                      </p:to>
                                    </p:set>
                                    <p:animEffect transition="in" filter="wipe(left)">
                                      <p:cBhvr>
                                        <p:cTn id="31" dur="500"/>
                                        <p:tgtEl>
                                          <p:spTgt spid="11674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6739">
                                            <p:txEl>
                                              <p:pRg st="6" end="6"/>
                                            </p:txEl>
                                          </p:spTgt>
                                        </p:tgtEl>
                                        <p:attrNameLst>
                                          <p:attrName>style.visibility</p:attrName>
                                        </p:attrNameLst>
                                      </p:cBhvr>
                                      <p:to>
                                        <p:strVal val="visible"/>
                                      </p:to>
                                    </p:set>
                                    <p:animEffect transition="in" filter="wipe(left)">
                                      <p:cBhvr>
                                        <p:cTn id="36" dur="500"/>
                                        <p:tgtEl>
                                          <p:spTgt spid="116739">
                                            <p:txEl>
                                              <p:pRg st="6" end="6"/>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6739">
                                            <p:txEl>
                                              <p:pRg st="7" end="7"/>
                                            </p:txEl>
                                          </p:spTgt>
                                        </p:tgtEl>
                                        <p:attrNameLst>
                                          <p:attrName>style.visibility</p:attrName>
                                        </p:attrNameLst>
                                      </p:cBhvr>
                                      <p:to>
                                        <p:strVal val="visible"/>
                                      </p:to>
                                    </p:set>
                                    <p:animEffect transition="in" filter="wipe(left)">
                                      <p:cBhvr>
                                        <p:cTn id="41" dur="500"/>
                                        <p:tgtEl>
                                          <p:spTgt spid="116739">
                                            <p:txEl>
                                              <p:pRg st="7" end="7"/>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16742"/>
                                        </p:tgtEl>
                                        <p:attrNameLst>
                                          <p:attrName>style.visibility</p:attrName>
                                        </p:attrNameLst>
                                      </p:cBhvr>
                                      <p:to>
                                        <p:strVal val="visible"/>
                                      </p:to>
                                    </p:set>
                                    <p:animEffect transition="in" filter="wipe(left)">
                                      <p:cBhvr>
                                        <p:cTn id="46" dur="500"/>
                                        <p:tgtEl>
                                          <p:spTgt spid="11674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16744"/>
                                        </p:tgtEl>
                                        <p:attrNameLst>
                                          <p:attrName>style.visibility</p:attrName>
                                        </p:attrNameLst>
                                      </p:cBhvr>
                                      <p:to>
                                        <p:strVal val="visible"/>
                                      </p:to>
                                    </p:set>
                                    <p:animEffect transition="in" filter="wipe(left)">
                                      <p:cBhvr>
                                        <p:cTn id="51" dur="500"/>
                                        <p:tgtEl>
                                          <p:spTgt spid="116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p:bldP spid="116742" grpId="0"/>
      <p:bldP spid="11674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981200" y="457200"/>
            <a:ext cx="8229600" cy="884238"/>
          </a:xfrm>
        </p:spPr>
        <p:txBody>
          <a:bodyPr/>
          <a:lstStyle/>
          <a:p>
            <a:pPr algn="ctr" eaLnBrk="1" hangingPunct="1"/>
            <a:r>
              <a:rPr lang="en-US" altLang="zh-CN">
                <a:solidFill>
                  <a:srgbClr val="008000"/>
                </a:solidFill>
                <a:ea typeface="黑体" pitchFamily="2" charset="-122"/>
              </a:rPr>
              <a:t>F</a:t>
            </a:r>
            <a:r>
              <a:rPr lang="zh-CN" altLang="en-US">
                <a:solidFill>
                  <a:srgbClr val="008000"/>
                </a:solidFill>
                <a:ea typeface="黑体" pitchFamily="2" charset="-122"/>
              </a:rPr>
              <a:t>线性变换</a:t>
            </a:r>
          </a:p>
        </p:txBody>
      </p:sp>
      <p:sp>
        <p:nvSpPr>
          <p:cNvPr id="118787" name="Rectangle 3"/>
          <p:cNvSpPr>
            <a:spLocks noGrp="1" noChangeArrowheads="1"/>
          </p:cNvSpPr>
          <p:nvPr>
            <p:ph type="body" sz="half" idx="1"/>
          </p:nvPr>
        </p:nvSpPr>
        <p:spPr>
          <a:xfrm>
            <a:off x="1127448" y="1341438"/>
            <a:ext cx="9937104" cy="5516562"/>
          </a:xfrm>
        </p:spPr>
        <p:txBody>
          <a:bodyPr/>
          <a:lstStyle/>
          <a:p>
            <a:pPr eaLnBrk="1" hangingPunct="1"/>
            <a:r>
              <a:rPr kumimoji="1" lang="en-US" altLang="zh-CN" sz="2800" dirty="0">
                <a:solidFill>
                  <a:srgbClr val="FF0000"/>
                </a:solidFill>
                <a:latin typeface="黑体" pitchFamily="49" charset="-122"/>
                <a:ea typeface="黑体" pitchFamily="49" charset="-122"/>
              </a:rPr>
              <a:t> </a:t>
            </a:r>
            <a:r>
              <a:rPr kumimoji="1" lang="zh-CN" altLang="en-US" sz="2800" dirty="0">
                <a:solidFill>
                  <a:srgbClr val="FF0000"/>
                </a:solidFill>
                <a:latin typeface="黑体" pitchFamily="49" charset="-122"/>
                <a:ea typeface="黑体" pitchFamily="49" charset="-122"/>
              </a:rPr>
              <a:t>定义：</a:t>
            </a:r>
            <a:r>
              <a:rPr kumimoji="1" lang="zh-CN" altLang="en-US" sz="2800" dirty="0"/>
              <a:t>设</a:t>
            </a:r>
            <a:r>
              <a:rPr kumimoji="1" lang="en-US" altLang="zh-CN" sz="2800" i="1" dirty="0"/>
              <a:t>A</a:t>
            </a:r>
            <a:r>
              <a:rPr kumimoji="1" lang="zh-CN" altLang="en-US" sz="2800" i="1" dirty="0"/>
              <a:t>、</a:t>
            </a:r>
            <a:r>
              <a:rPr kumimoji="1" lang="en-US" altLang="zh-CN" sz="2800" i="1" dirty="0"/>
              <a:t>B</a:t>
            </a:r>
            <a:r>
              <a:rPr kumimoji="1" lang="en-US" altLang="zh-CN" sz="2800" dirty="0"/>
              <a:t> </a:t>
            </a:r>
            <a:r>
              <a:rPr kumimoji="1" lang="en-US" altLang="en-US" sz="2800" dirty="0">
                <a:latin typeface="Times New Roman" pitchFamily="18" charset="0"/>
              </a:rPr>
              <a:t>∈</a:t>
            </a:r>
            <a:r>
              <a:rPr kumimoji="1" lang="en-US" altLang="zh-CN" sz="2800" dirty="0">
                <a:latin typeface="Monotype Corsiva" pitchFamily="66" charset="0"/>
              </a:rPr>
              <a:t>F</a:t>
            </a:r>
            <a:r>
              <a:rPr kumimoji="1" lang="en-US" altLang="zh-CN" sz="2800" dirty="0">
                <a:latin typeface="Times New Roman" pitchFamily="18" charset="0"/>
              </a:rPr>
              <a:t>(</a:t>
            </a:r>
            <a:r>
              <a:rPr kumimoji="1" lang="en-US" altLang="zh-CN" sz="2800" i="1" dirty="0"/>
              <a:t>U</a:t>
            </a:r>
            <a:r>
              <a:rPr kumimoji="1" lang="en-US" altLang="en-US" sz="2800" dirty="0"/>
              <a:t>×</a:t>
            </a:r>
            <a:r>
              <a:rPr kumimoji="1" lang="en-US" altLang="zh-CN" sz="2800" i="1" dirty="0"/>
              <a:t>V</a:t>
            </a:r>
            <a:r>
              <a:rPr kumimoji="1" lang="en-US" altLang="zh-CN" sz="2800" dirty="0">
                <a:latin typeface="Times New Roman" pitchFamily="18" charset="0"/>
              </a:rPr>
              <a:t>)</a:t>
            </a:r>
            <a:r>
              <a:rPr kumimoji="1" lang="zh-CN" altLang="en-US" sz="2400" dirty="0">
                <a:latin typeface="Times New Roman" pitchFamily="18" charset="0"/>
              </a:rPr>
              <a:t>，</a:t>
            </a:r>
            <a:r>
              <a:rPr kumimoji="1" lang="zh-CN" altLang="en-US" sz="2800" b="1" dirty="0"/>
              <a:t>若</a:t>
            </a:r>
            <a:r>
              <a:rPr kumimoji="1" lang="en-US" altLang="zh-CN" sz="2800" b="1" dirty="0"/>
              <a:t>F</a:t>
            </a:r>
            <a:r>
              <a:rPr kumimoji="1" lang="zh-CN" altLang="en-US" sz="2800" b="1" dirty="0"/>
              <a:t>变换</a:t>
            </a:r>
          </a:p>
          <a:p>
            <a:pPr eaLnBrk="1" hangingPunct="1">
              <a:buFont typeface="Wingdings" pitchFamily="2" charset="2"/>
              <a:buNone/>
            </a:pPr>
            <a:r>
              <a:rPr kumimoji="1" lang="zh-CN" altLang="en-US" sz="2800" b="1" i="1" dirty="0"/>
              <a:t>                </a:t>
            </a:r>
            <a:r>
              <a:rPr kumimoji="1" lang="en-US" altLang="zh-CN" sz="2800" b="1" i="1" dirty="0"/>
              <a:t>T</a:t>
            </a:r>
            <a:r>
              <a:rPr kumimoji="1" lang="zh-CN" altLang="en-US" sz="2800" b="1" dirty="0">
                <a:latin typeface="Times New Roman" pitchFamily="18" charset="0"/>
              </a:rPr>
              <a:t>： </a:t>
            </a:r>
            <a:r>
              <a:rPr kumimoji="1" lang="en-US" altLang="zh-CN" sz="2800" b="1" dirty="0">
                <a:latin typeface="Monotype Corsiva" pitchFamily="66" charset="0"/>
              </a:rPr>
              <a:t>F</a:t>
            </a:r>
            <a:r>
              <a:rPr kumimoji="1" lang="en-US" altLang="zh-CN" sz="2800" b="1" dirty="0">
                <a:latin typeface="Times New Roman" pitchFamily="18" charset="0"/>
              </a:rPr>
              <a:t>(</a:t>
            </a:r>
            <a:r>
              <a:rPr kumimoji="1" lang="en-US" altLang="zh-CN" sz="2800" b="1" i="1" dirty="0"/>
              <a:t>U</a:t>
            </a:r>
            <a:r>
              <a:rPr kumimoji="1" lang="zh-CN" altLang="en-US" sz="2800" b="1" dirty="0">
                <a:latin typeface="Times New Roman" pitchFamily="18" charset="0"/>
              </a:rPr>
              <a:t> </a:t>
            </a:r>
            <a:r>
              <a:rPr kumimoji="1" lang="en-US" altLang="zh-CN" sz="2800" b="1" dirty="0">
                <a:latin typeface="Times New Roman" pitchFamily="18" charset="0"/>
              </a:rPr>
              <a:t>)</a:t>
            </a:r>
            <a:r>
              <a:rPr kumimoji="1" lang="zh-CN" altLang="en-US" sz="2800" b="1" dirty="0">
                <a:latin typeface="Times New Roman" pitchFamily="18" charset="0"/>
              </a:rPr>
              <a:t>→</a:t>
            </a:r>
            <a:r>
              <a:rPr kumimoji="1" lang="en-US" altLang="zh-CN" sz="2800" b="1" dirty="0">
                <a:latin typeface="Monotype Corsiva" pitchFamily="66" charset="0"/>
              </a:rPr>
              <a:t>F</a:t>
            </a:r>
            <a:r>
              <a:rPr kumimoji="1" lang="en-US" altLang="zh-CN" sz="2800" b="1" dirty="0">
                <a:latin typeface="Times New Roman" pitchFamily="18" charset="0"/>
              </a:rPr>
              <a:t>(</a:t>
            </a:r>
            <a:r>
              <a:rPr kumimoji="1" lang="en-US" altLang="zh-CN" sz="2800" b="1" i="1" dirty="0"/>
              <a:t>V</a:t>
            </a:r>
            <a:r>
              <a:rPr kumimoji="1" lang="zh-CN" altLang="en-US" sz="2800" b="1" dirty="0">
                <a:latin typeface="Times New Roman" pitchFamily="18" charset="0"/>
              </a:rPr>
              <a:t> </a:t>
            </a:r>
            <a:r>
              <a:rPr kumimoji="1" lang="en-US" altLang="zh-CN" sz="2800" b="1" dirty="0">
                <a:latin typeface="Times New Roman" pitchFamily="18" charset="0"/>
              </a:rPr>
              <a:t>)</a:t>
            </a:r>
            <a:r>
              <a:rPr kumimoji="1" lang="zh-CN" altLang="en-US" sz="2800" b="1" i="1" dirty="0"/>
              <a:t> </a:t>
            </a:r>
          </a:p>
          <a:p>
            <a:pPr eaLnBrk="1" hangingPunct="1">
              <a:buNone/>
            </a:pPr>
            <a:r>
              <a:rPr kumimoji="1" lang="zh-CN" altLang="en-US" sz="2800" b="1" dirty="0"/>
              <a:t>                满足    </a:t>
            </a:r>
            <a:r>
              <a:rPr kumimoji="1" lang="en-US" altLang="zh-CN" sz="2800" b="1" dirty="0">
                <a:solidFill>
                  <a:srgbClr val="CC00FF"/>
                </a:solidFill>
              </a:rPr>
              <a:t>(1) </a:t>
            </a:r>
            <a:r>
              <a:rPr kumimoji="1" lang="en-US" altLang="zh-CN" sz="2800" b="1" i="1" dirty="0">
                <a:solidFill>
                  <a:srgbClr val="CC00FF"/>
                </a:solidFill>
              </a:rPr>
              <a:t>T</a:t>
            </a:r>
            <a:r>
              <a:rPr kumimoji="1" lang="en-US" altLang="zh-CN" sz="2800" b="1" dirty="0">
                <a:solidFill>
                  <a:srgbClr val="CC00FF"/>
                </a:solidFill>
                <a:sym typeface="Symbol" pitchFamily="18" charset="2"/>
              </a:rPr>
              <a:t>(</a:t>
            </a:r>
            <a:r>
              <a:rPr kumimoji="1" lang="en-US" altLang="zh-CN" sz="2800" b="1" i="1" dirty="0">
                <a:solidFill>
                  <a:srgbClr val="CC00FF"/>
                </a:solidFill>
              </a:rPr>
              <a:t>A</a:t>
            </a:r>
            <a:r>
              <a:rPr kumimoji="1" lang="en-US" altLang="zh-CN" sz="2800" b="1" dirty="0">
                <a:solidFill>
                  <a:srgbClr val="CC00FF"/>
                </a:solidFill>
                <a:latin typeface="Tunga"/>
                <a:cs typeface="Tunga"/>
                <a:sym typeface="Symbol"/>
              </a:rPr>
              <a:t></a:t>
            </a:r>
            <a:r>
              <a:rPr kumimoji="1" lang="en-US" altLang="zh-CN" sz="2800" b="1" i="1" dirty="0">
                <a:solidFill>
                  <a:srgbClr val="CC00FF"/>
                </a:solidFill>
                <a:sym typeface="Symbol" pitchFamily="18" charset="2"/>
              </a:rPr>
              <a:t>B</a:t>
            </a:r>
            <a:r>
              <a:rPr kumimoji="1" lang="en-US" altLang="zh-CN" sz="2800" b="1" dirty="0">
                <a:solidFill>
                  <a:srgbClr val="CC00FF"/>
                </a:solidFill>
                <a:sym typeface="Symbol" pitchFamily="18" charset="2"/>
              </a:rPr>
              <a:t>) = </a:t>
            </a:r>
            <a:r>
              <a:rPr kumimoji="1" lang="en-US" altLang="zh-CN" sz="2800" b="1" i="1" dirty="0">
                <a:solidFill>
                  <a:srgbClr val="CC00FF"/>
                </a:solidFill>
              </a:rPr>
              <a:t>T</a:t>
            </a:r>
            <a:r>
              <a:rPr kumimoji="1" lang="en-US" altLang="zh-CN" sz="2800" b="1" dirty="0">
                <a:solidFill>
                  <a:srgbClr val="CC00FF"/>
                </a:solidFill>
                <a:sym typeface="Symbol" pitchFamily="18" charset="2"/>
              </a:rPr>
              <a:t>(</a:t>
            </a:r>
            <a:r>
              <a:rPr kumimoji="1" lang="en-US" altLang="zh-CN" sz="2800" b="1" i="1" dirty="0">
                <a:solidFill>
                  <a:srgbClr val="CC00FF"/>
                </a:solidFill>
              </a:rPr>
              <a:t>A</a:t>
            </a:r>
            <a:r>
              <a:rPr kumimoji="1" lang="en-US" altLang="zh-CN" sz="2800" b="1" dirty="0">
                <a:solidFill>
                  <a:srgbClr val="CC00FF"/>
                </a:solidFill>
                <a:sym typeface="Symbol" pitchFamily="18" charset="2"/>
              </a:rPr>
              <a:t>)</a:t>
            </a:r>
            <a:r>
              <a:rPr kumimoji="1" lang="en-US" altLang="zh-CN" sz="2800" b="1" dirty="0">
                <a:solidFill>
                  <a:srgbClr val="CC00FF"/>
                </a:solidFill>
                <a:latin typeface="Tunga"/>
                <a:cs typeface="Tunga"/>
                <a:sym typeface="Symbol"/>
              </a:rPr>
              <a:t>  </a:t>
            </a:r>
            <a:r>
              <a:rPr kumimoji="1" lang="en-US" altLang="zh-CN" sz="2800" b="1" i="1" dirty="0">
                <a:solidFill>
                  <a:srgbClr val="CC00FF"/>
                </a:solidFill>
              </a:rPr>
              <a:t>T</a:t>
            </a:r>
            <a:r>
              <a:rPr kumimoji="1" lang="en-US" altLang="zh-CN" sz="2800" b="1" dirty="0">
                <a:solidFill>
                  <a:srgbClr val="CC00FF"/>
                </a:solidFill>
                <a:sym typeface="Symbol" pitchFamily="18" charset="2"/>
              </a:rPr>
              <a:t>(</a:t>
            </a:r>
            <a:r>
              <a:rPr kumimoji="1" lang="en-US" altLang="zh-CN" sz="2800" b="1" i="1" dirty="0">
                <a:solidFill>
                  <a:srgbClr val="CC00FF"/>
                </a:solidFill>
                <a:sym typeface="Symbol" pitchFamily="18" charset="2"/>
              </a:rPr>
              <a:t>B</a:t>
            </a:r>
            <a:r>
              <a:rPr kumimoji="1" lang="en-US" altLang="zh-CN" sz="2800" b="1" dirty="0">
                <a:solidFill>
                  <a:srgbClr val="CC00FF"/>
                </a:solidFill>
                <a:sym typeface="Symbol" pitchFamily="18" charset="2"/>
              </a:rPr>
              <a:t>)</a:t>
            </a:r>
          </a:p>
          <a:p>
            <a:pPr eaLnBrk="1" hangingPunct="1">
              <a:buFont typeface="Wingdings" pitchFamily="2" charset="2"/>
              <a:buNone/>
            </a:pPr>
            <a:r>
              <a:rPr kumimoji="1" lang="en-US" altLang="zh-CN" sz="2800" b="1" dirty="0">
                <a:solidFill>
                  <a:srgbClr val="00B0F0"/>
                </a:solidFill>
                <a:sym typeface="Symbol" pitchFamily="18" charset="2"/>
              </a:rPr>
              <a:t>                           (2) </a:t>
            </a:r>
            <a:r>
              <a:rPr kumimoji="1" lang="en-US" altLang="zh-CN" sz="2800" b="1" i="1" dirty="0">
                <a:solidFill>
                  <a:srgbClr val="00B0F0"/>
                </a:solidFill>
              </a:rPr>
              <a:t>T</a:t>
            </a:r>
            <a:r>
              <a:rPr kumimoji="1" lang="en-US" altLang="zh-CN" sz="2800" b="1" dirty="0">
                <a:solidFill>
                  <a:srgbClr val="00B0F0"/>
                </a:solidFill>
                <a:sym typeface="Symbol" pitchFamily="18" charset="2"/>
              </a:rPr>
              <a:t>(</a:t>
            </a:r>
            <a:r>
              <a:rPr kumimoji="1" lang="en-US" altLang="zh-CN" sz="2800" b="1" i="1" dirty="0">
                <a:solidFill>
                  <a:srgbClr val="00B0F0"/>
                </a:solidFill>
                <a:sym typeface="Symbol" pitchFamily="18" charset="2"/>
              </a:rPr>
              <a:t></a:t>
            </a:r>
            <a:r>
              <a:rPr kumimoji="1" lang="en-US" altLang="zh-CN" sz="2800" b="1" i="1" dirty="0">
                <a:solidFill>
                  <a:srgbClr val="00B0F0"/>
                </a:solidFill>
              </a:rPr>
              <a:t>A</a:t>
            </a:r>
            <a:r>
              <a:rPr kumimoji="1" lang="en-US" altLang="zh-CN" sz="2800" b="1" dirty="0">
                <a:solidFill>
                  <a:srgbClr val="00B0F0"/>
                </a:solidFill>
                <a:sym typeface="Symbol" pitchFamily="18" charset="2"/>
              </a:rPr>
              <a:t>) = </a:t>
            </a:r>
            <a:r>
              <a:rPr kumimoji="1" lang="en-US" altLang="zh-CN" sz="2800" b="1" i="1" dirty="0">
                <a:solidFill>
                  <a:srgbClr val="00B0F0"/>
                </a:solidFill>
                <a:sym typeface="Symbol" pitchFamily="18" charset="2"/>
              </a:rPr>
              <a:t></a:t>
            </a:r>
            <a:r>
              <a:rPr kumimoji="1" lang="en-US" altLang="zh-CN" sz="2800" b="1" i="1" dirty="0">
                <a:solidFill>
                  <a:srgbClr val="00B0F0"/>
                </a:solidFill>
              </a:rPr>
              <a:t>T</a:t>
            </a:r>
            <a:r>
              <a:rPr kumimoji="1" lang="en-US" altLang="zh-CN" sz="2800" b="1" dirty="0">
                <a:solidFill>
                  <a:srgbClr val="00B0F0"/>
                </a:solidFill>
                <a:sym typeface="Symbol" pitchFamily="18" charset="2"/>
              </a:rPr>
              <a:t>(</a:t>
            </a:r>
            <a:r>
              <a:rPr kumimoji="1" lang="en-US" altLang="zh-CN" sz="2800" b="1" i="1" dirty="0">
                <a:solidFill>
                  <a:srgbClr val="00B0F0"/>
                </a:solidFill>
              </a:rPr>
              <a:t>A</a:t>
            </a:r>
            <a:r>
              <a:rPr kumimoji="1" lang="en-US" altLang="zh-CN" sz="2800" b="1" dirty="0">
                <a:solidFill>
                  <a:srgbClr val="00B0F0"/>
                </a:solidFill>
                <a:sym typeface="Symbol" pitchFamily="18" charset="2"/>
              </a:rPr>
              <a:t>)</a:t>
            </a:r>
          </a:p>
          <a:p>
            <a:pPr eaLnBrk="1" hangingPunct="1">
              <a:buFont typeface="Wingdings" pitchFamily="2" charset="2"/>
              <a:buNone/>
            </a:pPr>
            <a:r>
              <a:rPr kumimoji="1" lang="en-US" altLang="zh-CN" sz="2800" dirty="0">
                <a:ea typeface="黑体" pitchFamily="2" charset="-122"/>
                <a:sym typeface="Symbol" pitchFamily="18" charset="2"/>
              </a:rPr>
              <a:t>                </a:t>
            </a:r>
            <a:r>
              <a:rPr kumimoji="1" lang="zh-CN" altLang="en-US" sz="2800" dirty="0">
                <a:ea typeface="黑体" pitchFamily="2" charset="-122"/>
                <a:sym typeface="Symbol" pitchFamily="18" charset="2"/>
              </a:rPr>
              <a:t>则称</a:t>
            </a:r>
            <a:r>
              <a:rPr kumimoji="1" lang="en-US" altLang="zh-CN" sz="2800" b="1" i="1" dirty="0">
                <a:solidFill>
                  <a:srgbClr val="F72603"/>
                </a:solidFill>
                <a:ea typeface="黑体" pitchFamily="2" charset="-122"/>
              </a:rPr>
              <a:t>T</a:t>
            </a:r>
            <a:r>
              <a:rPr kumimoji="1" lang="en-US" altLang="zh-CN" sz="2800" i="1" dirty="0">
                <a:solidFill>
                  <a:srgbClr val="F72603"/>
                </a:solidFill>
                <a:ea typeface="黑体" pitchFamily="2" charset="-122"/>
              </a:rPr>
              <a:t> </a:t>
            </a:r>
            <a:r>
              <a:rPr kumimoji="1" lang="zh-CN" altLang="en-US" sz="2800" dirty="0">
                <a:solidFill>
                  <a:srgbClr val="F72603"/>
                </a:solidFill>
                <a:ea typeface="黑体" pitchFamily="2" charset="-122"/>
              </a:rPr>
              <a:t>为</a:t>
            </a:r>
            <a:r>
              <a:rPr kumimoji="1" lang="en-US" altLang="zh-CN" sz="2800" b="1" dirty="0">
                <a:solidFill>
                  <a:srgbClr val="F72603"/>
                </a:solidFill>
                <a:ea typeface="楷体_GB2312" pitchFamily="49" charset="-122"/>
              </a:rPr>
              <a:t>F</a:t>
            </a:r>
            <a:r>
              <a:rPr kumimoji="1" lang="zh-CN" altLang="en-US" sz="2800" b="1" dirty="0">
                <a:solidFill>
                  <a:srgbClr val="F72603"/>
                </a:solidFill>
                <a:ea typeface="楷体_GB2312" pitchFamily="49" charset="-122"/>
              </a:rPr>
              <a:t>线性变换。</a:t>
            </a:r>
            <a:endParaRPr kumimoji="1" lang="en-US" altLang="zh-CN" sz="2800" b="1" dirty="0">
              <a:solidFill>
                <a:srgbClr val="F72603"/>
              </a:solidFill>
              <a:ea typeface="楷体_GB2312" pitchFamily="49" charset="-122"/>
            </a:endParaRPr>
          </a:p>
          <a:p>
            <a:pPr eaLnBrk="1" hangingPunct="1"/>
            <a:r>
              <a:rPr kumimoji="1" lang="zh-CN" altLang="en-US" sz="2800" b="1" dirty="0">
                <a:solidFill>
                  <a:srgbClr val="008000"/>
                </a:solidFill>
                <a:ea typeface="黑体" pitchFamily="2" charset="-122"/>
              </a:rPr>
              <a:t>［定理</a:t>
            </a:r>
            <a:r>
              <a:rPr kumimoji="1" lang="en-US" altLang="zh-CN" sz="2800" b="1" dirty="0">
                <a:solidFill>
                  <a:srgbClr val="008000"/>
                </a:solidFill>
                <a:ea typeface="黑体" pitchFamily="2" charset="-122"/>
              </a:rPr>
              <a:t>2</a:t>
            </a:r>
            <a:r>
              <a:rPr kumimoji="1" lang="zh-CN" altLang="en-US" sz="2800" b="1" dirty="0">
                <a:solidFill>
                  <a:srgbClr val="008000"/>
                </a:solidFill>
                <a:ea typeface="黑体" pitchFamily="2" charset="-122"/>
              </a:rPr>
              <a:t>］</a:t>
            </a:r>
            <a:r>
              <a:rPr kumimoji="1" lang="zh-CN" altLang="en-US" sz="2800" dirty="0">
                <a:solidFill>
                  <a:schemeClr val="bg2"/>
                </a:solidFill>
                <a:ea typeface="黑体" pitchFamily="2" charset="-122"/>
              </a:rPr>
              <a:t>设</a:t>
            </a:r>
            <a:r>
              <a:rPr kumimoji="1" lang="en-US" altLang="zh-CN" sz="2800" i="1" dirty="0">
                <a:solidFill>
                  <a:schemeClr val="bg2"/>
                </a:solidFill>
                <a:ea typeface="黑体" pitchFamily="2" charset="-122"/>
              </a:rPr>
              <a:t>R</a:t>
            </a:r>
            <a:r>
              <a:rPr kumimoji="1" lang="en-US" altLang="zh-CN" sz="2800" dirty="0">
                <a:solidFill>
                  <a:schemeClr val="bg2"/>
                </a:solidFill>
                <a:ea typeface="黑体" pitchFamily="2" charset="-122"/>
              </a:rPr>
              <a:t> </a:t>
            </a:r>
            <a:r>
              <a:rPr kumimoji="1" lang="en-US" altLang="en-US" sz="2800" dirty="0">
                <a:solidFill>
                  <a:schemeClr val="bg2"/>
                </a:solidFill>
                <a:latin typeface="Times New Roman" pitchFamily="18" charset="0"/>
                <a:sym typeface="Symbol"/>
              </a:rPr>
              <a:t> </a:t>
            </a:r>
            <a:r>
              <a:rPr kumimoji="1" lang="en-US" altLang="zh-CN" sz="2800" dirty="0">
                <a:solidFill>
                  <a:schemeClr val="bg2"/>
                </a:solidFill>
                <a:latin typeface="Monotype Corsiva" pitchFamily="66" charset="0"/>
              </a:rPr>
              <a:t>F</a:t>
            </a:r>
            <a:r>
              <a:rPr kumimoji="1" lang="en-US" altLang="zh-CN" sz="2800" dirty="0">
                <a:solidFill>
                  <a:schemeClr val="bg2"/>
                </a:solidFill>
                <a:latin typeface="Times New Roman" pitchFamily="18" charset="0"/>
              </a:rPr>
              <a:t>(</a:t>
            </a:r>
            <a:r>
              <a:rPr kumimoji="1" lang="en-US" altLang="zh-CN" sz="2800" i="1" dirty="0"/>
              <a:t>U</a:t>
            </a:r>
            <a:r>
              <a:rPr kumimoji="1" lang="en-US" altLang="en-US" sz="2800" dirty="0">
                <a:solidFill>
                  <a:schemeClr val="bg2"/>
                </a:solidFill>
                <a:latin typeface="Times New Roman" pitchFamily="18" charset="0"/>
              </a:rPr>
              <a:t>×</a:t>
            </a:r>
            <a:r>
              <a:rPr kumimoji="1" lang="en-US" altLang="zh-CN" sz="2800" i="1" dirty="0"/>
              <a:t>V</a:t>
            </a:r>
            <a:r>
              <a:rPr kumimoji="1" lang="en-US" altLang="zh-CN" sz="2800" dirty="0">
                <a:solidFill>
                  <a:schemeClr val="bg2"/>
                </a:solidFill>
                <a:latin typeface="Times New Roman" pitchFamily="18" charset="0"/>
              </a:rPr>
              <a:t>)</a:t>
            </a:r>
            <a:r>
              <a:rPr kumimoji="1" lang="zh-CN" altLang="en-US" sz="2800" dirty="0">
                <a:solidFill>
                  <a:schemeClr val="bg2"/>
                </a:solidFill>
                <a:latin typeface="Times New Roman" pitchFamily="18" charset="0"/>
              </a:rPr>
              <a:t>， </a:t>
            </a:r>
            <a:r>
              <a:rPr kumimoji="1" lang="zh-CN" altLang="en-US" sz="2400" dirty="0">
                <a:solidFill>
                  <a:schemeClr val="bg2"/>
                </a:solidFill>
                <a:ea typeface="黑体" pitchFamily="2" charset="-122"/>
                <a:sym typeface="Symbol" pitchFamily="18" charset="2"/>
              </a:rPr>
              <a:t></a:t>
            </a:r>
            <a:r>
              <a:rPr kumimoji="1" lang="en-US" altLang="zh-CN" sz="2400" dirty="0">
                <a:solidFill>
                  <a:schemeClr val="bg2"/>
                </a:solidFill>
                <a:ea typeface="黑体" pitchFamily="2" charset="-122"/>
                <a:sym typeface="Symbol" pitchFamily="18" charset="2"/>
              </a:rPr>
              <a:t>A</a:t>
            </a:r>
            <a:r>
              <a:rPr kumimoji="1" lang="en-US" altLang="zh-CN" sz="2800" dirty="0">
                <a:solidFill>
                  <a:schemeClr val="bg2"/>
                </a:solidFill>
                <a:latin typeface="Times New Roman" pitchFamily="18" charset="0"/>
              </a:rPr>
              <a:t> </a:t>
            </a:r>
            <a:r>
              <a:rPr kumimoji="1" lang="en-US" altLang="en-US" sz="2800" dirty="0">
                <a:solidFill>
                  <a:schemeClr val="bg2"/>
                </a:solidFill>
                <a:latin typeface="Times New Roman" pitchFamily="18" charset="0"/>
                <a:sym typeface="Symbol"/>
              </a:rPr>
              <a:t></a:t>
            </a:r>
            <a:r>
              <a:rPr kumimoji="1" lang="en-US" altLang="zh-CN" sz="2800" dirty="0">
                <a:solidFill>
                  <a:schemeClr val="bg2"/>
                </a:solidFill>
                <a:latin typeface="Monotype Corsiva" pitchFamily="66" charset="0"/>
              </a:rPr>
              <a:t>F</a:t>
            </a:r>
            <a:r>
              <a:rPr kumimoji="1" lang="en-US" altLang="zh-CN" sz="2800" dirty="0">
                <a:solidFill>
                  <a:schemeClr val="bg2"/>
                </a:solidFill>
                <a:latin typeface="Times New Roman" pitchFamily="18" charset="0"/>
              </a:rPr>
              <a:t>(</a:t>
            </a:r>
            <a:r>
              <a:rPr kumimoji="1" lang="en-US" altLang="zh-CN" sz="2800" i="1" dirty="0"/>
              <a:t>U</a:t>
            </a:r>
            <a:r>
              <a:rPr kumimoji="1" lang="en-US" altLang="zh-CN" sz="2800" dirty="0">
                <a:solidFill>
                  <a:schemeClr val="bg2"/>
                </a:solidFill>
                <a:latin typeface="Times New Roman" pitchFamily="18" charset="0"/>
              </a:rPr>
              <a:t>)</a:t>
            </a:r>
            <a:r>
              <a:rPr kumimoji="1" lang="zh-CN" altLang="en-US" sz="2800" dirty="0">
                <a:solidFill>
                  <a:schemeClr val="bg2"/>
                </a:solidFill>
                <a:latin typeface="Times New Roman" pitchFamily="18" charset="0"/>
              </a:rPr>
              <a:t>，</a:t>
            </a:r>
            <a:r>
              <a:rPr kumimoji="1" lang="zh-CN" altLang="en-US" sz="2800" dirty="0">
                <a:solidFill>
                  <a:schemeClr val="bg2"/>
                </a:solidFill>
                <a:latin typeface="黑体" pitchFamily="2" charset="-122"/>
                <a:ea typeface="黑体" pitchFamily="2" charset="-122"/>
              </a:rPr>
              <a:t>均有</a:t>
            </a:r>
          </a:p>
          <a:p>
            <a:pPr eaLnBrk="1" hangingPunct="1">
              <a:buFont typeface="Wingdings" pitchFamily="2" charset="2"/>
              <a:buNone/>
            </a:pPr>
            <a:r>
              <a:rPr kumimoji="1" lang="zh-CN" altLang="en-US" sz="2800" dirty="0">
                <a:solidFill>
                  <a:schemeClr val="bg2"/>
                </a:solidFill>
                <a:latin typeface="Times New Roman" pitchFamily="18" charset="0"/>
              </a:rPr>
              <a:t>                   </a:t>
            </a:r>
            <a:r>
              <a:rPr kumimoji="1" lang="en-US" altLang="zh-CN" sz="2800" i="1" dirty="0">
                <a:solidFill>
                  <a:schemeClr val="bg2"/>
                </a:solidFill>
              </a:rPr>
              <a:t>T</a:t>
            </a:r>
            <a:r>
              <a:rPr kumimoji="1" lang="en-US" altLang="zh-CN" sz="2800" dirty="0">
                <a:solidFill>
                  <a:schemeClr val="bg2"/>
                </a:solidFill>
              </a:rPr>
              <a:t>(</a:t>
            </a:r>
            <a:r>
              <a:rPr kumimoji="1" lang="en-US" altLang="zh-CN" sz="2800" i="1" dirty="0">
                <a:solidFill>
                  <a:schemeClr val="bg2"/>
                </a:solidFill>
              </a:rPr>
              <a:t>A</a:t>
            </a:r>
            <a:r>
              <a:rPr kumimoji="1" lang="en-US" altLang="zh-CN" sz="2800" dirty="0">
                <a:solidFill>
                  <a:schemeClr val="bg2"/>
                </a:solidFill>
              </a:rPr>
              <a:t>)=</a:t>
            </a:r>
            <a:r>
              <a:rPr kumimoji="1" lang="en-US" altLang="zh-CN" sz="2800" i="1" dirty="0">
                <a:solidFill>
                  <a:schemeClr val="bg2"/>
                </a:solidFill>
              </a:rPr>
              <a:t>A </a:t>
            </a:r>
            <a:r>
              <a:rPr lang="en-US" altLang="zh-CN" sz="2800" b="1" dirty="0"/>
              <a:t>◦</a:t>
            </a:r>
            <a:r>
              <a:rPr kumimoji="1" lang="en-US" altLang="zh-CN" sz="2800" b="1" i="1" dirty="0">
                <a:solidFill>
                  <a:schemeClr val="bg2"/>
                </a:solidFill>
              </a:rPr>
              <a:t> </a:t>
            </a:r>
            <a:r>
              <a:rPr kumimoji="1" lang="en-US" altLang="zh-CN" sz="2800" i="1" dirty="0">
                <a:solidFill>
                  <a:schemeClr val="bg2"/>
                </a:solidFill>
              </a:rPr>
              <a:t>R</a:t>
            </a:r>
          </a:p>
          <a:p>
            <a:pPr eaLnBrk="1" hangingPunct="1">
              <a:buFont typeface="Wingdings" pitchFamily="2" charset="2"/>
              <a:buNone/>
            </a:pPr>
            <a:r>
              <a:rPr kumimoji="1" lang="zh-CN" altLang="en-US" sz="2800" dirty="0">
                <a:solidFill>
                  <a:schemeClr val="bg2"/>
                </a:solidFill>
                <a:latin typeface="Times New Roman" pitchFamily="18" charset="0"/>
              </a:rPr>
              <a:t>　</a:t>
            </a:r>
            <a:r>
              <a:rPr kumimoji="1" lang="zh-CN" altLang="en-US" sz="2800" dirty="0">
                <a:solidFill>
                  <a:schemeClr val="bg2"/>
                </a:solidFill>
                <a:latin typeface="黑体" pitchFamily="2" charset="-122"/>
                <a:ea typeface="黑体" pitchFamily="2" charset="-122"/>
              </a:rPr>
              <a:t>其中，</a:t>
            </a:r>
          </a:p>
          <a:p>
            <a:pPr marL="0" indent="0" eaLnBrk="1" hangingPunct="1">
              <a:buNone/>
            </a:pPr>
            <a:endParaRPr kumimoji="1" lang="zh-CN" altLang="en-US" sz="1050" dirty="0">
              <a:solidFill>
                <a:schemeClr val="bg2"/>
              </a:solidFill>
              <a:latin typeface="Times New Roman" pitchFamily="18" charset="0"/>
            </a:endParaRPr>
          </a:p>
          <a:p>
            <a:pPr eaLnBrk="1" hangingPunct="1">
              <a:buFont typeface="Wingdings" pitchFamily="2" charset="2"/>
              <a:buNone/>
            </a:pPr>
            <a:r>
              <a:rPr kumimoji="1" lang="zh-CN" altLang="en-US" sz="2800" dirty="0">
                <a:solidFill>
                  <a:srgbClr val="FF0000"/>
                </a:solidFill>
                <a:latin typeface="Times New Roman" pitchFamily="18" charset="0"/>
                <a:ea typeface="黑体" pitchFamily="2" charset="-122"/>
              </a:rPr>
              <a:t>　</a:t>
            </a:r>
            <a:r>
              <a:rPr kumimoji="1" lang="zh-CN" altLang="en-US" sz="2800" dirty="0">
                <a:solidFill>
                  <a:srgbClr val="FF0000"/>
                </a:solidFill>
                <a:ea typeface="黑体" pitchFamily="2" charset="-122"/>
              </a:rPr>
              <a:t>则</a:t>
            </a:r>
            <a:r>
              <a:rPr kumimoji="1" lang="en-US" altLang="zh-CN" sz="2800" i="1" dirty="0">
                <a:solidFill>
                  <a:srgbClr val="FF0000"/>
                </a:solidFill>
                <a:ea typeface="黑体" pitchFamily="2" charset="-122"/>
              </a:rPr>
              <a:t>T</a:t>
            </a:r>
            <a:r>
              <a:rPr kumimoji="1" lang="zh-CN" altLang="en-US" sz="2800" dirty="0">
                <a:solidFill>
                  <a:srgbClr val="FF0000"/>
                </a:solidFill>
                <a:ea typeface="黑体" pitchFamily="2" charset="-122"/>
              </a:rPr>
              <a:t>是</a:t>
            </a:r>
            <a:r>
              <a:rPr kumimoji="1" lang="en-US" altLang="zh-CN" sz="2800" dirty="0">
                <a:solidFill>
                  <a:srgbClr val="FF0000"/>
                </a:solidFill>
                <a:ea typeface="黑体" pitchFamily="2" charset="-122"/>
              </a:rPr>
              <a:t>F</a:t>
            </a:r>
            <a:r>
              <a:rPr kumimoji="1" lang="zh-CN" altLang="en-US" sz="2800" dirty="0">
                <a:solidFill>
                  <a:srgbClr val="FF0000"/>
                </a:solidFill>
                <a:ea typeface="黑体" pitchFamily="2" charset="-122"/>
              </a:rPr>
              <a:t>线性变换。</a:t>
            </a:r>
          </a:p>
        </p:txBody>
      </p:sp>
      <p:graphicFrame>
        <p:nvGraphicFramePr>
          <p:cNvPr id="118788" name="Object 4"/>
          <p:cNvGraphicFramePr>
            <a:graphicFrameLocks noGrp="1" noChangeAspect="1"/>
          </p:cNvGraphicFramePr>
          <p:nvPr>
            <p:ph sz="half" idx="2"/>
            <p:extLst>
              <p:ext uri="{D42A27DB-BD31-4B8C-83A1-F6EECF244321}">
                <p14:modId xmlns:p14="http://schemas.microsoft.com/office/powerpoint/2010/main" val="3599622346"/>
              </p:ext>
            </p:extLst>
          </p:nvPr>
        </p:nvGraphicFramePr>
        <p:xfrm>
          <a:off x="3431705" y="4941169"/>
          <a:ext cx="6643687" cy="757237"/>
        </p:xfrm>
        <a:graphic>
          <a:graphicData uri="http://schemas.openxmlformats.org/presentationml/2006/ole">
            <mc:AlternateContent xmlns:mc="http://schemas.openxmlformats.org/markup-compatibility/2006">
              <mc:Choice xmlns:v="urn:schemas-microsoft-com:vml" Requires="v">
                <p:oleObj name="公式" r:id="rId2" imgW="2450880" imgH="279360" progId="Equation.3">
                  <p:embed/>
                </p:oleObj>
              </mc:Choice>
              <mc:Fallback>
                <p:oleObj name="公式" r:id="rId2" imgW="2450880" imgH="279360" progId="Equation.3">
                  <p:embed/>
                  <p:pic>
                    <p:nvPicPr>
                      <p:cNvPr id="0" name=""/>
                      <p:cNvPicPr>
                        <a:picLocks noChangeAspect="1" noChangeArrowheads="1"/>
                      </p:cNvPicPr>
                      <p:nvPr/>
                    </p:nvPicPr>
                    <p:blipFill>
                      <a:blip r:embed="rId3"/>
                      <a:srcRect/>
                      <a:stretch>
                        <a:fillRect/>
                      </a:stretch>
                    </p:blipFill>
                    <p:spPr bwMode="auto">
                      <a:xfrm>
                        <a:off x="3431705" y="4941169"/>
                        <a:ext cx="6643687"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5087888" y="5733256"/>
            <a:ext cx="4778872" cy="523220"/>
          </a:xfrm>
          <a:prstGeom prst="rect">
            <a:avLst/>
          </a:prstGeom>
          <a:solidFill>
            <a:srgbClr val="E57BFF"/>
          </a:solidFill>
        </p:spPr>
        <p:txBody>
          <a:bodyPr wrap="none">
            <a:spAutoFit/>
          </a:bodyPr>
          <a:lstStyle/>
          <a:p>
            <a:r>
              <a:rPr kumimoji="1" lang="zh-CN" altLang="en-US" sz="2400" b="1" dirty="0">
                <a:latin typeface="+mj-lt"/>
                <a:sym typeface="Symbol" pitchFamily="18" charset="2"/>
              </a:rPr>
              <a:t> </a:t>
            </a:r>
            <a:r>
              <a:rPr kumimoji="1" lang="en-US" altLang="zh-CN" sz="2800" b="1" dirty="0">
                <a:latin typeface="+mj-lt"/>
                <a:sym typeface="Symbol" pitchFamily="18" charset="2"/>
              </a:rPr>
              <a:t>( </a:t>
            </a:r>
            <a:r>
              <a:rPr kumimoji="1" lang="en-US" altLang="zh-CN" sz="2800" b="1" i="1" dirty="0">
                <a:latin typeface="+mj-lt"/>
                <a:sym typeface="Symbol" pitchFamily="18" charset="2"/>
              </a:rPr>
              <a:t>A</a:t>
            </a:r>
            <a:r>
              <a:rPr kumimoji="1" lang="en-US" altLang="zh-CN" sz="2800" b="1" dirty="0">
                <a:latin typeface="+mj-lt"/>
                <a:sym typeface="Symbol"/>
              </a:rPr>
              <a:t></a:t>
            </a:r>
            <a:r>
              <a:rPr kumimoji="1" lang="en-US" altLang="zh-CN" sz="2800" b="1" i="1" dirty="0">
                <a:latin typeface="+mj-lt"/>
                <a:sym typeface="Symbol" pitchFamily="18" charset="2"/>
              </a:rPr>
              <a:t>B </a:t>
            </a:r>
            <a:r>
              <a:rPr kumimoji="1" lang="en-US" altLang="zh-CN" sz="2800" b="1" dirty="0">
                <a:latin typeface="+mj-lt"/>
                <a:sym typeface="Symbol" pitchFamily="18" charset="2"/>
              </a:rPr>
              <a:t>)</a:t>
            </a:r>
            <a:r>
              <a:rPr lang="en-US" altLang="zh-CN" sz="2800" b="1" dirty="0">
                <a:latin typeface="+mj-lt"/>
              </a:rPr>
              <a:t>◦</a:t>
            </a:r>
            <a:r>
              <a:rPr kumimoji="1" lang="en-US" altLang="zh-CN" sz="2800" b="1" i="1" dirty="0">
                <a:latin typeface="+mj-lt"/>
                <a:cs typeface="Times New Roman" pitchFamily="18" charset="0"/>
              </a:rPr>
              <a:t>R</a:t>
            </a:r>
            <a:r>
              <a:rPr kumimoji="1" lang="en-US" altLang="zh-CN" sz="2800" b="1" dirty="0">
                <a:latin typeface="+mj-lt"/>
                <a:sym typeface="Symbol" pitchFamily="18" charset="2"/>
              </a:rPr>
              <a:t>  = (</a:t>
            </a:r>
            <a:r>
              <a:rPr kumimoji="1" lang="en-US" altLang="zh-CN" sz="2800" b="1" i="1" dirty="0">
                <a:latin typeface="+mj-lt"/>
                <a:sym typeface="Symbol" pitchFamily="18" charset="2"/>
              </a:rPr>
              <a:t>A</a:t>
            </a:r>
            <a:r>
              <a:rPr lang="en-US" altLang="zh-CN" sz="2800" b="1" dirty="0">
                <a:latin typeface="+mj-lt"/>
              </a:rPr>
              <a:t>◦</a:t>
            </a:r>
            <a:r>
              <a:rPr kumimoji="1" lang="en-US" altLang="zh-CN" sz="2800" b="1" i="1" dirty="0">
                <a:latin typeface="+mj-lt"/>
              </a:rPr>
              <a:t>R</a:t>
            </a:r>
            <a:r>
              <a:rPr kumimoji="1" lang="en-US" altLang="zh-CN" sz="2800" b="1" dirty="0">
                <a:latin typeface="+mj-lt"/>
                <a:sym typeface="Symbol" pitchFamily="18" charset="2"/>
              </a:rPr>
              <a:t>)</a:t>
            </a:r>
            <a:r>
              <a:rPr kumimoji="1" lang="en-US" altLang="zh-CN" sz="2800" b="1" dirty="0">
                <a:sym typeface="Symbol"/>
              </a:rPr>
              <a:t> </a:t>
            </a:r>
            <a:r>
              <a:rPr kumimoji="1" lang="en-US" altLang="zh-CN" sz="2800" b="1" dirty="0">
                <a:latin typeface="+mj-lt"/>
              </a:rPr>
              <a:t> </a:t>
            </a:r>
            <a:r>
              <a:rPr kumimoji="1" lang="en-US" altLang="zh-CN" sz="2800" b="1" dirty="0">
                <a:latin typeface="+mj-lt"/>
                <a:sym typeface="Symbol" pitchFamily="18" charset="2"/>
              </a:rPr>
              <a:t>(</a:t>
            </a:r>
            <a:r>
              <a:rPr kumimoji="1" lang="en-US" altLang="zh-CN" sz="2800" b="1" i="1" dirty="0">
                <a:latin typeface="+mj-lt"/>
                <a:sym typeface="Symbol" pitchFamily="18" charset="2"/>
              </a:rPr>
              <a:t>B</a:t>
            </a:r>
            <a:r>
              <a:rPr lang="en-US" altLang="zh-CN" sz="2800" b="1" dirty="0">
                <a:latin typeface="+mj-lt"/>
              </a:rPr>
              <a:t>◦</a:t>
            </a:r>
            <a:r>
              <a:rPr kumimoji="1" lang="en-US" altLang="zh-CN" sz="2800" b="1" i="1" dirty="0">
                <a:latin typeface="+mj-lt"/>
              </a:rPr>
              <a:t>R</a:t>
            </a:r>
            <a:r>
              <a:rPr kumimoji="1" lang="en-US" altLang="zh-CN" sz="2800" b="1" dirty="0">
                <a:latin typeface="+mj-lt"/>
                <a:sym typeface="Symbol" pitchFamily="18" charset="2"/>
              </a:rPr>
              <a:t> )</a:t>
            </a:r>
            <a:endParaRPr lang="zh-CN" altLang="en-US" sz="2800" b="1" dirty="0">
              <a:latin typeface="+mj-lt"/>
            </a:endParaRPr>
          </a:p>
        </p:txBody>
      </p:sp>
      <p:sp>
        <p:nvSpPr>
          <p:cNvPr id="3" name="矩形 2"/>
          <p:cNvSpPr/>
          <p:nvPr/>
        </p:nvSpPr>
        <p:spPr>
          <a:xfrm>
            <a:off x="5087889" y="6309320"/>
            <a:ext cx="2755883" cy="523220"/>
          </a:xfrm>
          <a:prstGeom prst="rect">
            <a:avLst/>
          </a:prstGeom>
          <a:solidFill>
            <a:srgbClr val="9BF2FB"/>
          </a:solidFill>
        </p:spPr>
        <p:txBody>
          <a:bodyPr wrap="none">
            <a:spAutoFit/>
          </a:bodyPr>
          <a:lstStyle/>
          <a:p>
            <a:r>
              <a:rPr kumimoji="1" lang="zh-CN" altLang="en-US" sz="2000" b="1" dirty="0">
                <a:ea typeface="黑体" pitchFamily="2" charset="-122"/>
                <a:sym typeface="Symbol" pitchFamily="18" charset="2"/>
              </a:rPr>
              <a:t> </a:t>
            </a:r>
            <a:r>
              <a:rPr kumimoji="1" lang="en-US" altLang="zh-CN" sz="2800" b="1" dirty="0">
                <a:ea typeface="黑体" pitchFamily="2" charset="-122"/>
                <a:sym typeface="Symbol" pitchFamily="18" charset="2"/>
              </a:rPr>
              <a:t>(</a:t>
            </a:r>
            <a:r>
              <a:rPr kumimoji="1" lang="en-US" altLang="zh-CN" sz="2800" b="1" i="1" dirty="0">
                <a:ea typeface="黑体" pitchFamily="2" charset="-122"/>
                <a:sym typeface="Symbol" pitchFamily="18" charset="2"/>
              </a:rPr>
              <a:t>A</a:t>
            </a:r>
            <a:r>
              <a:rPr kumimoji="1" lang="en-US" altLang="zh-CN" sz="2800" b="1" dirty="0">
                <a:ea typeface="黑体" pitchFamily="2" charset="-122"/>
                <a:sym typeface="Symbol" pitchFamily="18" charset="2"/>
              </a:rPr>
              <a:t>)(</a:t>
            </a:r>
            <a:r>
              <a:rPr kumimoji="1" lang="en-US" altLang="zh-CN" sz="2800" b="1" i="1" dirty="0">
                <a:ea typeface="黑体" pitchFamily="2" charset="-122"/>
                <a:sym typeface="Symbol" pitchFamily="18" charset="2"/>
              </a:rPr>
              <a:t>u</a:t>
            </a:r>
            <a:r>
              <a:rPr kumimoji="1" lang="en-US" altLang="zh-CN" sz="2800" b="1" dirty="0">
                <a:ea typeface="黑体" pitchFamily="2" charset="-122"/>
                <a:sym typeface="Symbol" pitchFamily="18" charset="2"/>
              </a:rPr>
              <a:t>)=</a:t>
            </a:r>
            <a:r>
              <a:rPr kumimoji="1" lang="en-US" altLang="zh-CN" sz="2800" b="1" i="1" dirty="0">
                <a:ea typeface="黑体" pitchFamily="2" charset="-122"/>
                <a:sym typeface="Symbol" pitchFamily="18" charset="2"/>
              </a:rPr>
              <a:t></a:t>
            </a:r>
            <a:r>
              <a:rPr kumimoji="1" lang="en-US" altLang="en-US" sz="2800" b="1" dirty="0">
                <a:sym typeface="Symbol"/>
              </a:rPr>
              <a:t></a:t>
            </a:r>
            <a:r>
              <a:rPr kumimoji="1" lang="en-US" altLang="zh-CN" sz="2800" b="1" i="1" dirty="0">
                <a:ea typeface="黑体" pitchFamily="2" charset="-122"/>
                <a:sym typeface="Symbol" pitchFamily="18" charset="2"/>
              </a:rPr>
              <a:t>A</a:t>
            </a:r>
            <a:r>
              <a:rPr kumimoji="1" lang="en-US" altLang="zh-CN" sz="2800" b="1" dirty="0">
                <a:ea typeface="黑体" pitchFamily="2" charset="-122"/>
                <a:sym typeface="Symbol" pitchFamily="18" charset="2"/>
              </a:rPr>
              <a:t>(</a:t>
            </a:r>
            <a:r>
              <a:rPr kumimoji="1" lang="en-US" altLang="zh-CN" sz="2800" b="1" i="1" dirty="0">
                <a:ea typeface="黑体" pitchFamily="2" charset="-122"/>
                <a:sym typeface="Symbol" pitchFamily="18" charset="2"/>
              </a:rPr>
              <a:t>u</a:t>
            </a:r>
            <a:r>
              <a:rPr kumimoji="1" lang="en-US" altLang="zh-CN" sz="2800" b="1" dirty="0">
                <a:ea typeface="黑体" pitchFamily="2" charset="-122"/>
                <a:sym typeface="Symbol" pitchFamily="18" charset="2"/>
              </a:rPr>
              <a:t>)</a:t>
            </a:r>
            <a:endParaRPr lang="zh-CN" altLang="en-US" sz="2800" dirty="0"/>
          </a:p>
        </p:txBody>
      </p:sp>
      <p:sp>
        <p:nvSpPr>
          <p:cNvPr id="4" name="灯片编号占位符 3">
            <a:extLst>
              <a:ext uri="{FF2B5EF4-FFF2-40B4-BE49-F238E27FC236}">
                <a16:creationId xmlns:a16="http://schemas.microsoft.com/office/drawing/2014/main" id="{4716C006-5002-6E28-85B8-69D78076A019}"/>
              </a:ext>
            </a:extLst>
          </p:cNvPr>
          <p:cNvSpPr>
            <a:spLocks noGrp="1"/>
          </p:cNvSpPr>
          <p:nvPr>
            <p:ph type="sldNum" sz="quarter" idx="11"/>
          </p:nvPr>
        </p:nvSpPr>
        <p:spPr/>
        <p:txBody>
          <a:bodyPr/>
          <a:lstStyle/>
          <a:p>
            <a:pPr>
              <a:defRPr/>
            </a:pPr>
            <a:fld id="{999B3504-16D4-4C04-B1A4-25F8AB881801}" type="slidenum">
              <a:rPr lang="en-US" altLang="zh-CN" smtClean="0"/>
              <a:pPr>
                <a:defRPr/>
              </a:pPr>
              <a:t>28</a:t>
            </a:fld>
            <a:endParaRPr lang="en-US" altLang="zh-CN"/>
          </a:p>
        </p:txBody>
      </p:sp>
    </p:spTree>
    <p:extLst>
      <p:ext uri="{BB962C8B-B14F-4D97-AF65-F5344CB8AC3E}">
        <p14:creationId xmlns:p14="http://schemas.microsoft.com/office/powerpoint/2010/main" val="19645115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wipe(left)">
                                      <p:cBhvr>
                                        <p:cTn id="7" dur="500"/>
                                        <p:tgtEl>
                                          <p:spTgt spid="1187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8787">
                                            <p:txEl>
                                              <p:pRg st="1" end="1"/>
                                            </p:txEl>
                                          </p:spTgt>
                                        </p:tgtEl>
                                        <p:attrNameLst>
                                          <p:attrName>style.visibility</p:attrName>
                                        </p:attrNameLst>
                                      </p:cBhvr>
                                      <p:to>
                                        <p:strVal val="visible"/>
                                      </p:to>
                                    </p:set>
                                    <p:animEffect transition="in" filter="wipe(left)">
                                      <p:cBhvr>
                                        <p:cTn id="12" dur="500"/>
                                        <p:tgtEl>
                                          <p:spTgt spid="1187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8787">
                                            <p:txEl>
                                              <p:pRg st="2" end="2"/>
                                            </p:txEl>
                                          </p:spTgt>
                                        </p:tgtEl>
                                        <p:attrNameLst>
                                          <p:attrName>style.visibility</p:attrName>
                                        </p:attrNameLst>
                                      </p:cBhvr>
                                      <p:to>
                                        <p:strVal val="visible"/>
                                      </p:to>
                                    </p:set>
                                    <p:animEffect transition="in" filter="wipe(left)">
                                      <p:cBhvr>
                                        <p:cTn id="17" dur="500"/>
                                        <p:tgtEl>
                                          <p:spTgt spid="1187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8787">
                                            <p:txEl>
                                              <p:pRg st="3" end="3"/>
                                            </p:txEl>
                                          </p:spTgt>
                                        </p:tgtEl>
                                        <p:attrNameLst>
                                          <p:attrName>style.visibility</p:attrName>
                                        </p:attrNameLst>
                                      </p:cBhvr>
                                      <p:to>
                                        <p:strVal val="visible"/>
                                      </p:to>
                                    </p:set>
                                    <p:animEffect transition="in" filter="wipe(left)">
                                      <p:cBhvr>
                                        <p:cTn id="22" dur="500"/>
                                        <p:tgtEl>
                                          <p:spTgt spid="1187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8787">
                                            <p:txEl>
                                              <p:pRg st="4" end="4"/>
                                            </p:txEl>
                                          </p:spTgt>
                                        </p:tgtEl>
                                        <p:attrNameLst>
                                          <p:attrName>style.visibility</p:attrName>
                                        </p:attrNameLst>
                                      </p:cBhvr>
                                      <p:to>
                                        <p:strVal val="visible"/>
                                      </p:to>
                                    </p:set>
                                    <p:animEffect transition="in" filter="wipe(left)">
                                      <p:cBhvr>
                                        <p:cTn id="27" dur="500"/>
                                        <p:tgtEl>
                                          <p:spTgt spid="1187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8787">
                                            <p:txEl>
                                              <p:pRg st="5" end="5"/>
                                            </p:txEl>
                                          </p:spTgt>
                                        </p:tgtEl>
                                        <p:attrNameLst>
                                          <p:attrName>style.visibility</p:attrName>
                                        </p:attrNameLst>
                                      </p:cBhvr>
                                      <p:to>
                                        <p:strVal val="visible"/>
                                      </p:to>
                                    </p:set>
                                    <p:animEffect transition="in" filter="wipe(left)">
                                      <p:cBhvr>
                                        <p:cTn id="32" dur="500"/>
                                        <p:tgtEl>
                                          <p:spTgt spid="11878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8787">
                                            <p:txEl>
                                              <p:pRg st="6" end="6"/>
                                            </p:txEl>
                                          </p:spTgt>
                                        </p:tgtEl>
                                        <p:attrNameLst>
                                          <p:attrName>style.visibility</p:attrName>
                                        </p:attrNameLst>
                                      </p:cBhvr>
                                      <p:to>
                                        <p:strVal val="visible"/>
                                      </p:to>
                                    </p:set>
                                    <p:animEffect transition="in" filter="wipe(left)">
                                      <p:cBhvr>
                                        <p:cTn id="37" dur="500"/>
                                        <p:tgtEl>
                                          <p:spTgt spid="11878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8787">
                                            <p:txEl>
                                              <p:pRg st="7" end="7"/>
                                            </p:txEl>
                                          </p:spTgt>
                                        </p:tgtEl>
                                        <p:attrNameLst>
                                          <p:attrName>style.visibility</p:attrName>
                                        </p:attrNameLst>
                                      </p:cBhvr>
                                      <p:to>
                                        <p:strVal val="visible"/>
                                      </p:to>
                                    </p:set>
                                    <p:animEffect transition="in" filter="wipe(left)">
                                      <p:cBhvr>
                                        <p:cTn id="42" dur="500"/>
                                        <p:tgtEl>
                                          <p:spTgt spid="118787">
                                            <p:txEl>
                                              <p:pRg st="7" end="7"/>
                                            </p:txEl>
                                          </p:spTgt>
                                        </p:tgtEl>
                                      </p:cBhvr>
                                    </p:animEffect>
                                  </p:childTnLst>
                                </p:cTn>
                              </p:par>
                            </p:childTnLst>
                          </p:cTn>
                        </p:par>
                        <p:par>
                          <p:cTn id="43" fill="hold" nodeType="afterGroup">
                            <p:stCondLst>
                              <p:cond delay="500"/>
                            </p:stCondLst>
                            <p:childTnLst>
                              <p:par>
                                <p:cTn id="44" presetID="22" presetClass="entr" presetSubtype="8" fill="hold" nodeType="afterEffect">
                                  <p:stCondLst>
                                    <p:cond delay="0"/>
                                  </p:stCondLst>
                                  <p:childTnLst>
                                    <p:set>
                                      <p:cBhvr>
                                        <p:cTn id="45" dur="1" fill="hold">
                                          <p:stCondLst>
                                            <p:cond delay="0"/>
                                          </p:stCondLst>
                                        </p:cTn>
                                        <p:tgtEl>
                                          <p:spTgt spid="118788"/>
                                        </p:tgtEl>
                                        <p:attrNameLst>
                                          <p:attrName>style.visibility</p:attrName>
                                        </p:attrNameLst>
                                      </p:cBhvr>
                                      <p:to>
                                        <p:strVal val="visible"/>
                                      </p:to>
                                    </p:set>
                                    <p:animEffect transition="in" filter="wipe(left)">
                                      <p:cBhvr>
                                        <p:cTn id="46" dur="500"/>
                                        <p:tgtEl>
                                          <p:spTgt spid="118788"/>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anim calcmode="lin" valueType="num">
                                      <p:cBhvr additive="base">
                                        <p:cTn id="51" dur="500" fill="hold"/>
                                        <p:tgtEl>
                                          <p:spTgt spid="2"/>
                                        </p:tgtEl>
                                        <p:attrNameLst>
                                          <p:attrName>ppt_x</p:attrName>
                                        </p:attrNameLst>
                                      </p:cBhvr>
                                      <p:tavLst>
                                        <p:tav tm="0">
                                          <p:val>
                                            <p:strVal val="#ppt_x"/>
                                          </p:val>
                                        </p:tav>
                                        <p:tav tm="100000">
                                          <p:val>
                                            <p:strVal val="#ppt_x"/>
                                          </p:val>
                                        </p:tav>
                                      </p:tavLst>
                                    </p:anim>
                                    <p:anim calcmode="lin" valueType="num">
                                      <p:cBhvr additive="base">
                                        <p:cTn id="5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 calcmode="lin" valueType="num">
                                      <p:cBhvr additive="base">
                                        <p:cTn id="57" dur="500" fill="hold"/>
                                        <p:tgtEl>
                                          <p:spTgt spid="3"/>
                                        </p:tgtEl>
                                        <p:attrNameLst>
                                          <p:attrName>ppt_x</p:attrName>
                                        </p:attrNameLst>
                                      </p:cBhvr>
                                      <p:tavLst>
                                        <p:tav tm="0">
                                          <p:val>
                                            <p:strVal val="#ppt_x"/>
                                          </p:val>
                                        </p:tav>
                                        <p:tav tm="100000">
                                          <p:val>
                                            <p:strVal val="#ppt_x"/>
                                          </p:val>
                                        </p:tav>
                                      </p:tavLst>
                                    </p:anim>
                                    <p:anim calcmode="lin" valueType="num">
                                      <p:cBhvr additive="base">
                                        <p:cTn id="5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18787">
                                            <p:txEl>
                                              <p:pRg st="9" end="9"/>
                                            </p:txEl>
                                          </p:spTgt>
                                        </p:tgtEl>
                                        <p:attrNameLst>
                                          <p:attrName>style.visibility</p:attrName>
                                        </p:attrNameLst>
                                      </p:cBhvr>
                                      <p:to>
                                        <p:strVal val="visible"/>
                                      </p:to>
                                    </p:set>
                                    <p:animEffect transition="in" filter="wipe(left)">
                                      <p:cBhvr>
                                        <p:cTn id="63" dur="500"/>
                                        <p:tgtEl>
                                          <p:spTgt spid="11878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uiExpand="1" build="p"/>
      <p:bldP spid="2" grpId="0" uiExpand="1" animBg="1"/>
      <p:bldP spid="3" grpId="0" uiExpan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981200" y="457201"/>
            <a:ext cx="8229600" cy="1171575"/>
          </a:xfrm>
        </p:spPr>
        <p:txBody>
          <a:bodyPr/>
          <a:lstStyle/>
          <a:p>
            <a:pPr algn="ctr" eaLnBrk="1" hangingPunct="1"/>
            <a:r>
              <a:rPr lang="en-US" altLang="zh-CN">
                <a:solidFill>
                  <a:srgbClr val="008000"/>
                </a:solidFill>
                <a:ea typeface="黑体" pitchFamily="2" charset="-122"/>
              </a:rPr>
              <a:t>F</a:t>
            </a:r>
            <a:r>
              <a:rPr lang="zh-CN" altLang="en-US">
                <a:solidFill>
                  <a:srgbClr val="008000"/>
                </a:solidFill>
                <a:ea typeface="黑体" pitchFamily="2" charset="-122"/>
              </a:rPr>
              <a:t>关系、 </a:t>
            </a:r>
            <a:r>
              <a:rPr lang="en-US" altLang="zh-CN">
                <a:solidFill>
                  <a:srgbClr val="008000"/>
                </a:solidFill>
                <a:ea typeface="黑体" pitchFamily="2" charset="-122"/>
              </a:rPr>
              <a:t>F</a:t>
            </a:r>
            <a:r>
              <a:rPr lang="zh-CN" altLang="en-US">
                <a:solidFill>
                  <a:srgbClr val="008000"/>
                </a:solidFill>
                <a:ea typeface="黑体" pitchFamily="2" charset="-122"/>
              </a:rPr>
              <a:t>映射和</a:t>
            </a:r>
            <a:r>
              <a:rPr lang="en-US" altLang="zh-CN">
                <a:solidFill>
                  <a:srgbClr val="008000"/>
                </a:solidFill>
                <a:ea typeface="黑体" pitchFamily="2" charset="-122"/>
              </a:rPr>
              <a:t>F</a:t>
            </a:r>
            <a:r>
              <a:rPr lang="zh-CN" altLang="en-US">
                <a:solidFill>
                  <a:srgbClr val="008000"/>
                </a:solidFill>
                <a:ea typeface="黑体" pitchFamily="2" charset="-122"/>
              </a:rPr>
              <a:t>变换的关系</a:t>
            </a:r>
          </a:p>
        </p:txBody>
      </p:sp>
      <p:sp>
        <p:nvSpPr>
          <p:cNvPr id="137219" name="Rectangle 3"/>
          <p:cNvSpPr>
            <a:spLocks noGrp="1" noChangeArrowheads="1"/>
          </p:cNvSpPr>
          <p:nvPr>
            <p:ph type="body" idx="1"/>
          </p:nvPr>
        </p:nvSpPr>
        <p:spPr>
          <a:xfrm>
            <a:off x="1055440" y="1700213"/>
            <a:ext cx="10153128" cy="4824412"/>
          </a:xfrm>
        </p:spPr>
        <p:txBody>
          <a:bodyPr/>
          <a:lstStyle/>
          <a:p>
            <a:pPr eaLnBrk="1" hangingPunct="1">
              <a:lnSpc>
                <a:spcPct val="110000"/>
              </a:lnSpc>
            </a:pPr>
            <a:r>
              <a:rPr lang="zh-CN" altLang="en-US" sz="2800" b="1" dirty="0">
                <a:ea typeface="楷体_GB2312" pitchFamily="49" charset="-122"/>
              </a:rPr>
              <a:t>给定</a:t>
            </a:r>
            <a:r>
              <a:rPr lang="en-US" altLang="zh-CN" sz="2800" b="1" i="1" dirty="0">
                <a:ea typeface="楷体_GB2312" pitchFamily="49" charset="-122"/>
              </a:rPr>
              <a:t>R</a:t>
            </a:r>
            <a:r>
              <a:rPr kumimoji="1" lang="en-US" altLang="en-US" sz="2800" b="1" dirty="0">
                <a:ea typeface="楷体_GB2312" pitchFamily="49" charset="-122"/>
                <a:sym typeface="Symbol" panose="05050102010706020507" pitchFamily="18" charset="2"/>
              </a:rPr>
              <a:t></a:t>
            </a:r>
            <a:r>
              <a:rPr kumimoji="1" lang="en-US" altLang="zh-CN" sz="2800" dirty="0">
                <a:latin typeface="Monotype Corsiva" pitchFamily="66" charset="0"/>
              </a:rPr>
              <a:t>F </a:t>
            </a:r>
            <a:r>
              <a:rPr kumimoji="1" lang="en-US" altLang="zh-CN" sz="2800" b="1" dirty="0">
                <a:ea typeface="楷体_GB2312" pitchFamily="49" charset="-122"/>
              </a:rPr>
              <a:t>(</a:t>
            </a:r>
            <a:r>
              <a:rPr kumimoji="1" lang="en-US" altLang="zh-CN" sz="2800" b="1" i="1" dirty="0">
                <a:ea typeface="楷体_GB2312" pitchFamily="49" charset="-122"/>
              </a:rPr>
              <a:t>U</a:t>
            </a:r>
            <a:r>
              <a:rPr kumimoji="1" lang="en-US" altLang="zh-CN" sz="2800" b="1" dirty="0">
                <a:ea typeface="楷体_GB2312" pitchFamily="49" charset="-122"/>
              </a:rPr>
              <a:t> </a:t>
            </a:r>
            <a:r>
              <a:rPr kumimoji="1" lang="en-US" altLang="en-US" sz="2800" b="1" dirty="0">
                <a:ea typeface="楷体_GB2312" pitchFamily="49" charset="-122"/>
                <a:sym typeface="Symbol"/>
              </a:rPr>
              <a:t> </a:t>
            </a:r>
            <a:r>
              <a:rPr kumimoji="1" lang="en-US" altLang="zh-CN" sz="2800" b="1" i="1" dirty="0">
                <a:ea typeface="楷体_GB2312" pitchFamily="49" charset="-122"/>
              </a:rPr>
              <a:t>V</a:t>
            </a:r>
            <a:r>
              <a:rPr kumimoji="1" lang="en-US" altLang="zh-CN" sz="2800" b="1" dirty="0">
                <a:ea typeface="楷体_GB2312" pitchFamily="49" charset="-122"/>
              </a:rPr>
              <a:t>)</a:t>
            </a:r>
            <a:r>
              <a:rPr kumimoji="1" lang="zh-CN" altLang="en-US" sz="2800" b="1" dirty="0">
                <a:ea typeface="楷体_GB2312" pitchFamily="49" charset="-122"/>
              </a:rPr>
              <a:t>，可以唯一确定一个从</a:t>
            </a:r>
            <a:r>
              <a:rPr kumimoji="1" lang="en-US" altLang="zh-CN" sz="2800" b="1" i="1" dirty="0">
                <a:ea typeface="楷体_GB2312" pitchFamily="49" charset="-122"/>
              </a:rPr>
              <a:t>U</a:t>
            </a:r>
            <a:r>
              <a:rPr kumimoji="1" lang="zh-CN" altLang="en-US" sz="2800" b="1" dirty="0">
                <a:ea typeface="楷体_GB2312" pitchFamily="49" charset="-122"/>
              </a:rPr>
              <a:t>到</a:t>
            </a:r>
            <a:r>
              <a:rPr kumimoji="1" lang="en-US" altLang="zh-CN" sz="2800" b="1" i="1" dirty="0">
                <a:ea typeface="楷体_GB2312" pitchFamily="49" charset="-122"/>
              </a:rPr>
              <a:t>V</a:t>
            </a:r>
            <a:r>
              <a:rPr kumimoji="1" lang="zh-CN" altLang="en-US" sz="2800" b="1" dirty="0">
                <a:ea typeface="楷体_GB2312" pitchFamily="49" charset="-122"/>
              </a:rPr>
              <a:t>的</a:t>
            </a:r>
            <a:r>
              <a:rPr kumimoji="1" lang="en-US" altLang="zh-CN" sz="2800" b="1" dirty="0">
                <a:solidFill>
                  <a:srgbClr val="CC00CC"/>
                </a:solidFill>
                <a:ea typeface="楷体_GB2312" pitchFamily="49" charset="-122"/>
              </a:rPr>
              <a:t>F</a:t>
            </a:r>
            <a:r>
              <a:rPr kumimoji="1" lang="zh-CN" altLang="en-US" sz="2800" b="1" dirty="0">
                <a:solidFill>
                  <a:srgbClr val="CC00CC"/>
                </a:solidFill>
                <a:ea typeface="楷体_GB2312" pitchFamily="49" charset="-122"/>
              </a:rPr>
              <a:t>线性变换</a:t>
            </a:r>
            <a:r>
              <a:rPr kumimoji="1" lang="en-US" altLang="zh-CN" sz="2800" b="1" i="1" dirty="0">
                <a:solidFill>
                  <a:srgbClr val="CC00CC"/>
                </a:solidFill>
                <a:ea typeface="楷体_GB2312" pitchFamily="49" charset="-122"/>
              </a:rPr>
              <a:t>T</a:t>
            </a:r>
            <a:r>
              <a:rPr kumimoji="1" lang="en-US" altLang="zh-CN" sz="2800" b="1" i="1" baseline="-25000" dirty="0">
                <a:solidFill>
                  <a:srgbClr val="CC00CC"/>
                </a:solidFill>
                <a:ea typeface="楷体_GB2312" pitchFamily="49" charset="-122"/>
              </a:rPr>
              <a:t>R</a:t>
            </a:r>
          </a:p>
          <a:p>
            <a:pPr eaLnBrk="1" hangingPunct="1">
              <a:lnSpc>
                <a:spcPct val="110000"/>
              </a:lnSpc>
            </a:pPr>
            <a:r>
              <a:rPr kumimoji="1" lang="zh-CN" altLang="en-US" sz="2800" b="1" dirty="0">
                <a:ea typeface="楷体_GB2312" pitchFamily="49" charset="-122"/>
              </a:rPr>
              <a:t>反之，任给一个从 </a:t>
            </a:r>
            <a:r>
              <a:rPr kumimoji="1" lang="en-US" altLang="zh-CN" sz="2800" b="1" i="1" dirty="0">
                <a:ea typeface="楷体_GB2312" pitchFamily="49" charset="-122"/>
              </a:rPr>
              <a:t>U</a:t>
            </a:r>
            <a:r>
              <a:rPr kumimoji="1" lang="en-US" altLang="zh-CN" sz="2800" b="1" dirty="0">
                <a:ea typeface="楷体_GB2312" pitchFamily="49" charset="-122"/>
              </a:rPr>
              <a:t> </a:t>
            </a:r>
            <a:r>
              <a:rPr kumimoji="1" lang="zh-CN" altLang="en-US" sz="2800" b="1" dirty="0">
                <a:ea typeface="楷体_GB2312" pitchFamily="49" charset="-122"/>
              </a:rPr>
              <a:t>到 </a:t>
            </a:r>
            <a:r>
              <a:rPr kumimoji="1" lang="en-US" altLang="zh-CN" sz="2800" b="1" i="1" dirty="0">
                <a:ea typeface="楷体_GB2312" pitchFamily="49" charset="-122"/>
              </a:rPr>
              <a:t>V</a:t>
            </a:r>
            <a:r>
              <a:rPr kumimoji="1" lang="en-US" altLang="zh-CN" sz="2800" b="1" dirty="0">
                <a:ea typeface="楷体_GB2312" pitchFamily="49" charset="-122"/>
              </a:rPr>
              <a:t> </a:t>
            </a:r>
            <a:r>
              <a:rPr kumimoji="1" lang="zh-CN" altLang="en-US" sz="2800" b="1" dirty="0">
                <a:ea typeface="楷体_GB2312" pitchFamily="49" charset="-122"/>
              </a:rPr>
              <a:t>的</a:t>
            </a:r>
            <a:r>
              <a:rPr kumimoji="1" lang="en-US" altLang="zh-CN" sz="2800" b="1" dirty="0">
                <a:ea typeface="楷体_GB2312" pitchFamily="49" charset="-122"/>
              </a:rPr>
              <a:t>F </a:t>
            </a:r>
            <a:r>
              <a:rPr kumimoji="1" lang="zh-CN" altLang="en-US" sz="2800" b="1" dirty="0">
                <a:ea typeface="楷体_GB2312" pitchFamily="49" charset="-122"/>
              </a:rPr>
              <a:t>线性变换</a:t>
            </a:r>
            <a:r>
              <a:rPr kumimoji="1" lang="en-US" altLang="zh-CN" sz="2800" b="1" dirty="0">
                <a:ea typeface="楷体_GB2312" pitchFamily="49" charset="-122"/>
              </a:rPr>
              <a:t>T</a:t>
            </a:r>
            <a:r>
              <a:rPr kumimoji="1" lang="zh-CN" altLang="en-US" sz="2800" b="1" dirty="0">
                <a:ea typeface="楷体_GB2312" pitchFamily="49" charset="-122"/>
              </a:rPr>
              <a:t>，也存在唯一的</a:t>
            </a:r>
            <a:r>
              <a:rPr kumimoji="1" lang="en-US" altLang="zh-CN" sz="2800" b="1" dirty="0">
                <a:solidFill>
                  <a:srgbClr val="3333FF"/>
                </a:solidFill>
                <a:ea typeface="楷体_GB2312" pitchFamily="49" charset="-122"/>
              </a:rPr>
              <a:t>F</a:t>
            </a:r>
            <a:r>
              <a:rPr kumimoji="1" lang="zh-CN" altLang="en-US" sz="2800" b="1" dirty="0">
                <a:solidFill>
                  <a:srgbClr val="3333FF"/>
                </a:solidFill>
                <a:ea typeface="楷体_GB2312" pitchFamily="49" charset="-122"/>
              </a:rPr>
              <a:t>关系</a:t>
            </a:r>
            <a:r>
              <a:rPr lang="en-US" altLang="zh-CN" sz="2800" b="1" i="1" dirty="0">
                <a:ea typeface="楷体_GB2312" pitchFamily="49" charset="-122"/>
              </a:rPr>
              <a:t>R</a:t>
            </a:r>
            <a:r>
              <a:rPr kumimoji="1" lang="en-US" altLang="en-US" sz="2800" b="1" dirty="0">
                <a:ea typeface="楷体_GB2312" pitchFamily="49" charset="-122"/>
                <a:sym typeface="Symbol" panose="05050102010706020507" pitchFamily="18" charset="2"/>
              </a:rPr>
              <a:t> </a:t>
            </a:r>
            <a:r>
              <a:rPr kumimoji="1" lang="en-US" altLang="zh-CN" sz="2800" dirty="0"/>
              <a:t> </a:t>
            </a:r>
            <a:r>
              <a:rPr kumimoji="1" lang="en-US" altLang="zh-CN" sz="2800" dirty="0">
                <a:latin typeface="Monotype Corsiva" pitchFamily="66" charset="0"/>
              </a:rPr>
              <a:t>F </a:t>
            </a:r>
            <a:r>
              <a:rPr kumimoji="1" lang="en-US" altLang="zh-CN" sz="2800" b="1" dirty="0">
                <a:ea typeface="楷体_GB2312" pitchFamily="49" charset="-122"/>
              </a:rPr>
              <a:t>(</a:t>
            </a:r>
            <a:r>
              <a:rPr kumimoji="1" lang="en-US" altLang="zh-CN" sz="2800" b="1" i="1" dirty="0">
                <a:ea typeface="楷体_GB2312" pitchFamily="49" charset="-122"/>
              </a:rPr>
              <a:t>U</a:t>
            </a:r>
            <a:r>
              <a:rPr kumimoji="1" lang="en-US" altLang="en-US" sz="2800" b="1" dirty="0">
                <a:ea typeface="楷体_GB2312" pitchFamily="49" charset="-122"/>
                <a:sym typeface="Symbol"/>
              </a:rPr>
              <a:t>  </a:t>
            </a:r>
            <a:r>
              <a:rPr kumimoji="1" lang="en-US" altLang="zh-CN" sz="2800" b="1" i="1" dirty="0">
                <a:ea typeface="楷体_GB2312" pitchFamily="49" charset="-122"/>
              </a:rPr>
              <a:t>V</a:t>
            </a:r>
            <a:r>
              <a:rPr kumimoji="1" lang="en-US" altLang="zh-CN" sz="2800" b="1" dirty="0">
                <a:ea typeface="楷体_GB2312" pitchFamily="49" charset="-122"/>
              </a:rPr>
              <a:t>)</a:t>
            </a:r>
            <a:r>
              <a:rPr kumimoji="1" lang="zh-CN" altLang="en-US" sz="2800" b="1" dirty="0">
                <a:ea typeface="楷体_GB2312" pitchFamily="49" charset="-122"/>
              </a:rPr>
              <a:t>，使</a:t>
            </a:r>
            <a:r>
              <a:rPr kumimoji="1" lang="en-US" altLang="zh-CN" sz="2800" b="1" i="1" dirty="0">
                <a:ea typeface="楷体_GB2312" pitchFamily="49" charset="-122"/>
              </a:rPr>
              <a:t>T</a:t>
            </a:r>
            <a:r>
              <a:rPr kumimoji="1" lang="en-US" altLang="zh-CN" sz="2800" b="1" i="1" baseline="-25000" dirty="0">
                <a:ea typeface="楷体_GB2312" pitchFamily="49" charset="-122"/>
              </a:rPr>
              <a:t>R</a:t>
            </a:r>
            <a:r>
              <a:rPr kumimoji="1" lang="zh-CN" altLang="en-US" sz="2800" b="1" i="1" dirty="0">
                <a:ea typeface="楷体_GB2312" pitchFamily="49" charset="-122"/>
              </a:rPr>
              <a:t> </a:t>
            </a:r>
            <a:r>
              <a:rPr kumimoji="1" lang="en-US" altLang="zh-CN" sz="2800" b="1" dirty="0">
                <a:ea typeface="楷体_GB2312" pitchFamily="49" charset="-122"/>
              </a:rPr>
              <a:t>= T</a:t>
            </a:r>
            <a:r>
              <a:rPr kumimoji="1" lang="zh-CN" altLang="en-US" sz="2800" b="1" dirty="0">
                <a:ea typeface="楷体_GB2312" pitchFamily="49" charset="-122"/>
              </a:rPr>
              <a:t>。</a:t>
            </a:r>
          </a:p>
          <a:p>
            <a:pPr eaLnBrk="1" hangingPunct="1">
              <a:lnSpc>
                <a:spcPct val="110000"/>
              </a:lnSpc>
            </a:pPr>
            <a:r>
              <a:rPr kumimoji="1" lang="zh-CN" altLang="en-US" b="1" dirty="0">
                <a:ea typeface="楷体_GB2312" pitchFamily="49" charset="-122"/>
              </a:rPr>
              <a:t>因此，</a:t>
            </a:r>
            <a:r>
              <a:rPr kumimoji="1" lang="en-US" altLang="zh-CN" b="1" u="sng" dirty="0">
                <a:solidFill>
                  <a:srgbClr val="3333FF"/>
                </a:solidFill>
                <a:ea typeface="楷体_GB2312" pitchFamily="49" charset="-122"/>
              </a:rPr>
              <a:t>F</a:t>
            </a:r>
            <a:r>
              <a:rPr kumimoji="1" lang="zh-CN" altLang="en-US" b="1" u="sng" dirty="0">
                <a:solidFill>
                  <a:srgbClr val="3333FF"/>
                </a:solidFill>
                <a:ea typeface="楷体_GB2312" pitchFamily="49" charset="-122"/>
              </a:rPr>
              <a:t>关系</a:t>
            </a:r>
            <a:r>
              <a:rPr kumimoji="1" lang="zh-CN" altLang="en-US" b="1" dirty="0">
                <a:ea typeface="楷体_GB2312" pitchFamily="49" charset="-122"/>
              </a:rPr>
              <a:t>与</a:t>
            </a:r>
            <a:r>
              <a:rPr kumimoji="1" lang="en-US" altLang="zh-CN" b="1" u="sng" dirty="0">
                <a:solidFill>
                  <a:srgbClr val="CC00CC"/>
                </a:solidFill>
                <a:ea typeface="楷体_GB2312" pitchFamily="49" charset="-122"/>
              </a:rPr>
              <a:t>F</a:t>
            </a:r>
            <a:r>
              <a:rPr kumimoji="1" lang="zh-CN" altLang="en-US" b="1" u="sng" dirty="0">
                <a:solidFill>
                  <a:srgbClr val="CC00CC"/>
                </a:solidFill>
                <a:ea typeface="楷体_GB2312" pitchFamily="49" charset="-122"/>
              </a:rPr>
              <a:t>线性变换</a:t>
            </a:r>
            <a:r>
              <a:rPr kumimoji="1" lang="zh-CN" altLang="en-US" b="1" dirty="0">
                <a:ea typeface="楷体_GB2312" pitchFamily="49" charset="-122"/>
              </a:rPr>
              <a:t>是一一对应的。</a:t>
            </a:r>
          </a:p>
          <a:p>
            <a:pPr lvl="1" eaLnBrk="1" hangingPunct="1">
              <a:lnSpc>
                <a:spcPct val="110000"/>
              </a:lnSpc>
            </a:pPr>
            <a:r>
              <a:rPr kumimoji="1" lang="zh-CN" altLang="en-US" b="1" dirty="0">
                <a:ea typeface="楷体_GB2312" pitchFamily="49" charset="-122"/>
              </a:rPr>
              <a:t>即可将</a:t>
            </a:r>
            <a:r>
              <a:rPr kumimoji="1" lang="en-US" altLang="zh-CN" b="1" dirty="0">
                <a:ea typeface="楷体_GB2312" pitchFamily="49" charset="-122"/>
              </a:rPr>
              <a:t>T</a:t>
            </a:r>
            <a:r>
              <a:rPr kumimoji="1" lang="en-US" altLang="zh-CN" b="1" baseline="-25000" dirty="0">
                <a:ea typeface="楷体_GB2312" pitchFamily="49" charset="-122"/>
              </a:rPr>
              <a:t>R</a:t>
            </a:r>
            <a:r>
              <a:rPr kumimoji="1" lang="zh-CN" altLang="en-US" b="1" dirty="0">
                <a:ea typeface="楷体_GB2312" pitchFamily="49" charset="-122"/>
              </a:rPr>
              <a:t>与</a:t>
            </a:r>
            <a:r>
              <a:rPr kumimoji="1" lang="en-US" altLang="zh-CN" b="1" dirty="0">
                <a:ea typeface="楷体_GB2312" pitchFamily="49" charset="-122"/>
              </a:rPr>
              <a:t>R</a:t>
            </a:r>
            <a:r>
              <a:rPr kumimoji="1" lang="zh-CN" altLang="en-US" b="1" dirty="0">
                <a:ea typeface="楷体_GB2312" pitchFamily="49" charset="-122"/>
              </a:rPr>
              <a:t>不加区分，有时把</a:t>
            </a:r>
            <a:r>
              <a:rPr kumimoji="1" lang="en-US" altLang="zh-CN" b="1" u="sng" dirty="0">
                <a:solidFill>
                  <a:srgbClr val="3333FF"/>
                </a:solidFill>
                <a:ea typeface="楷体_GB2312" pitchFamily="49" charset="-122"/>
              </a:rPr>
              <a:t>R</a:t>
            </a:r>
            <a:r>
              <a:rPr kumimoji="1" lang="zh-CN" altLang="en-US" b="1" dirty="0">
                <a:solidFill>
                  <a:srgbClr val="3333FF"/>
                </a:solidFill>
                <a:ea typeface="楷体_GB2312" pitchFamily="49" charset="-122"/>
              </a:rPr>
              <a:t>称为</a:t>
            </a:r>
            <a:r>
              <a:rPr kumimoji="1" lang="en-US" altLang="zh-CN" b="1" u="sng" dirty="0">
                <a:solidFill>
                  <a:srgbClr val="3333FF"/>
                </a:solidFill>
                <a:ea typeface="楷体_GB2312" pitchFamily="49" charset="-122"/>
              </a:rPr>
              <a:t>F</a:t>
            </a:r>
            <a:r>
              <a:rPr kumimoji="1" lang="zh-CN" altLang="en-US" b="1" u="sng" dirty="0">
                <a:solidFill>
                  <a:srgbClr val="3333FF"/>
                </a:solidFill>
                <a:ea typeface="楷体_GB2312" pitchFamily="49" charset="-122"/>
              </a:rPr>
              <a:t>线性变换</a:t>
            </a:r>
            <a:r>
              <a:rPr kumimoji="1" lang="zh-CN" altLang="en-US" b="1" dirty="0">
                <a:solidFill>
                  <a:srgbClr val="3333FF"/>
                </a:solidFill>
                <a:ea typeface="楷体_GB2312" pitchFamily="49" charset="-122"/>
              </a:rPr>
              <a:t>。</a:t>
            </a:r>
          </a:p>
          <a:p>
            <a:pPr eaLnBrk="1" hangingPunct="1">
              <a:lnSpc>
                <a:spcPct val="110000"/>
              </a:lnSpc>
            </a:pPr>
            <a:r>
              <a:rPr kumimoji="1" lang="zh-CN" altLang="en-US" b="1" dirty="0">
                <a:ea typeface="楷体_GB2312" pitchFamily="49" charset="-122"/>
              </a:rPr>
              <a:t>又</a:t>
            </a:r>
            <a:r>
              <a:rPr kumimoji="1" lang="en-US" altLang="zh-CN" b="1" dirty="0">
                <a:solidFill>
                  <a:srgbClr val="3333FF"/>
                </a:solidFill>
                <a:ea typeface="楷体_GB2312" pitchFamily="49" charset="-122"/>
              </a:rPr>
              <a:t>F</a:t>
            </a:r>
            <a:r>
              <a:rPr kumimoji="1" lang="zh-CN" altLang="en-US" b="1" dirty="0">
                <a:solidFill>
                  <a:srgbClr val="3333FF"/>
                </a:solidFill>
                <a:ea typeface="楷体_GB2312" pitchFamily="49" charset="-122"/>
              </a:rPr>
              <a:t>关系</a:t>
            </a:r>
            <a:r>
              <a:rPr kumimoji="1" lang="zh-CN" altLang="en-US" b="1" dirty="0">
                <a:ea typeface="楷体_GB2312" pitchFamily="49" charset="-122"/>
              </a:rPr>
              <a:t>与</a:t>
            </a:r>
            <a:r>
              <a:rPr kumimoji="1" lang="en-US" altLang="zh-CN" b="1" dirty="0">
                <a:solidFill>
                  <a:srgbClr val="FF0000"/>
                </a:solidFill>
                <a:ea typeface="楷体_GB2312" pitchFamily="49" charset="-122"/>
              </a:rPr>
              <a:t>F </a:t>
            </a:r>
            <a:r>
              <a:rPr kumimoji="1" lang="zh-CN" altLang="en-US" b="1" dirty="0">
                <a:solidFill>
                  <a:srgbClr val="FF0000"/>
                </a:solidFill>
                <a:ea typeface="楷体_GB2312" pitchFamily="49" charset="-122"/>
              </a:rPr>
              <a:t>映射</a:t>
            </a:r>
            <a:r>
              <a:rPr kumimoji="1" lang="zh-CN" altLang="en-US" b="1" dirty="0">
                <a:ea typeface="楷体_GB2312" pitchFamily="49" charset="-122"/>
              </a:rPr>
              <a:t>也是一一对应的，</a:t>
            </a:r>
          </a:p>
          <a:p>
            <a:pPr eaLnBrk="1" hangingPunct="1">
              <a:lnSpc>
                <a:spcPct val="110000"/>
              </a:lnSpc>
            </a:pPr>
            <a:r>
              <a:rPr kumimoji="1" lang="zh-CN" altLang="en-US" b="1" dirty="0">
                <a:ea typeface="楷体_GB2312" pitchFamily="49" charset="-122"/>
              </a:rPr>
              <a:t>所以，</a:t>
            </a:r>
            <a:r>
              <a:rPr kumimoji="1" lang="en-US" altLang="zh-CN" b="1" u="sng" dirty="0">
                <a:solidFill>
                  <a:srgbClr val="3333FF"/>
                </a:solidFill>
                <a:ea typeface="楷体_GB2312" pitchFamily="49" charset="-122"/>
              </a:rPr>
              <a:t>F</a:t>
            </a:r>
            <a:r>
              <a:rPr kumimoji="1" lang="zh-CN" altLang="en-US" b="1" u="sng" dirty="0">
                <a:solidFill>
                  <a:srgbClr val="3333FF"/>
                </a:solidFill>
                <a:ea typeface="楷体_GB2312" pitchFamily="49" charset="-122"/>
              </a:rPr>
              <a:t>关系</a:t>
            </a:r>
            <a:r>
              <a:rPr kumimoji="1" lang="zh-CN" altLang="en-US" b="1" dirty="0">
                <a:ea typeface="楷体_GB2312" pitchFamily="49" charset="-122"/>
              </a:rPr>
              <a:t>、</a:t>
            </a:r>
            <a:r>
              <a:rPr kumimoji="1" lang="en-US" altLang="zh-CN" b="1" u="sng" dirty="0">
                <a:solidFill>
                  <a:srgbClr val="F72603"/>
                </a:solidFill>
                <a:ea typeface="楷体_GB2312" pitchFamily="49" charset="-122"/>
              </a:rPr>
              <a:t>F</a:t>
            </a:r>
            <a:r>
              <a:rPr kumimoji="1" lang="zh-CN" altLang="en-US" b="1" u="sng" dirty="0">
                <a:solidFill>
                  <a:srgbClr val="F72603"/>
                </a:solidFill>
                <a:ea typeface="楷体_GB2312" pitchFamily="49" charset="-122"/>
              </a:rPr>
              <a:t>映射</a:t>
            </a:r>
            <a:r>
              <a:rPr kumimoji="1" lang="zh-CN" altLang="en-US" b="1" dirty="0">
                <a:ea typeface="楷体_GB2312" pitchFamily="49" charset="-122"/>
              </a:rPr>
              <a:t>和</a:t>
            </a:r>
            <a:r>
              <a:rPr kumimoji="1" lang="en-US" altLang="zh-CN" b="1" u="sng" dirty="0">
                <a:solidFill>
                  <a:srgbClr val="CC00CC"/>
                </a:solidFill>
                <a:ea typeface="楷体_GB2312" pitchFamily="49" charset="-122"/>
              </a:rPr>
              <a:t>F</a:t>
            </a:r>
            <a:r>
              <a:rPr kumimoji="1" lang="zh-CN" altLang="en-US" b="1" u="sng" dirty="0">
                <a:solidFill>
                  <a:srgbClr val="CC00CC"/>
                </a:solidFill>
                <a:ea typeface="楷体_GB2312" pitchFamily="49" charset="-122"/>
              </a:rPr>
              <a:t>线性变换</a:t>
            </a:r>
            <a:r>
              <a:rPr kumimoji="1" lang="zh-CN" altLang="en-US" b="1" dirty="0">
                <a:ea typeface="楷体_GB2312" pitchFamily="49" charset="-122"/>
              </a:rPr>
              <a:t>其实就是同一个事物的不同表现形式！</a:t>
            </a:r>
          </a:p>
        </p:txBody>
      </p:sp>
      <p:sp>
        <p:nvSpPr>
          <p:cNvPr id="2" name="灯片编号占位符 1">
            <a:extLst>
              <a:ext uri="{FF2B5EF4-FFF2-40B4-BE49-F238E27FC236}">
                <a16:creationId xmlns:a16="http://schemas.microsoft.com/office/drawing/2014/main" id="{A0465B1A-B2A0-1D55-66DB-FC2678EBCA58}"/>
              </a:ext>
            </a:extLst>
          </p:cNvPr>
          <p:cNvSpPr>
            <a:spLocks noGrp="1"/>
          </p:cNvSpPr>
          <p:nvPr>
            <p:ph type="sldNum" sz="quarter" idx="11"/>
          </p:nvPr>
        </p:nvSpPr>
        <p:spPr/>
        <p:txBody>
          <a:bodyPr/>
          <a:lstStyle/>
          <a:p>
            <a:pPr>
              <a:defRPr/>
            </a:pPr>
            <a:fld id="{EF24B7D7-F746-4E05-9A11-DD4FB4529D5B}" type="slidenum">
              <a:rPr lang="en-US" altLang="zh-CN" smtClean="0"/>
              <a:pPr>
                <a:defRPr/>
              </a:pPr>
              <a:t>29</a:t>
            </a:fld>
            <a:endParaRPr lang="en-US" altLang="zh-CN"/>
          </a:p>
        </p:txBody>
      </p:sp>
    </p:spTree>
    <p:extLst>
      <p:ext uri="{BB962C8B-B14F-4D97-AF65-F5344CB8AC3E}">
        <p14:creationId xmlns:p14="http://schemas.microsoft.com/office/powerpoint/2010/main" val="20300705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wipe(left)">
                                      <p:cBhvr>
                                        <p:cTn id="7" dur="500"/>
                                        <p:tgtEl>
                                          <p:spTgt spid="137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19">
                                            <p:txEl>
                                              <p:pRg st="1" end="1"/>
                                            </p:txEl>
                                          </p:spTgt>
                                        </p:tgtEl>
                                        <p:attrNameLst>
                                          <p:attrName>style.visibility</p:attrName>
                                        </p:attrNameLst>
                                      </p:cBhvr>
                                      <p:to>
                                        <p:strVal val="visible"/>
                                      </p:to>
                                    </p:set>
                                    <p:animEffect transition="in" filter="wipe(left)">
                                      <p:cBhvr>
                                        <p:cTn id="12" dur="500"/>
                                        <p:tgtEl>
                                          <p:spTgt spid="137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7219">
                                            <p:txEl>
                                              <p:pRg st="2" end="2"/>
                                            </p:txEl>
                                          </p:spTgt>
                                        </p:tgtEl>
                                        <p:attrNameLst>
                                          <p:attrName>style.visibility</p:attrName>
                                        </p:attrNameLst>
                                      </p:cBhvr>
                                      <p:to>
                                        <p:strVal val="visible"/>
                                      </p:to>
                                    </p:set>
                                    <p:animEffect transition="in" filter="wipe(left)">
                                      <p:cBhvr>
                                        <p:cTn id="17" dur="500"/>
                                        <p:tgtEl>
                                          <p:spTgt spid="1372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7219">
                                            <p:txEl>
                                              <p:pRg st="3" end="3"/>
                                            </p:txEl>
                                          </p:spTgt>
                                        </p:tgtEl>
                                        <p:attrNameLst>
                                          <p:attrName>style.visibility</p:attrName>
                                        </p:attrNameLst>
                                      </p:cBhvr>
                                      <p:to>
                                        <p:strVal val="visible"/>
                                      </p:to>
                                    </p:set>
                                    <p:animEffect transition="in" filter="wipe(left)">
                                      <p:cBhvr>
                                        <p:cTn id="22" dur="500"/>
                                        <p:tgtEl>
                                          <p:spTgt spid="1372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7219">
                                            <p:txEl>
                                              <p:pRg st="4" end="4"/>
                                            </p:txEl>
                                          </p:spTgt>
                                        </p:tgtEl>
                                        <p:attrNameLst>
                                          <p:attrName>style.visibility</p:attrName>
                                        </p:attrNameLst>
                                      </p:cBhvr>
                                      <p:to>
                                        <p:strVal val="visible"/>
                                      </p:to>
                                    </p:set>
                                    <p:animEffect transition="in" filter="wipe(left)">
                                      <p:cBhvr>
                                        <p:cTn id="27" dur="500"/>
                                        <p:tgtEl>
                                          <p:spTgt spid="13721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7219">
                                            <p:txEl>
                                              <p:pRg st="5" end="5"/>
                                            </p:txEl>
                                          </p:spTgt>
                                        </p:tgtEl>
                                        <p:attrNameLst>
                                          <p:attrName>style.visibility</p:attrName>
                                        </p:attrNameLst>
                                      </p:cBhvr>
                                      <p:to>
                                        <p:strVal val="visible"/>
                                      </p:to>
                                    </p:set>
                                    <p:animEffect transition="in" filter="wipe(left)">
                                      <p:cBhvr>
                                        <p:cTn id="32" dur="500"/>
                                        <p:tgtEl>
                                          <p:spTgt spid="137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body" idx="1"/>
          </p:nvPr>
        </p:nvSpPr>
        <p:spPr>
          <a:xfrm>
            <a:off x="911424" y="476250"/>
            <a:ext cx="10513168" cy="1079500"/>
          </a:xfrm>
        </p:spPr>
        <p:txBody>
          <a:bodyPr/>
          <a:lstStyle/>
          <a:p>
            <a:pPr eaLnBrk="1" hangingPunct="1">
              <a:buFont typeface="Wingdings" pitchFamily="2" charset="2"/>
              <a:buNone/>
            </a:pPr>
            <a:r>
              <a:rPr lang="en-US" altLang="zh-CN" b="1" dirty="0">
                <a:solidFill>
                  <a:srgbClr val="008000"/>
                </a:solidFill>
                <a:latin typeface="宋体" charset="-122"/>
              </a:rPr>
              <a:t>[</a:t>
            </a:r>
            <a:r>
              <a:rPr lang="zh-CN" altLang="en-US" b="1" dirty="0">
                <a:solidFill>
                  <a:srgbClr val="008000"/>
                </a:solidFill>
                <a:latin typeface="宋体" charset="-122"/>
              </a:rPr>
              <a:t>例</a:t>
            </a:r>
            <a:r>
              <a:rPr lang="en-US" altLang="zh-CN" b="1" dirty="0">
                <a:solidFill>
                  <a:srgbClr val="008000"/>
                </a:solidFill>
                <a:latin typeface="宋体" charset="-122"/>
              </a:rPr>
              <a:t>]</a:t>
            </a:r>
            <a:r>
              <a:rPr lang="zh-CN" altLang="en-US" b="1" dirty="0">
                <a:solidFill>
                  <a:srgbClr val="008000"/>
                </a:solidFill>
                <a:latin typeface="宋体" charset="-122"/>
              </a:rPr>
              <a:t>设</a:t>
            </a:r>
            <a:r>
              <a:rPr lang="en-US" altLang="zh-CN" b="1" i="1" dirty="0">
                <a:solidFill>
                  <a:srgbClr val="008000"/>
                </a:solidFill>
              </a:rPr>
              <a:t>X </a:t>
            </a:r>
            <a:r>
              <a:rPr lang="en-US" altLang="zh-CN" b="1" dirty="0">
                <a:solidFill>
                  <a:srgbClr val="008000"/>
                </a:solidFill>
              </a:rPr>
              <a:t>=</a:t>
            </a:r>
            <a:r>
              <a:rPr lang="en-US" altLang="zh-CN" b="1" dirty="0">
                <a:solidFill>
                  <a:srgbClr val="008000"/>
                </a:solidFill>
                <a:latin typeface="宋体" charset="-122"/>
              </a:rPr>
              <a:t>{</a:t>
            </a:r>
            <a:r>
              <a:rPr lang="en-US" altLang="zh-CN" b="1" i="1" dirty="0">
                <a:solidFill>
                  <a:srgbClr val="008000"/>
                </a:solidFill>
              </a:rPr>
              <a:t>x</a:t>
            </a:r>
            <a:r>
              <a:rPr lang="en-US" altLang="zh-CN" b="1" baseline="-30000" dirty="0">
                <a:solidFill>
                  <a:srgbClr val="008000"/>
                </a:solidFill>
              </a:rPr>
              <a:t>1</a:t>
            </a:r>
            <a:r>
              <a:rPr lang="en-US" altLang="zh-CN" b="1" dirty="0">
                <a:solidFill>
                  <a:srgbClr val="008000"/>
                </a:solidFill>
              </a:rPr>
              <a:t>, </a:t>
            </a:r>
            <a:r>
              <a:rPr lang="en-US" altLang="zh-CN" b="1" i="1" dirty="0">
                <a:solidFill>
                  <a:srgbClr val="008000"/>
                </a:solidFill>
              </a:rPr>
              <a:t>x</a:t>
            </a:r>
            <a:r>
              <a:rPr lang="en-US" altLang="zh-CN" b="1" baseline="-30000" dirty="0">
                <a:solidFill>
                  <a:srgbClr val="008000"/>
                </a:solidFill>
              </a:rPr>
              <a:t>2</a:t>
            </a:r>
            <a:r>
              <a:rPr lang="en-US" altLang="zh-CN" b="1" dirty="0">
                <a:solidFill>
                  <a:srgbClr val="008000"/>
                </a:solidFill>
              </a:rPr>
              <a:t>, </a:t>
            </a:r>
            <a:r>
              <a:rPr lang="en-US" altLang="zh-CN" b="1" i="1" dirty="0">
                <a:solidFill>
                  <a:srgbClr val="008000"/>
                </a:solidFill>
              </a:rPr>
              <a:t>x</a:t>
            </a:r>
            <a:r>
              <a:rPr lang="en-US" altLang="zh-CN" b="1" baseline="-30000" dirty="0">
                <a:solidFill>
                  <a:srgbClr val="008000"/>
                </a:solidFill>
              </a:rPr>
              <a:t>3</a:t>
            </a:r>
            <a:r>
              <a:rPr lang="en-US" altLang="zh-CN" b="1" dirty="0">
                <a:solidFill>
                  <a:srgbClr val="008000"/>
                </a:solidFill>
                <a:latin typeface="宋体" charset="-122"/>
              </a:rPr>
              <a:t>},</a:t>
            </a:r>
            <a:r>
              <a:rPr lang="en-US" altLang="zh-CN" b="1" i="1" dirty="0">
                <a:solidFill>
                  <a:srgbClr val="008000"/>
                </a:solidFill>
              </a:rPr>
              <a:t>Y </a:t>
            </a:r>
            <a:r>
              <a:rPr lang="en-US" altLang="zh-CN" b="1" dirty="0">
                <a:solidFill>
                  <a:srgbClr val="008000"/>
                </a:solidFill>
              </a:rPr>
              <a:t>=</a:t>
            </a:r>
            <a:r>
              <a:rPr lang="en-US" altLang="zh-CN" b="1" dirty="0">
                <a:solidFill>
                  <a:srgbClr val="008000"/>
                </a:solidFill>
                <a:latin typeface="宋体" charset="-122"/>
              </a:rPr>
              <a:t>{</a:t>
            </a:r>
            <a:r>
              <a:rPr lang="en-US" altLang="zh-CN" b="1" dirty="0">
                <a:solidFill>
                  <a:srgbClr val="008000"/>
                </a:solidFill>
              </a:rPr>
              <a:t> </a:t>
            </a:r>
            <a:r>
              <a:rPr lang="en-US" altLang="zh-CN" b="1" i="1" dirty="0">
                <a:solidFill>
                  <a:srgbClr val="008000"/>
                </a:solidFill>
              </a:rPr>
              <a:t>y</a:t>
            </a:r>
            <a:r>
              <a:rPr lang="en-US" altLang="zh-CN" b="1" baseline="-30000" dirty="0">
                <a:solidFill>
                  <a:srgbClr val="008000"/>
                </a:solidFill>
              </a:rPr>
              <a:t>1</a:t>
            </a:r>
            <a:r>
              <a:rPr lang="en-US" altLang="zh-CN" b="1" dirty="0">
                <a:solidFill>
                  <a:srgbClr val="008000"/>
                </a:solidFill>
              </a:rPr>
              <a:t>, </a:t>
            </a:r>
            <a:r>
              <a:rPr lang="en-US" altLang="zh-CN" b="1" i="1" dirty="0">
                <a:solidFill>
                  <a:srgbClr val="008000"/>
                </a:solidFill>
              </a:rPr>
              <a:t>y</a:t>
            </a:r>
            <a:r>
              <a:rPr lang="en-US" altLang="zh-CN" b="1" baseline="-30000" dirty="0">
                <a:solidFill>
                  <a:srgbClr val="008000"/>
                </a:solidFill>
              </a:rPr>
              <a:t>2</a:t>
            </a:r>
            <a:r>
              <a:rPr lang="en-US" altLang="zh-CN" b="1" dirty="0">
                <a:solidFill>
                  <a:srgbClr val="008000"/>
                </a:solidFill>
                <a:latin typeface="宋体" charset="-122"/>
              </a:rPr>
              <a:t>},</a:t>
            </a:r>
            <a:r>
              <a:rPr lang="zh-CN" altLang="en-US" b="1" dirty="0">
                <a:solidFill>
                  <a:srgbClr val="008000"/>
                </a:solidFill>
              </a:rPr>
              <a:t>映射</a:t>
            </a:r>
            <a:r>
              <a:rPr lang="en-US" altLang="zh-CN" b="1" i="1" dirty="0">
                <a:solidFill>
                  <a:srgbClr val="008000"/>
                </a:solidFill>
              </a:rPr>
              <a:t>T </a:t>
            </a:r>
            <a:r>
              <a:rPr lang="zh-CN" altLang="en-US" b="1" dirty="0">
                <a:solidFill>
                  <a:srgbClr val="008000"/>
                </a:solidFill>
              </a:rPr>
              <a:t>为从</a:t>
            </a:r>
            <a:r>
              <a:rPr lang="en-US" altLang="zh-CN" b="1" i="1" dirty="0">
                <a:solidFill>
                  <a:srgbClr val="008000"/>
                </a:solidFill>
              </a:rPr>
              <a:t>X </a:t>
            </a:r>
            <a:r>
              <a:rPr lang="zh-CN" altLang="en-US" b="1" dirty="0">
                <a:solidFill>
                  <a:srgbClr val="008000"/>
                </a:solidFill>
              </a:rPr>
              <a:t>到</a:t>
            </a:r>
            <a:r>
              <a:rPr lang="en-US" altLang="zh-CN" b="1" i="1" dirty="0">
                <a:solidFill>
                  <a:srgbClr val="008000"/>
                </a:solidFill>
              </a:rPr>
              <a:t>Y </a:t>
            </a:r>
            <a:r>
              <a:rPr lang="zh-CN" altLang="en-US" b="1" dirty="0">
                <a:solidFill>
                  <a:srgbClr val="008000"/>
                </a:solidFill>
              </a:rPr>
              <a:t>的</a:t>
            </a:r>
            <a:r>
              <a:rPr lang="en-US" altLang="zh-CN" b="1" i="1" dirty="0">
                <a:solidFill>
                  <a:srgbClr val="008000"/>
                </a:solidFill>
              </a:rPr>
              <a:t>F</a:t>
            </a:r>
            <a:r>
              <a:rPr lang="zh-CN" altLang="en-US" b="1" dirty="0">
                <a:solidFill>
                  <a:srgbClr val="008000"/>
                </a:solidFill>
                <a:latin typeface="宋体" charset="-122"/>
              </a:rPr>
              <a:t>线性变换</a:t>
            </a:r>
            <a:r>
              <a:rPr lang="en-US" altLang="zh-CN" b="1" dirty="0">
                <a:solidFill>
                  <a:srgbClr val="008000"/>
                </a:solidFill>
                <a:latin typeface="宋体" charset="-122"/>
              </a:rPr>
              <a:t>.</a:t>
            </a:r>
            <a:r>
              <a:rPr lang="zh-CN" altLang="en-US" b="1" dirty="0">
                <a:solidFill>
                  <a:srgbClr val="008000"/>
                </a:solidFill>
                <a:latin typeface="宋体" charset="-122"/>
              </a:rPr>
              <a:t>已知</a:t>
            </a:r>
          </a:p>
        </p:txBody>
      </p:sp>
      <p:sp>
        <p:nvSpPr>
          <p:cNvPr id="131076" name="Rectangle 4"/>
          <p:cNvSpPr>
            <a:spLocks noChangeArrowheads="1"/>
          </p:cNvSpPr>
          <p:nvPr/>
        </p:nvSpPr>
        <p:spPr bwMode="auto">
          <a:xfrm>
            <a:off x="8256588" y="1989138"/>
            <a:ext cx="3384028" cy="2800767"/>
          </a:xfrm>
          <a:prstGeom prst="rect">
            <a:avLst/>
          </a:prstGeom>
          <a:solidFill>
            <a:srgbClr val="F3FD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800" b="1" dirty="0">
                <a:solidFill>
                  <a:schemeClr val="bg2"/>
                </a:solidFill>
                <a:latin typeface="Times New Roman" pitchFamily="18" charset="0"/>
              </a:rPr>
              <a:t>(1) </a:t>
            </a:r>
            <a:r>
              <a:rPr kumimoji="1" lang="zh-CN" altLang="en-US" sz="3200" b="1" dirty="0">
                <a:solidFill>
                  <a:schemeClr val="bg2"/>
                </a:solidFill>
                <a:latin typeface="Times New Roman" pitchFamily="18" charset="0"/>
              </a:rPr>
              <a:t>求由</a:t>
            </a:r>
            <a:r>
              <a:rPr kumimoji="1" lang="en-US" altLang="zh-CN" sz="3200" b="1" i="1" dirty="0">
                <a:solidFill>
                  <a:schemeClr val="bg2"/>
                </a:solidFill>
                <a:latin typeface="Times New Roman" pitchFamily="18" charset="0"/>
              </a:rPr>
              <a:t>T </a:t>
            </a:r>
            <a:r>
              <a:rPr kumimoji="1" lang="zh-CN" altLang="en-US" sz="3200" b="1" dirty="0">
                <a:solidFill>
                  <a:schemeClr val="bg2"/>
                </a:solidFill>
                <a:latin typeface="Times New Roman" pitchFamily="18" charset="0"/>
              </a:rPr>
              <a:t>诱导出</a:t>
            </a:r>
            <a:r>
              <a:rPr kumimoji="1" lang="en-US" altLang="zh-CN" sz="3200" b="1" i="1" dirty="0">
                <a:solidFill>
                  <a:schemeClr val="bg2"/>
                </a:solidFill>
                <a:latin typeface="Times New Roman" pitchFamily="18" charset="0"/>
              </a:rPr>
              <a:t>X </a:t>
            </a:r>
            <a:r>
              <a:rPr kumimoji="1" lang="zh-CN" altLang="en-US" sz="3200" b="1" dirty="0">
                <a:solidFill>
                  <a:schemeClr val="bg2"/>
                </a:solidFill>
                <a:latin typeface="宋体" charset="-122"/>
              </a:rPr>
              <a:t>到</a:t>
            </a:r>
            <a:r>
              <a:rPr kumimoji="1" lang="en-US" altLang="zh-CN" sz="3200" b="1" i="1" dirty="0">
                <a:solidFill>
                  <a:schemeClr val="bg2"/>
                </a:solidFill>
                <a:latin typeface="Times New Roman" pitchFamily="18" charset="0"/>
              </a:rPr>
              <a:t>Y </a:t>
            </a:r>
            <a:r>
              <a:rPr kumimoji="1" lang="zh-CN" altLang="en-US" sz="3200" b="1" dirty="0">
                <a:solidFill>
                  <a:schemeClr val="bg2"/>
                </a:solidFill>
                <a:latin typeface="宋体" charset="-122"/>
              </a:rPr>
              <a:t>的</a:t>
            </a:r>
            <a:r>
              <a:rPr kumimoji="1" lang="en-US" altLang="zh-CN" sz="3200" b="1" dirty="0">
                <a:solidFill>
                  <a:schemeClr val="bg2"/>
                </a:solidFill>
                <a:latin typeface="宋体" charset="-122"/>
              </a:rPr>
              <a:t>F</a:t>
            </a:r>
            <a:r>
              <a:rPr kumimoji="1" lang="zh-CN" altLang="en-US" sz="3200" b="1" dirty="0">
                <a:solidFill>
                  <a:schemeClr val="bg2"/>
                </a:solidFill>
                <a:latin typeface="Times New Roman" pitchFamily="18" charset="0"/>
              </a:rPr>
              <a:t>关系 </a:t>
            </a:r>
            <a:r>
              <a:rPr kumimoji="1" lang="en-US" altLang="zh-CN" sz="3200" b="1" i="1" dirty="0">
                <a:solidFill>
                  <a:schemeClr val="bg2"/>
                </a:solidFill>
                <a:latin typeface="Times New Roman" pitchFamily="18" charset="0"/>
              </a:rPr>
              <a:t>R</a:t>
            </a:r>
            <a:r>
              <a:rPr kumimoji="1" lang="en-US" altLang="zh-CN" sz="3200" b="1" i="1" baseline="-30000" dirty="0">
                <a:solidFill>
                  <a:schemeClr val="bg2"/>
                </a:solidFill>
                <a:latin typeface="Times New Roman" pitchFamily="18" charset="0"/>
              </a:rPr>
              <a:t>T </a:t>
            </a:r>
            <a:endParaRPr kumimoji="1" lang="en-US" altLang="zh-CN" sz="3200" b="1" dirty="0">
              <a:solidFill>
                <a:schemeClr val="bg2"/>
              </a:solidFill>
              <a:latin typeface="Times New Roman" pitchFamily="18" charset="0"/>
            </a:endParaRPr>
          </a:p>
          <a:p>
            <a:pPr>
              <a:spcBef>
                <a:spcPct val="50000"/>
              </a:spcBef>
            </a:pPr>
            <a:r>
              <a:rPr kumimoji="1" lang="en-US" altLang="zh-CN" sz="2800" b="1" dirty="0">
                <a:solidFill>
                  <a:schemeClr val="bg2"/>
                </a:solidFill>
                <a:latin typeface="Times New Roman" pitchFamily="18" charset="0"/>
              </a:rPr>
              <a:t>(2) </a:t>
            </a:r>
            <a:r>
              <a:rPr kumimoji="1" lang="zh-CN" altLang="en-US" sz="3200" b="1" dirty="0">
                <a:solidFill>
                  <a:schemeClr val="bg2"/>
                </a:solidFill>
                <a:latin typeface="Times New Roman" pitchFamily="18" charset="0"/>
              </a:rPr>
              <a:t>求由</a:t>
            </a:r>
            <a:r>
              <a:rPr kumimoji="1" lang="en-US" altLang="zh-CN" sz="3200" b="1" dirty="0">
                <a:solidFill>
                  <a:schemeClr val="bg2"/>
                </a:solidFill>
                <a:latin typeface="Times New Roman" pitchFamily="18" charset="0"/>
              </a:rPr>
              <a:t>F</a:t>
            </a:r>
            <a:r>
              <a:rPr kumimoji="1" lang="zh-CN" altLang="en-US" sz="3200" b="1" dirty="0">
                <a:solidFill>
                  <a:schemeClr val="bg2"/>
                </a:solidFill>
                <a:latin typeface="Times New Roman" pitchFamily="18" charset="0"/>
              </a:rPr>
              <a:t>关系 </a:t>
            </a:r>
            <a:r>
              <a:rPr kumimoji="1" lang="en-US" altLang="zh-CN" sz="3200" b="1" i="1" dirty="0">
                <a:solidFill>
                  <a:schemeClr val="bg2"/>
                </a:solidFill>
                <a:latin typeface="Times New Roman" pitchFamily="18" charset="0"/>
              </a:rPr>
              <a:t>R</a:t>
            </a:r>
            <a:r>
              <a:rPr kumimoji="1" lang="en-US" altLang="zh-CN" sz="3200" b="1" i="1" baseline="-30000" dirty="0">
                <a:solidFill>
                  <a:schemeClr val="bg2"/>
                </a:solidFill>
                <a:latin typeface="Times New Roman" pitchFamily="18" charset="0"/>
              </a:rPr>
              <a:t>T </a:t>
            </a:r>
            <a:r>
              <a:rPr kumimoji="1" lang="zh-CN" altLang="en-US" sz="3200" b="1" dirty="0">
                <a:solidFill>
                  <a:schemeClr val="bg2"/>
                </a:solidFill>
                <a:latin typeface="Times New Roman" pitchFamily="18" charset="0"/>
              </a:rPr>
              <a:t>诱导出</a:t>
            </a:r>
            <a:r>
              <a:rPr kumimoji="1" lang="en-US" altLang="zh-CN" sz="3200" b="1" i="1" dirty="0">
                <a:solidFill>
                  <a:schemeClr val="bg2"/>
                </a:solidFill>
                <a:latin typeface="Times New Roman" pitchFamily="18" charset="0"/>
              </a:rPr>
              <a:t>X </a:t>
            </a:r>
            <a:r>
              <a:rPr kumimoji="1" lang="zh-CN" altLang="en-US" sz="3200" b="1" dirty="0">
                <a:solidFill>
                  <a:schemeClr val="bg2"/>
                </a:solidFill>
                <a:latin typeface="宋体" charset="-122"/>
              </a:rPr>
              <a:t>到</a:t>
            </a:r>
            <a:r>
              <a:rPr kumimoji="1" lang="en-US" altLang="zh-CN" sz="3200" b="1" i="1" dirty="0">
                <a:solidFill>
                  <a:schemeClr val="bg2"/>
                </a:solidFill>
                <a:latin typeface="Times New Roman" pitchFamily="18" charset="0"/>
              </a:rPr>
              <a:t>Y </a:t>
            </a:r>
            <a:r>
              <a:rPr kumimoji="1" lang="zh-CN" altLang="en-US" sz="3200" b="1" dirty="0">
                <a:solidFill>
                  <a:schemeClr val="bg2"/>
                </a:solidFill>
                <a:latin typeface="宋体" charset="-122"/>
              </a:rPr>
              <a:t>的</a:t>
            </a:r>
            <a:r>
              <a:rPr kumimoji="1" lang="en-US" altLang="zh-CN" sz="3200" b="1" dirty="0">
                <a:solidFill>
                  <a:schemeClr val="bg2"/>
                </a:solidFill>
                <a:latin typeface="宋体" charset="-122"/>
              </a:rPr>
              <a:t>F</a:t>
            </a:r>
            <a:r>
              <a:rPr kumimoji="1" lang="zh-CN" altLang="en-US" sz="3200" b="1" dirty="0">
                <a:solidFill>
                  <a:schemeClr val="bg2"/>
                </a:solidFill>
                <a:latin typeface="宋体" charset="-122"/>
              </a:rPr>
              <a:t>映射</a:t>
            </a:r>
            <a:r>
              <a:rPr kumimoji="1" lang="zh-CN" altLang="en-US" sz="3200" b="1" dirty="0">
                <a:solidFill>
                  <a:schemeClr val="bg2"/>
                </a:solidFill>
                <a:latin typeface="Times New Roman" pitchFamily="18" charset="0"/>
              </a:rPr>
              <a:t> </a:t>
            </a:r>
            <a:r>
              <a:rPr kumimoji="1" lang="en-US" altLang="zh-CN" sz="3200" b="1" i="1" dirty="0">
                <a:solidFill>
                  <a:schemeClr val="bg2"/>
                </a:solidFill>
                <a:latin typeface="Times New Roman" pitchFamily="18" charset="0"/>
              </a:rPr>
              <a:t>f</a:t>
            </a:r>
            <a:r>
              <a:rPr kumimoji="1" lang="en-US" altLang="zh-CN" sz="3200" b="1" dirty="0">
                <a:solidFill>
                  <a:schemeClr val="bg2"/>
                </a:solidFill>
                <a:latin typeface="Times New Roman" pitchFamily="18" charset="0"/>
              </a:rPr>
              <a:t>  .</a:t>
            </a:r>
          </a:p>
        </p:txBody>
      </p:sp>
      <p:graphicFrame>
        <p:nvGraphicFramePr>
          <p:cNvPr id="131077" name="Object 5"/>
          <p:cNvGraphicFramePr>
            <a:graphicFrameLocks noChangeAspect="1"/>
          </p:cNvGraphicFramePr>
          <p:nvPr/>
        </p:nvGraphicFramePr>
        <p:xfrm>
          <a:off x="1668463" y="1557338"/>
          <a:ext cx="6227762" cy="5226050"/>
        </p:xfrm>
        <a:graphic>
          <a:graphicData uri="http://schemas.openxmlformats.org/presentationml/2006/ole">
            <mc:AlternateContent xmlns:mc="http://schemas.openxmlformats.org/markup-compatibility/2006">
              <mc:Choice xmlns:v="urn:schemas-microsoft-com:vml" Requires="v">
                <p:oleObj name="公式" r:id="rId4" imgW="1828800" imgH="1885950" progId="Equation.3">
                  <p:embed/>
                </p:oleObj>
              </mc:Choice>
              <mc:Fallback>
                <p:oleObj name="公式" r:id="rId4" imgW="1828800" imgH="188595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8463" y="1557338"/>
                        <a:ext cx="6227762" cy="5226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F7B33405-89A3-D995-02F4-8BE156275A23}"/>
              </a:ext>
            </a:extLst>
          </p:cNvPr>
          <p:cNvSpPr>
            <a:spLocks noGrp="1"/>
          </p:cNvSpPr>
          <p:nvPr>
            <p:ph type="sldNum" sz="quarter" idx="11"/>
          </p:nvPr>
        </p:nvSpPr>
        <p:spPr/>
        <p:txBody>
          <a:bodyPr/>
          <a:lstStyle/>
          <a:p>
            <a:pPr>
              <a:defRPr/>
            </a:pPr>
            <a:fld id="{EF24B7D7-F746-4E05-9A11-DD4FB4529D5B}" type="slidenum">
              <a:rPr lang="en-US" altLang="zh-CN" smtClean="0"/>
              <a:pPr>
                <a:defRPr/>
              </a:pPr>
              <a:t>30</a:t>
            </a:fld>
            <a:endParaRPr lang="en-US" altLang="zh-CN"/>
          </a:p>
        </p:txBody>
      </p:sp>
    </p:spTree>
    <p:extLst>
      <p:ext uri="{BB962C8B-B14F-4D97-AF65-F5344CB8AC3E}">
        <p14:creationId xmlns:p14="http://schemas.microsoft.com/office/powerpoint/2010/main" val="33403862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31077"/>
                                        </p:tgtEl>
                                        <p:attrNameLst>
                                          <p:attrName>style.visibility</p:attrName>
                                        </p:attrNameLst>
                                      </p:cBhvr>
                                      <p:to>
                                        <p:strVal val="visible"/>
                                      </p:to>
                                    </p:set>
                                    <p:animEffect transition="in" filter="box(out)">
                                      <p:cBhvr>
                                        <p:cTn id="7" dur="500"/>
                                        <p:tgtEl>
                                          <p:spTgt spid="13107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31076"/>
                                        </p:tgtEl>
                                        <p:attrNameLst>
                                          <p:attrName>style.visibility</p:attrName>
                                        </p:attrNameLst>
                                      </p:cBhvr>
                                      <p:to>
                                        <p:strVal val="visible"/>
                                      </p:to>
                                    </p:set>
                                    <p:anim calcmode="lin" valueType="num">
                                      <p:cBhvr additive="base">
                                        <p:cTn id="12" dur="500" fill="hold"/>
                                        <p:tgtEl>
                                          <p:spTgt spid="131076"/>
                                        </p:tgtEl>
                                        <p:attrNameLst>
                                          <p:attrName>ppt_x</p:attrName>
                                        </p:attrNameLst>
                                      </p:cBhvr>
                                      <p:tavLst>
                                        <p:tav tm="0">
                                          <p:val>
                                            <p:strVal val="1+#ppt_w/2"/>
                                          </p:val>
                                        </p:tav>
                                        <p:tav tm="100000">
                                          <p:val>
                                            <p:strVal val="#ppt_x"/>
                                          </p:val>
                                        </p:tav>
                                      </p:tavLst>
                                    </p:anim>
                                    <p:anim calcmode="lin" valueType="num">
                                      <p:cBhvr additive="base">
                                        <p:cTn id="13" dur="500" fill="hold"/>
                                        <p:tgtEl>
                                          <p:spTgt spid="13107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6"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8FC28-2156-F091-4FF1-AD0416709B12}"/>
            </a:ext>
          </a:extLst>
        </p:cNvPr>
        <p:cNvGrpSpPr/>
        <p:nvPr/>
      </p:nvGrpSpPr>
      <p:grpSpPr>
        <a:xfrm>
          <a:off x="0" y="0"/>
          <a:ext cx="0" cy="0"/>
          <a:chOff x="0" y="0"/>
          <a:chExt cx="0" cy="0"/>
        </a:xfrm>
      </p:grpSpPr>
      <p:sp>
        <p:nvSpPr>
          <p:cNvPr id="8194" name="Rectangle 2">
            <a:extLst>
              <a:ext uri="{FF2B5EF4-FFF2-40B4-BE49-F238E27FC236}">
                <a16:creationId xmlns:a16="http://schemas.microsoft.com/office/drawing/2014/main" id="{83703AD5-AE63-FF47-DC28-F50CB9828402}"/>
              </a:ext>
            </a:extLst>
          </p:cNvPr>
          <p:cNvSpPr>
            <a:spLocks noGrp="1" noChangeArrowheads="1"/>
          </p:cNvSpPr>
          <p:nvPr>
            <p:ph type="title"/>
          </p:nvPr>
        </p:nvSpPr>
        <p:spPr>
          <a:xfrm>
            <a:off x="839416" y="257200"/>
            <a:ext cx="10657184" cy="1371600"/>
          </a:xfrm>
        </p:spPr>
        <p:txBody>
          <a:bodyPr/>
          <a:lstStyle/>
          <a:p>
            <a:pPr eaLnBrk="1" hangingPunct="1"/>
            <a:r>
              <a:rPr lang="en-US" altLang="zh-CN" sz="3200" b="1" dirty="0">
                <a:solidFill>
                  <a:srgbClr val="008000"/>
                </a:solidFill>
                <a:latin typeface="宋体" charset="-122"/>
              </a:rPr>
              <a:t>[</a:t>
            </a:r>
            <a:r>
              <a:rPr lang="zh-CN" altLang="en-US" sz="3200" b="1" dirty="0">
                <a:solidFill>
                  <a:srgbClr val="008000"/>
                </a:solidFill>
                <a:latin typeface="宋体" charset="-122"/>
              </a:rPr>
              <a:t>例</a:t>
            </a:r>
            <a:r>
              <a:rPr lang="en-US" altLang="zh-CN" sz="3200" b="1" dirty="0">
                <a:solidFill>
                  <a:srgbClr val="008000"/>
                </a:solidFill>
                <a:latin typeface="宋体" charset="-122"/>
              </a:rPr>
              <a:t>]</a:t>
            </a:r>
            <a:r>
              <a:rPr lang="zh-CN" altLang="en-US" sz="3200" b="1" dirty="0">
                <a:solidFill>
                  <a:srgbClr val="008000"/>
                </a:solidFill>
                <a:latin typeface="宋体" charset="-122"/>
              </a:rPr>
              <a:t>已知集合</a:t>
            </a:r>
            <a:r>
              <a:rPr lang="en-US" altLang="zh-CN" sz="3200" b="1" i="1" dirty="0">
                <a:solidFill>
                  <a:srgbClr val="008000"/>
                </a:solidFill>
              </a:rPr>
              <a:t>X </a:t>
            </a:r>
            <a:r>
              <a:rPr lang="zh-CN" altLang="en-US" sz="3200" b="1" dirty="0">
                <a:solidFill>
                  <a:srgbClr val="008000"/>
                </a:solidFill>
              </a:rPr>
              <a:t>和</a:t>
            </a:r>
            <a:r>
              <a:rPr lang="en-US" altLang="zh-CN" sz="3200" b="1" i="1" dirty="0">
                <a:solidFill>
                  <a:srgbClr val="008000"/>
                </a:solidFill>
              </a:rPr>
              <a:t>Y </a:t>
            </a:r>
            <a:r>
              <a:rPr lang="en-US" altLang="zh-CN" sz="3200" b="1" dirty="0">
                <a:solidFill>
                  <a:srgbClr val="008000"/>
                </a:solidFill>
                <a:latin typeface="宋体" charset="-122"/>
              </a:rPr>
              <a:t>,</a:t>
            </a:r>
            <a:r>
              <a:rPr lang="en-US" altLang="zh-CN" sz="3200" b="1" dirty="0">
                <a:solidFill>
                  <a:srgbClr val="008000"/>
                </a:solidFill>
                <a:latin typeface="Monotype Corsiva" pitchFamily="66" charset="0"/>
              </a:rPr>
              <a:t>f </a:t>
            </a:r>
            <a:r>
              <a:rPr lang="zh-CN" altLang="en-US" sz="3200" b="1" dirty="0">
                <a:solidFill>
                  <a:srgbClr val="008000"/>
                </a:solidFill>
                <a:latin typeface="宋体" charset="-122"/>
              </a:rPr>
              <a:t>是</a:t>
            </a:r>
            <a:r>
              <a:rPr lang="en-US" altLang="zh-CN" sz="3200" b="1" i="1" dirty="0">
                <a:solidFill>
                  <a:srgbClr val="008000"/>
                </a:solidFill>
              </a:rPr>
              <a:t>X</a:t>
            </a:r>
            <a:r>
              <a:rPr lang="zh-CN" altLang="en-US" sz="3200" b="1" dirty="0">
                <a:solidFill>
                  <a:srgbClr val="008000"/>
                </a:solidFill>
              </a:rPr>
              <a:t>到</a:t>
            </a:r>
            <a:r>
              <a:rPr lang="en-US" altLang="zh-CN" sz="3200" b="1" i="1" dirty="0">
                <a:solidFill>
                  <a:srgbClr val="008000"/>
                </a:solidFill>
              </a:rPr>
              <a:t>Y</a:t>
            </a:r>
            <a:r>
              <a:rPr lang="zh-CN" altLang="en-US" sz="3200" b="1" dirty="0">
                <a:solidFill>
                  <a:srgbClr val="008000"/>
                </a:solidFill>
              </a:rPr>
              <a:t>的</a:t>
            </a:r>
            <a:r>
              <a:rPr lang="en-US" altLang="zh-CN" sz="3200" b="1" dirty="0">
                <a:solidFill>
                  <a:srgbClr val="008000"/>
                </a:solidFill>
              </a:rPr>
              <a:t>F</a:t>
            </a:r>
            <a:r>
              <a:rPr lang="zh-CN" altLang="en-US" sz="3200" b="1" dirty="0">
                <a:solidFill>
                  <a:srgbClr val="008000"/>
                </a:solidFill>
              </a:rPr>
              <a:t>映射</a:t>
            </a:r>
            <a:r>
              <a:rPr lang="zh-CN" altLang="en-US" sz="3200" b="1" dirty="0">
                <a:solidFill>
                  <a:srgbClr val="008000"/>
                </a:solidFill>
                <a:latin typeface="宋体" charset="-122"/>
              </a:rPr>
              <a:t>，</a:t>
            </a:r>
            <a:r>
              <a:rPr lang="en-US" altLang="zh-CN" sz="3200" b="1" i="1" dirty="0" err="1">
                <a:solidFill>
                  <a:srgbClr val="008000"/>
                </a:solidFill>
              </a:rPr>
              <a:t>T</a:t>
            </a:r>
            <a:r>
              <a:rPr lang="en-US" altLang="zh-CN" sz="3200" b="1" i="1" baseline="-25000" dirty="0" err="1">
                <a:solidFill>
                  <a:srgbClr val="008000"/>
                </a:solidFill>
                <a:latin typeface="Monotype Corsiva" pitchFamily="66" charset="0"/>
              </a:rPr>
              <a:t>f</a:t>
            </a:r>
            <a:r>
              <a:rPr lang="en-US" altLang="zh-CN" sz="3200" b="1" i="1" dirty="0">
                <a:solidFill>
                  <a:srgbClr val="008000"/>
                </a:solidFill>
              </a:rPr>
              <a:t> </a:t>
            </a:r>
            <a:r>
              <a:rPr lang="zh-CN" altLang="en-US" sz="3200" b="1" dirty="0">
                <a:solidFill>
                  <a:srgbClr val="008000"/>
                </a:solidFill>
              </a:rPr>
              <a:t>为由</a:t>
            </a:r>
            <a:r>
              <a:rPr lang="en-US" altLang="zh-CN" sz="3200" b="1" dirty="0">
                <a:solidFill>
                  <a:srgbClr val="008000"/>
                </a:solidFill>
                <a:latin typeface="Monotype Corsiva" pitchFamily="66" charset="0"/>
              </a:rPr>
              <a:t>f  </a:t>
            </a:r>
            <a:r>
              <a:rPr lang="zh-CN" altLang="en-US" sz="3200" b="1" dirty="0">
                <a:solidFill>
                  <a:srgbClr val="008000"/>
                </a:solidFill>
              </a:rPr>
              <a:t>确定的从</a:t>
            </a:r>
            <a:r>
              <a:rPr lang="en-US" altLang="zh-CN" sz="3200" b="1" i="1" dirty="0">
                <a:solidFill>
                  <a:srgbClr val="008000"/>
                </a:solidFill>
              </a:rPr>
              <a:t>X </a:t>
            </a:r>
            <a:r>
              <a:rPr lang="zh-CN" altLang="en-US" sz="3200" b="1" dirty="0">
                <a:solidFill>
                  <a:srgbClr val="008000"/>
                </a:solidFill>
              </a:rPr>
              <a:t>到</a:t>
            </a:r>
            <a:r>
              <a:rPr lang="en-US" altLang="zh-CN" sz="3200" b="1" i="1" dirty="0">
                <a:solidFill>
                  <a:srgbClr val="008000"/>
                </a:solidFill>
              </a:rPr>
              <a:t>Y </a:t>
            </a:r>
            <a:r>
              <a:rPr lang="zh-CN" altLang="en-US" sz="3200" b="1" dirty="0">
                <a:solidFill>
                  <a:srgbClr val="008000"/>
                </a:solidFill>
              </a:rPr>
              <a:t>的</a:t>
            </a:r>
            <a:r>
              <a:rPr lang="en-US" altLang="zh-CN" sz="3200" b="1" dirty="0">
                <a:solidFill>
                  <a:srgbClr val="008000"/>
                </a:solidFill>
              </a:rPr>
              <a:t>F</a:t>
            </a:r>
            <a:r>
              <a:rPr lang="zh-CN" altLang="en-US" sz="3200" b="1" dirty="0">
                <a:solidFill>
                  <a:srgbClr val="008000"/>
                </a:solidFill>
                <a:latin typeface="宋体" charset="-122"/>
              </a:rPr>
              <a:t>变换</a:t>
            </a:r>
            <a:r>
              <a:rPr lang="en-US" altLang="zh-CN" sz="3200" b="1" dirty="0">
                <a:solidFill>
                  <a:srgbClr val="008000"/>
                </a:solidFill>
                <a:latin typeface="宋体" charset="-122"/>
              </a:rPr>
              <a:t>.</a:t>
            </a:r>
            <a:r>
              <a:rPr lang="zh-CN" altLang="en-US" sz="3200" dirty="0">
                <a:ea typeface="黑体" pitchFamily="2" charset="-122"/>
              </a:rPr>
              <a:t>试求</a:t>
            </a:r>
            <a:r>
              <a:rPr lang="en-US" altLang="zh-CN" sz="3200" dirty="0">
                <a:ea typeface="黑体" pitchFamily="2" charset="-122"/>
              </a:rPr>
              <a:t>F</a:t>
            </a:r>
            <a:r>
              <a:rPr lang="zh-CN" altLang="en-US" sz="3200" dirty="0">
                <a:ea typeface="黑体" pitchFamily="2" charset="-122"/>
              </a:rPr>
              <a:t>映射</a:t>
            </a:r>
            <a:r>
              <a:rPr lang="en-US" altLang="zh-CN" sz="3200" dirty="0">
                <a:latin typeface="Monotype Corsiva" pitchFamily="66" charset="0"/>
                <a:ea typeface="黑体" pitchFamily="2" charset="-122"/>
              </a:rPr>
              <a:t>f</a:t>
            </a:r>
            <a:r>
              <a:rPr lang="zh-CN" altLang="en-US" sz="3200" dirty="0">
                <a:ea typeface="黑体" pitchFamily="2" charset="-122"/>
              </a:rPr>
              <a:t>。</a:t>
            </a:r>
            <a:endParaRPr kumimoji="1" lang="en-US" altLang="zh-CN" sz="3200" b="1" i="1" baseline="-25000" dirty="0">
              <a:solidFill>
                <a:srgbClr val="F72603"/>
              </a:solidFill>
              <a:latin typeface="Monotype Corsiva" pitchFamily="66" charset="0"/>
            </a:endParaRPr>
          </a:p>
        </p:txBody>
      </p:sp>
      <p:sp>
        <p:nvSpPr>
          <p:cNvPr id="3" name="内容占位符 2">
            <a:extLst>
              <a:ext uri="{FF2B5EF4-FFF2-40B4-BE49-F238E27FC236}">
                <a16:creationId xmlns:a16="http://schemas.microsoft.com/office/drawing/2014/main" id="{C551B740-0D86-D985-CD8D-5A9811B3D69C}"/>
              </a:ext>
            </a:extLst>
          </p:cNvPr>
          <p:cNvSpPr>
            <a:spLocks noGrp="1"/>
          </p:cNvSpPr>
          <p:nvPr>
            <p:ph idx="1"/>
          </p:nvPr>
        </p:nvSpPr>
        <p:spPr>
          <a:xfrm>
            <a:off x="1055440" y="1412776"/>
            <a:ext cx="6624736" cy="3096344"/>
          </a:xfrm>
        </p:spPr>
        <p:txBody>
          <a:bodyPr/>
          <a:lstStyle/>
          <a:p>
            <a:r>
              <a:rPr lang="zh-CN" altLang="en-US" dirty="0">
                <a:solidFill>
                  <a:srgbClr val="F72603"/>
                </a:solidFill>
                <a:ea typeface="黑体" pitchFamily="2" charset="-122"/>
              </a:rPr>
              <a:t>解题思路：</a:t>
            </a:r>
            <a:br>
              <a:rPr lang="zh-CN" altLang="en-US" dirty="0">
                <a:solidFill>
                  <a:srgbClr val="F72603"/>
                </a:solidFill>
                <a:ea typeface="黑体" pitchFamily="2" charset="-122"/>
              </a:rPr>
            </a:br>
            <a:r>
              <a:rPr lang="zh-CN" altLang="en-US" sz="2800" dirty="0">
                <a:ea typeface="黑体" pitchFamily="2" charset="-122"/>
              </a:rPr>
              <a:t>在</a:t>
            </a:r>
            <a:r>
              <a:rPr kumimoji="1" lang="en-US" altLang="zh-CN" sz="2800" i="1" dirty="0">
                <a:solidFill>
                  <a:srgbClr val="0000EA"/>
                </a:solidFill>
                <a:ea typeface="黑体" pitchFamily="2" charset="-122"/>
              </a:rPr>
              <a:t>T</a:t>
            </a:r>
            <a:r>
              <a:rPr kumimoji="1" lang="en-US" altLang="zh-CN" sz="2800" i="1" baseline="-25000" dirty="0">
                <a:solidFill>
                  <a:srgbClr val="0000EA"/>
                </a:solidFill>
                <a:ea typeface="黑体" pitchFamily="2" charset="-122"/>
              </a:rPr>
              <a:t>R</a:t>
            </a:r>
            <a:r>
              <a:rPr kumimoji="1" lang="en-US" altLang="zh-CN" sz="2800" dirty="0">
                <a:solidFill>
                  <a:srgbClr val="0000EA"/>
                </a:solidFill>
                <a:ea typeface="黑体" pitchFamily="2" charset="-122"/>
              </a:rPr>
              <a:t>(</a:t>
            </a:r>
            <a:r>
              <a:rPr kumimoji="1" lang="en-US" altLang="zh-CN" sz="2800" i="1" dirty="0">
                <a:solidFill>
                  <a:srgbClr val="0000EA"/>
                </a:solidFill>
                <a:ea typeface="黑体" pitchFamily="2" charset="-122"/>
              </a:rPr>
              <a:t>X</a:t>
            </a:r>
            <a:r>
              <a:rPr kumimoji="1" lang="en-US" altLang="zh-CN" sz="2800" dirty="0">
                <a:solidFill>
                  <a:srgbClr val="0000EA"/>
                </a:solidFill>
                <a:ea typeface="黑体" pitchFamily="2" charset="-122"/>
              </a:rPr>
              <a:t>)= </a:t>
            </a:r>
            <a:r>
              <a:rPr kumimoji="1" lang="en-US" altLang="zh-CN" sz="2800" i="1" dirty="0">
                <a:solidFill>
                  <a:srgbClr val="0000EA"/>
                </a:solidFill>
                <a:ea typeface="黑体" pitchFamily="2" charset="-122"/>
              </a:rPr>
              <a:t>X </a:t>
            </a:r>
            <a:r>
              <a:rPr lang="en-US" altLang="zh-CN" sz="2800" b="1" dirty="0">
                <a:solidFill>
                  <a:srgbClr val="0000EA"/>
                </a:solidFill>
              </a:rPr>
              <a:t>◦ </a:t>
            </a:r>
            <a:r>
              <a:rPr kumimoji="1" lang="en-US" altLang="zh-CN" sz="2800" i="1" dirty="0">
                <a:solidFill>
                  <a:srgbClr val="0000EA"/>
                </a:solidFill>
                <a:ea typeface="黑体" pitchFamily="2" charset="-122"/>
              </a:rPr>
              <a:t>R</a:t>
            </a:r>
            <a:r>
              <a:rPr kumimoji="1" lang="zh-CN" altLang="en-US" sz="2800" dirty="0">
                <a:ea typeface="黑体" pitchFamily="2" charset="-122"/>
              </a:rPr>
              <a:t>中，</a:t>
            </a:r>
            <a:endParaRPr kumimoji="1" lang="en-US" altLang="zh-CN" sz="2800" dirty="0">
              <a:ea typeface="黑体" pitchFamily="2" charset="-122"/>
            </a:endParaRPr>
          </a:p>
          <a:p>
            <a:pPr marL="0" indent="0">
              <a:buNone/>
            </a:pPr>
            <a:r>
              <a:rPr kumimoji="1" lang="zh-CN" altLang="en-US" sz="2800" dirty="0">
                <a:ea typeface="黑体" pitchFamily="2" charset="-122"/>
              </a:rPr>
              <a:t>    已知</a:t>
            </a:r>
            <a:r>
              <a:rPr kumimoji="1" lang="en-US" altLang="zh-CN" sz="2800" i="1" dirty="0">
                <a:solidFill>
                  <a:srgbClr val="3333FF"/>
                </a:solidFill>
                <a:ea typeface="黑体" pitchFamily="2" charset="-122"/>
              </a:rPr>
              <a:t>T</a:t>
            </a:r>
            <a:r>
              <a:rPr kumimoji="1" lang="en-US" altLang="zh-CN" sz="2800" i="1" baseline="-25000" dirty="0">
                <a:solidFill>
                  <a:srgbClr val="3333FF"/>
                </a:solidFill>
                <a:ea typeface="黑体" pitchFamily="2" charset="-122"/>
              </a:rPr>
              <a:t>R</a:t>
            </a:r>
            <a:r>
              <a:rPr kumimoji="1" lang="en-US" altLang="zh-CN" sz="2800" dirty="0">
                <a:solidFill>
                  <a:srgbClr val="0000EA"/>
                </a:solidFill>
                <a:ea typeface="黑体" pitchFamily="2" charset="-122"/>
              </a:rPr>
              <a:t>(</a:t>
            </a:r>
            <a:r>
              <a:rPr kumimoji="1" lang="en-US" altLang="zh-CN" sz="2800" i="1" dirty="0">
                <a:solidFill>
                  <a:srgbClr val="0000EA"/>
                </a:solidFill>
                <a:ea typeface="黑体" pitchFamily="2" charset="-122"/>
              </a:rPr>
              <a:t>X</a:t>
            </a:r>
            <a:r>
              <a:rPr kumimoji="1" lang="en-US" altLang="zh-CN" sz="2800" dirty="0">
                <a:solidFill>
                  <a:srgbClr val="0000EA"/>
                </a:solidFill>
                <a:ea typeface="黑体" pitchFamily="2" charset="-122"/>
              </a:rPr>
              <a:t>)</a:t>
            </a:r>
            <a:r>
              <a:rPr kumimoji="1" lang="zh-CN" altLang="en-US" sz="2800" dirty="0">
                <a:ea typeface="黑体" pitchFamily="2" charset="-122"/>
              </a:rPr>
              <a:t>和</a:t>
            </a:r>
            <a:r>
              <a:rPr kumimoji="1" lang="en-US" altLang="zh-CN" sz="2800" i="1" dirty="0">
                <a:solidFill>
                  <a:srgbClr val="3333FF"/>
                </a:solidFill>
                <a:ea typeface="黑体" pitchFamily="2" charset="-122"/>
              </a:rPr>
              <a:t>X</a:t>
            </a:r>
            <a:r>
              <a:rPr kumimoji="1" lang="zh-CN" altLang="en-US" sz="2800" i="1" dirty="0">
                <a:ea typeface="黑体" pitchFamily="2" charset="-122"/>
              </a:rPr>
              <a:t>，</a:t>
            </a:r>
            <a:r>
              <a:rPr kumimoji="1" lang="zh-CN" altLang="en-US" sz="2800" dirty="0">
                <a:ea typeface="黑体" pitchFamily="2" charset="-122"/>
              </a:rPr>
              <a:t>根据</a:t>
            </a:r>
            <a:r>
              <a:rPr kumimoji="1" lang="en-US" altLang="zh-CN" sz="2800" dirty="0">
                <a:ea typeface="黑体" pitchFamily="2" charset="-122"/>
              </a:rPr>
              <a:t>[</a:t>
            </a:r>
            <a:r>
              <a:rPr kumimoji="1" lang="zh-CN" altLang="en-US" sz="2800" dirty="0">
                <a:ea typeface="黑体" pitchFamily="2" charset="-122"/>
              </a:rPr>
              <a:t>定理</a:t>
            </a:r>
            <a:r>
              <a:rPr kumimoji="1" lang="en-US" altLang="zh-CN" sz="2800" dirty="0">
                <a:ea typeface="黑体" pitchFamily="2" charset="-122"/>
              </a:rPr>
              <a:t>2]</a:t>
            </a:r>
            <a:r>
              <a:rPr kumimoji="1" lang="zh-CN" altLang="en-US" sz="2800" dirty="0">
                <a:ea typeface="黑体" pitchFamily="2" charset="-122"/>
              </a:rPr>
              <a:t>求出</a:t>
            </a:r>
            <a:r>
              <a:rPr kumimoji="1" lang="en-US" altLang="zh-CN" sz="2800" i="1" dirty="0">
                <a:solidFill>
                  <a:srgbClr val="3333FF"/>
                </a:solidFill>
                <a:ea typeface="黑体" pitchFamily="2" charset="-122"/>
              </a:rPr>
              <a:t>R</a:t>
            </a:r>
            <a:r>
              <a:rPr kumimoji="1" lang="zh-CN" altLang="en-US" sz="2800" dirty="0">
                <a:ea typeface="黑体" pitchFamily="2" charset="-122"/>
              </a:rPr>
              <a:t> ， 再由</a:t>
            </a:r>
            <a:r>
              <a:rPr kumimoji="1" lang="en-US" altLang="zh-CN" sz="2800" dirty="0">
                <a:ea typeface="黑体" pitchFamily="2" charset="-122"/>
              </a:rPr>
              <a:t>F</a:t>
            </a:r>
            <a:r>
              <a:rPr kumimoji="1" lang="zh-CN" altLang="en-US" sz="2800" dirty="0">
                <a:ea typeface="黑体" pitchFamily="2" charset="-122"/>
              </a:rPr>
              <a:t>关系</a:t>
            </a:r>
            <a:r>
              <a:rPr kumimoji="1" lang="en-US" altLang="zh-CN" sz="2800" i="1" dirty="0">
                <a:solidFill>
                  <a:srgbClr val="3333FF"/>
                </a:solidFill>
                <a:ea typeface="黑体" pitchFamily="2" charset="-122"/>
              </a:rPr>
              <a:t>R</a:t>
            </a:r>
            <a:r>
              <a:rPr kumimoji="1" lang="zh-CN" altLang="en-US" sz="2800" dirty="0">
                <a:ea typeface="黑体" pitchFamily="2" charset="-122"/>
              </a:rPr>
              <a:t>求出</a:t>
            </a:r>
            <a:r>
              <a:rPr kumimoji="1" lang="en-US" altLang="zh-CN" sz="2800" dirty="0">
                <a:ea typeface="黑体" pitchFamily="2" charset="-122"/>
              </a:rPr>
              <a:t>F</a:t>
            </a:r>
            <a:r>
              <a:rPr kumimoji="1" lang="zh-CN" altLang="en-US" sz="2800" dirty="0">
                <a:ea typeface="黑体" pitchFamily="2" charset="-122"/>
              </a:rPr>
              <a:t>映射</a:t>
            </a:r>
            <a:r>
              <a:rPr kumimoji="1" lang="en-US" altLang="zh-CN" sz="2800" dirty="0">
                <a:latin typeface="Monotype Corsiva" pitchFamily="66" charset="0"/>
                <a:ea typeface="黑体" pitchFamily="2" charset="-122"/>
              </a:rPr>
              <a:t>f</a:t>
            </a:r>
            <a:r>
              <a:rPr kumimoji="1" lang="en-US" altLang="zh-CN" sz="2800" dirty="0">
                <a:ea typeface="黑体" pitchFamily="2" charset="-122"/>
              </a:rPr>
              <a:t> </a:t>
            </a:r>
            <a:r>
              <a:rPr kumimoji="1" lang="zh-CN" altLang="en-US" sz="2800" dirty="0">
                <a:ea typeface="黑体" pitchFamily="2" charset="-122"/>
              </a:rPr>
              <a:t>。</a:t>
            </a:r>
            <a:endParaRPr kumimoji="1" lang="en-US" altLang="zh-CN" sz="2800" dirty="0">
              <a:ea typeface="黑体" pitchFamily="2" charset="-122"/>
            </a:endParaRPr>
          </a:p>
          <a:p>
            <a:pPr marL="0" indent="0">
              <a:buNone/>
            </a:pPr>
            <a:r>
              <a:rPr kumimoji="1" lang="zh-CN" altLang="en-US" sz="2800" dirty="0">
                <a:ea typeface="黑体" pitchFamily="2" charset="-122"/>
              </a:rPr>
              <a:t>    因为</a:t>
            </a:r>
            <a:r>
              <a:rPr kumimoji="1" lang="en-US" altLang="zh-CN" sz="2800" dirty="0" err="1">
                <a:ea typeface="黑体" pitchFamily="2" charset="-122"/>
              </a:rPr>
              <a:t>T</a:t>
            </a:r>
            <a:r>
              <a:rPr kumimoji="1" lang="en-US" altLang="zh-CN" sz="2000" i="1" baseline="-25000" dirty="0" err="1">
                <a:latin typeface="Monotype Corsiva" pitchFamily="66" charset="0"/>
                <a:ea typeface="黑体" pitchFamily="2" charset="-122"/>
              </a:rPr>
              <a:t>f</a:t>
            </a:r>
            <a:r>
              <a:rPr kumimoji="1" lang="en-US" altLang="zh-CN" sz="2000" i="1" baseline="-25000" dirty="0">
                <a:latin typeface="Monotype Corsiva" pitchFamily="66" charset="0"/>
                <a:ea typeface="黑体" pitchFamily="2" charset="-122"/>
              </a:rPr>
              <a:t> </a:t>
            </a:r>
            <a:r>
              <a:rPr kumimoji="1" lang="zh-CN" altLang="en-US" sz="2800" dirty="0">
                <a:ea typeface="黑体" pitchFamily="2" charset="-122"/>
              </a:rPr>
              <a:t>是由 </a:t>
            </a:r>
            <a:r>
              <a:rPr kumimoji="1" lang="en-US" altLang="zh-CN" sz="2800" dirty="0">
                <a:latin typeface="Monotype Corsiva" pitchFamily="66" charset="0"/>
                <a:ea typeface="黑体" pitchFamily="2" charset="-122"/>
              </a:rPr>
              <a:t>f  </a:t>
            </a:r>
            <a:r>
              <a:rPr kumimoji="1" lang="zh-CN" altLang="en-US" sz="2800" dirty="0">
                <a:ea typeface="黑体" pitchFamily="2" charset="-122"/>
              </a:rPr>
              <a:t>诱导出的，所以</a:t>
            </a:r>
            <a:endParaRPr kumimoji="1" lang="en-US" altLang="zh-CN" dirty="0">
              <a:ea typeface="黑体" pitchFamily="2" charset="-122"/>
            </a:endParaRPr>
          </a:p>
          <a:p>
            <a:pPr marL="0" indent="0">
              <a:buNone/>
            </a:pPr>
            <a:r>
              <a:rPr kumimoji="1" lang="zh-CN" altLang="en-US" dirty="0">
                <a:solidFill>
                  <a:srgbClr val="F72603"/>
                </a:solidFill>
              </a:rPr>
              <a:t>              </a:t>
            </a:r>
            <a:r>
              <a:rPr kumimoji="1" lang="en-US" altLang="zh-CN" b="1" i="1" dirty="0" err="1">
                <a:solidFill>
                  <a:srgbClr val="F72603"/>
                </a:solidFill>
              </a:rPr>
              <a:t>T</a:t>
            </a:r>
            <a:r>
              <a:rPr kumimoji="1" lang="en-US" altLang="zh-CN" b="1" i="1" baseline="-25000" dirty="0" err="1">
                <a:solidFill>
                  <a:srgbClr val="F72603"/>
                </a:solidFill>
                <a:latin typeface="Monotype Corsiva" pitchFamily="66" charset="0"/>
              </a:rPr>
              <a:t>f</a:t>
            </a:r>
            <a:r>
              <a:rPr kumimoji="1" lang="en-US" altLang="zh-CN" b="1" i="1" baseline="-25000" dirty="0">
                <a:solidFill>
                  <a:srgbClr val="F72603"/>
                </a:solidFill>
                <a:latin typeface="Monotype Corsiva" pitchFamily="66" charset="0"/>
              </a:rPr>
              <a:t> </a:t>
            </a:r>
            <a:r>
              <a:rPr kumimoji="1" lang="en-US" altLang="zh-CN" b="1" dirty="0">
                <a:solidFill>
                  <a:srgbClr val="F72603"/>
                </a:solidFill>
              </a:rPr>
              <a:t>(</a:t>
            </a:r>
            <a:r>
              <a:rPr kumimoji="1" lang="en-US" altLang="zh-CN" b="1" i="1" dirty="0">
                <a:solidFill>
                  <a:srgbClr val="F72603"/>
                </a:solidFill>
              </a:rPr>
              <a:t>X</a:t>
            </a:r>
            <a:r>
              <a:rPr kumimoji="1" lang="en-US" altLang="zh-CN" b="1" dirty="0">
                <a:solidFill>
                  <a:srgbClr val="F72603"/>
                </a:solidFill>
              </a:rPr>
              <a:t>)= </a:t>
            </a:r>
            <a:r>
              <a:rPr kumimoji="1" lang="en-US" altLang="zh-CN" b="1" i="1" dirty="0">
                <a:solidFill>
                  <a:srgbClr val="F72603"/>
                </a:solidFill>
              </a:rPr>
              <a:t>X </a:t>
            </a:r>
            <a:r>
              <a:rPr lang="en-US" altLang="zh-CN" sz="3600" b="1" dirty="0">
                <a:solidFill>
                  <a:srgbClr val="F72603"/>
                </a:solidFill>
              </a:rPr>
              <a:t>◦</a:t>
            </a:r>
            <a:r>
              <a:rPr kumimoji="1" lang="en-US" altLang="zh-CN" b="1" dirty="0">
                <a:solidFill>
                  <a:srgbClr val="F72603"/>
                </a:solidFill>
              </a:rPr>
              <a:t> </a:t>
            </a:r>
            <a:r>
              <a:rPr kumimoji="1" lang="en-US" altLang="zh-CN" b="1" i="1" dirty="0" err="1">
                <a:solidFill>
                  <a:srgbClr val="F72603"/>
                </a:solidFill>
              </a:rPr>
              <a:t>R</a:t>
            </a:r>
            <a:r>
              <a:rPr kumimoji="1" lang="en-US" altLang="zh-CN" b="1" i="1" baseline="-25000" dirty="0" err="1">
                <a:solidFill>
                  <a:srgbClr val="F72603"/>
                </a:solidFill>
                <a:latin typeface="Monotype Corsiva" pitchFamily="66" charset="0"/>
              </a:rPr>
              <a:t>f</a:t>
            </a:r>
            <a:endParaRPr kumimoji="1" lang="en-US" altLang="zh-CN" b="1" i="1" baseline="-25000" dirty="0">
              <a:solidFill>
                <a:srgbClr val="F72603"/>
              </a:solidFill>
              <a:latin typeface="Monotype Corsiva" pitchFamily="66" charset="0"/>
            </a:endParaRPr>
          </a:p>
          <a:p>
            <a:endParaRPr lang="zh-CN" altLang="en-US" dirty="0"/>
          </a:p>
        </p:txBody>
      </p:sp>
      <p:grpSp>
        <p:nvGrpSpPr>
          <p:cNvPr id="8195" name="Group 4">
            <a:extLst>
              <a:ext uri="{FF2B5EF4-FFF2-40B4-BE49-F238E27FC236}">
                <a16:creationId xmlns:a16="http://schemas.microsoft.com/office/drawing/2014/main" id="{279488AB-80F8-1080-0178-0CAF22A3754B}"/>
              </a:ext>
            </a:extLst>
          </p:cNvPr>
          <p:cNvGrpSpPr>
            <a:grpSpLocks/>
          </p:cNvGrpSpPr>
          <p:nvPr/>
        </p:nvGrpSpPr>
        <p:grpSpPr bwMode="auto">
          <a:xfrm>
            <a:off x="1631504" y="4456114"/>
            <a:ext cx="4340609" cy="2276475"/>
            <a:chOff x="635" y="0"/>
            <a:chExt cx="2671" cy="1362"/>
          </a:xfrm>
        </p:grpSpPr>
        <p:sp>
          <p:nvSpPr>
            <p:cNvPr id="8196" name="Rectangle 5">
              <a:extLst>
                <a:ext uri="{FF2B5EF4-FFF2-40B4-BE49-F238E27FC236}">
                  <a16:creationId xmlns:a16="http://schemas.microsoft.com/office/drawing/2014/main" id="{1B607154-3B98-515D-DF39-49F5575DEC89}"/>
                </a:ext>
              </a:extLst>
            </p:cNvPr>
            <p:cNvSpPr>
              <a:spLocks noChangeArrowheads="1"/>
            </p:cNvSpPr>
            <p:nvPr/>
          </p:nvSpPr>
          <p:spPr bwMode="auto">
            <a:xfrm>
              <a:off x="635" y="432"/>
              <a:ext cx="367"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a:latin typeface="宋体" charset="-122"/>
                </a:rPr>
                <a:t>设</a:t>
              </a:r>
            </a:p>
          </p:txBody>
        </p:sp>
        <p:graphicFrame>
          <p:nvGraphicFramePr>
            <p:cNvPr id="8197" name="Object 6">
              <a:extLst>
                <a:ext uri="{FF2B5EF4-FFF2-40B4-BE49-F238E27FC236}">
                  <a16:creationId xmlns:a16="http://schemas.microsoft.com/office/drawing/2014/main" id="{8E4C8F5F-F71B-5547-9848-BE7EF8E1046C}"/>
                </a:ext>
              </a:extLst>
            </p:cNvPr>
            <p:cNvGraphicFramePr>
              <a:graphicFrameLocks noChangeAspect="1"/>
            </p:cNvGraphicFramePr>
            <p:nvPr/>
          </p:nvGraphicFramePr>
          <p:xfrm>
            <a:off x="1020" y="0"/>
            <a:ext cx="1897" cy="1362"/>
          </p:xfrm>
          <a:graphic>
            <a:graphicData uri="http://schemas.openxmlformats.org/presentationml/2006/ole">
              <mc:AlternateContent xmlns:mc="http://schemas.openxmlformats.org/markup-compatibility/2006">
                <mc:Choice xmlns:v="urn:schemas-microsoft-com:vml" Requires="v">
                  <p:oleObj name="公式" r:id="rId2" imgW="914400" imgH="638280" progId="Equation.3">
                    <p:embed/>
                  </p:oleObj>
                </mc:Choice>
                <mc:Fallback>
                  <p:oleObj name="公式" r:id="rId2" imgW="914400" imgH="638280" progId="Equation.3">
                    <p:embed/>
                    <p:pic>
                      <p:nvPicPr>
                        <p:cNvPr id="819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 y="0"/>
                          <a:ext cx="1897" cy="1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8" name="Rectangle 7">
              <a:extLst>
                <a:ext uri="{FF2B5EF4-FFF2-40B4-BE49-F238E27FC236}">
                  <a16:creationId xmlns:a16="http://schemas.microsoft.com/office/drawing/2014/main" id="{8C4673CF-7BDF-B2F8-FAA1-FC587205E6FA}"/>
                </a:ext>
              </a:extLst>
            </p:cNvPr>
            <p:cNvSpPr>
              <a:spLocks noChangeArrowheads="1"/>
            </p:cNvSpPr>
            <p:nvPr/>
          </p:nvSpPr>
          <p:spPr bwMode="auto">
            <a:xfrm>
              <a:off x="2939" y="481"/>
              <a:ext cx="367"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1">
                  <a:latin typeface="宋体" charset="-122"/>
                  <a:sym typeface="Symbol" pitchFamily="18" charset="2"/>
                </a:rPr>
                <a:t>则</a:t>
              </a:r>
            </a:p>
          </p:txBody>
        </p:sp>
      </p:grpSp>
      <p:sp>
        <p:nvSpPr>
          <p:cNvPr id="4" name="灯片编号占位符 3">
            <a:extLst>
              <a:ext uri="{FF2B5EF4-FFF2-40B4-BE49-F238E27FC236}">
                <a16:creationId xmlns:a16="http://schemas.microsoft.com/office/drawing/2014/main" id="{72DC4F03-A3E6-EA1A-69B8-C63CFD7713A6}"/>
              </a:ext>
            </a:extLst>
          </p:cNvPr>
          <p:cNvSpPr>
            <a:spLocks noGrp="1"/>
          </p:cNvSpPr>
          <p:nvPr>
            <p:ph type="sldNum" sz="quarter" idx="11"/>
          </p:nvPr>
        </p:nvSpPr>
        <p:spPr/>
        <p:txBody>
          <a:bodyPr/>
          <a:lstStyle/>
          <a:p>
            <a:pPr>
              <a:defRPr/>
            </a:pPr>
            <a:fld id="{EF24B7D7-F746-4E05-9A11-DD4FB4529D5B}" type="slidenum">
              <a:rPr lang="en-US" altLang="zh-CN" smtClean="0"/>
              <a:pPr>
                <a:defRPr/>
              </a:pPr>
              <a:t>31</a:t>
            </a:fld>
            <a:endParaRPr lang="en-US" altLang="zh-CN"/>
          </a:p>
        </p:txBody>
      </p:sp>
      <p:graphicFrame>
        <p:nvGraphicFramePr>
          <p:cNvPr id="5" name="对象 4">
            <a:extLst>
              <a:ext uri="{FF2B5EF4-FFF2-40B4-BE49-F238E27FC236}">
                <a16:creationId xmlns:a16="http://schemas.microsoft.com/office/drawing/2014/main" id="{F7764E72-1B02-690D-9B7D-22ABCF149261}"/>
              </a:ext>
            </a:extLst>
          </p:cNvPr>
          <p:cNvGraphicFramePr>
            <a:graphicFrameLocks noChangeAspect="1"/>
          </p:cNvGraphicFramePr>
          <p:nvPr>
            <p:extLst>
              <p:ext uri="{D42A27DB-BD31-4B8C-83A1-F6EECF244321}">
                <p14:modId xmlns:p14="http://schemas.microsoft.com/office/powerpoint/2010/main" val="3728529450"/>
              </p:ext>
            </p:extLst>
          </p:nvPr>
        </p:nvGraphicFramePr>
        <p:xfrm>
          <a:off x="7608168" y="2657921"/>
          <a:ext cx="3816796" cy="4200079"/>
        </p:xfrm>
        <a:graphic>
          <a:graphicData uri="http://schemas.openxmlformats.org/presentationml/2006/ole">
            <mc:AlternateContent xmlns:mc="http://schemas.openxmlformats.org/markup-compatibility/2006">
              <mc:Choice xmlns:v="urn:schemas-microsoft-com:vml" Requires="v">
                <p:oleObj name="公式" r:id="rId4" imgW="1819345" imgH="1876500" progId="Equation.3">
                  <p:embed/>
                </p:oleObj>
              </mc:Choice>
              <mc:Fallback>
                <p:oleObj name="公式" r:id="rId4" imgW="1819345" imgH="1876500" progId="Equation.3">
                  <p:embed/>
                  <p:pic>
                    <p:nvPicPr>
                      <p:cNvPr id="2"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08168" y="2657921"/>
                        <a:ext cx="3816796" cy="420007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965596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195"/>
                                        </p:tgtEl>
                                        <p:attrNameLst>
                                          <p:attrName>style.visibility</p:attrName>
                                        </p:attrNameLst>
                                      </p:cBhvr>
                                      <p:to>
                                        <p:strVal val="visible"/>
                                      </p:to>
                                    </p:set>
                                    <p:anim calcmode="lin" valueType="num">
                                      <p:cBhvr additive="base">
                                        <p:cTn id="27" dur="500" fill="hold"/>
                                        <p:tgtEl>
                                          <p:spTgt spid="8195"/>
                                        </p:tgtEl>
                                        <p:attrNameLst>
                                          <p:attrName>ppt_x</p:attrName>
                                        </p:attrNameLst>
                                      </p:cBhvr>
                                      <p:tavLst>
                                        <p:tav tm="0">
                                          <p:val>
                                            <p:strVal val="#ppt_x"/>
                                          </p:val>
                                        </p:tav>
                                        <p:tav tm="100000">
                                          <p:val>
                                            <p:strVal val="#ppt_x"/>
                                          </p:val>
                                        </p:tav>
                                      </p:tavLst>
                                    </p:anim>
                                    <p:anim calcmode="lin" valueType="num">
                                      <p:cBhvr additive="base">
                                        <p:cTn id="28" dur="500" fill="hold"/>
                                        <p:tgtEl>
                                          <p:spTgt spid="81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5"/>
          <p:cNvGraphicFramePr>
            <a:graphicFrameLocks noGrp="1" noChangeAspect="1"/>
          </p:cNvGraphicFramePr>
          <p:nvPr>
            <p:ph/>
            <p:extLst>
              <p:ext uri="{D42A27DB-BD31-4B8C-83A1-F6EECF244321}">
                <p14:modId xmlns:p14="http://schemas.microsoft.com/office/powerpoint/2010/main" val="2203385436"/>
              </p:ext>
            </p:extLst>
          </p:nvPr>
        </p:nvGraphicFramePr>
        <p:xfrm>
          <a:off x="1597844" y="1052514"/>
          <a:ext cx="5002213" cy="5805487"/>
        </p:xfrm>
        <a:graphic>
          <a:graphicData uri="http://schemas.openxmlformats.org/presentationml/2006/ole">
            <mc:AlternateContent xmlns:mc="http://schemas.openxmlformats.org/markup-compatibility/2006">
              <mc:Choice xmlns:v="urn:schemas-microsoft-com:vml" Requires="v">
                <p:oleObj name="公式" r:id="rId2" imgW="2381222" imgH="2781270" progId="Equation.3">
                  <p:embed/>
                </p:oleObj>
              </mc:Choice>
              <mc:Fallback>
                <p:oleObj name="公式" r:id="rId2" imgW="2381222" imgH="278127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7844" y="1052514"/>
                        <a:ext cx="5002213" cy="5805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1" name="Rectangle 7"/>
          <p:cNvSpPr>
            <a:spLocks noChangeArrowheads="1"/>
          </p:cNvSpPr>
          <p:nvPr/>
        </p:nvSpPr>
        <p:spPr bwMode="auto">
          <a:xfrm>
            <a:off x="1847850" y="404814"/>
            <a:ext cx="48958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3200" b="1" dirty="0"/>
              <a:t>依题意</a:t>
            </a:r>
            <a:r>
              <a:rPr kumimoji="1" lang="en-US" altLang="zh-CN" sz="3200" b="1" dirty="0"/>
              <a:t>: </a:t>
            </a:r>
            <a:r>
              <a:rPr kumimoji="1" lang="en-US" altLang="zh-CN" sz="3200" b="1" i="1" dirty="0">
                <a:solidFill>
                  <a:srgbClr val="F72603"/>
                </a:solidFill>
              </a:rPr>
              <a:t>X </a:t>
            </a:r>
            <a:r>
              <a:rPr lang="en-US" altLang="zh-CN" sz="3200" b="1" dirty="0">
                <a:solidFill>
                  <a:srgbClr val="F72603"/>
                </a:solidFill>
              </a:rPr>
              <a:t>◦ </a:t>
            </a:r>
            <a:r>
              <a:rPr kumimoji="1" lang="en-US" altLang="zh-CN" sz="3200" b="1" i="1" dirty="0" err="1">
                <a:solidFill>
                  <a:srgbClr val="F72603"/>
                </a:solidFill>
              </a:rPr>
              <a:t>R</a:t>
            </a:r>
            <a:r>
              <a:rPr kumimoji="1" lang="en-US" altLang="zh-CN" sz="3200" b="1" i="1" baseline="-25000" dirty="0" err="1">
                <a:solidFill>
                  <a:srgbClr val="F72603"/>
                </a:solidFill>
                <a:latin typeface="Monotype Corsiva" pitchFamily="66" charset="0"/>
              </a:rPr>
              <a:t>f</a:t>
            </a:r>
            <a:r>
              <a:rPr kumimoji="1" lang="en-US" altLang="zh-CN" sz="3200" b="1" i="1" baseline="-25000" dirty="0">
                <a:solidFill>
                  <a:srgbClr val="F72603"/>
                </a:solidFill>
              </a:rPr>
              <a:t> </a:t>
            </a:r>
            <a:r>
              <a:rPr kumimoji="1" lang="en-US" altLang="zh-CN" sz="3200" b="1" dirty="0">
                <a:solidFill>
                  <a:srgbClr val="F72603"/>
                </a:solidFill>
              </a:rPr>
              <a:t>=</a:t>
            </a:r>
            <a:r>
              <a:rPr kumimoji="1" lang="en-US" altLang="zh-CN" sz="3200" b="1" i="1" dirty="0" err="1">
                <a:solidFill>
                  <a:srgbClr val="F72603"/>
                </a:solidFill>
              </a:rPr>
              <a:t>T</a:t>
            </a:r>
            <a:r>
              <a:rPr kumimoji="1" lang="en-US" altLang="zh-CN" sz="3200" b="1" i="1" baseline="-25000" dirty="0" err="1">
                <a:solidFill>
                  <a:srgbClr val="F72603"/>
                </a:solidFill>
                <a:latin typeface="Monotype Corsiva" pitchFamily="66" charset="0"/>
              </a:rPr>
              <a:t>f</a:t>
            </a:r>
            <a:r>
              <a:rPr kumimoji="1" lang="en-US" altLang="zh-CN" sz="3200" b="1" i="1" baseline="-25000" dirty="0">
                <a:solidFill>
                  <a:srgbClr val="F72603"/>
                </a:solidFill>
                <a:latin typeface="Monotype Corsiva" pitchFamily="66" charset="0"/>
              </a:rPr>
              <a:t> </a:t>
            </a:r>
            <a:r>
              <a:rPr kumimoji="1" lang="en-US" altLang="zh-CN" sz="3200" b="1" dirty="0">
                <a:solidFill>
                  <a:srgbClr val="F72603"/>
                </a:solidFill>
              </a:rPr>
              <a:t>(</a:t>
            </a:r>
            <a:r>
              <a:rPr kumimoji="1" lang="en-US" altLang="zh-CN" sz="3200" b="1" i="1" dirty="0">
                <a:solidFill>
                  <a:srgbClr val="F72603"/>
                </a:solidFill>
              </a:rPr>
              <a:t>X</a:t>
            </a:r>
            <a:r>
              <a:rPr kumimoji="1" lang="en-US" altLang="zh-CN" sz="3200" b="1" dirty="0">
                <a:solidFill>
                  <a:srgbClr val="F72603"/>
                </a:solidFill>
              </a:rPr>
              <a:t>) </a:t>
            </a:r>
          </a:p>
        </p:txBody>
      </p:sp>
      <p:graphicFrame>
        <p:nvGraphicFramePr>
          <p:cNvPr id="2" name="对象 1"/>
          <p:cNvGraphicFramePr>
            <a:graphicFrameLocks noChangeAspect="1"/>
          </p:cNvGraphicFramePr>
          <p:nvPr>
            <p:extLst>
              <p:ext uri="{D42A27DB-BD31-4B8C-83A1-F6EECF244321}">
                <p14:modId xmlns:p14="http://schemas.microsoft.com/office/powerpoint/2010/main" val="1302301476"/>
              </p:ext>
            </p:extLst>
          </p:nvPr>
        </p:nvGraphicFramePr>
        <p:xfrm>
          <a:off x="7392144" y="2657921"/>
          <a:ext cx="3816796" cy="4200079"/>
        </p:xfrm>
        <a:graphic>
          <a:graphicData uri="http://schemas.openxmlformats.org/presentationml/2006/ole">
            <mc:AlternateContent xmlns:mc="http://schemas.openxmlformats.org/markup-compatibility/2006">
              <mc:Choice xmlns:v="urn:schemas-microsoft-com:vml" Requires="v">
                <p:oleObj name="公式" r:id="rId4" imgW="1819345" imgH="1876500" progId="Equation.3">
                  <p:embed/>
                </p:oleObj>
              </mc:Choice>
              <mc:Fallback>
                <p:oleObj name="公式" r:id="rId4" imgW="1819345" imgH="18765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2144" y="2657921"/>
                        <a:ext cx="3816796" cy="4200079"/>
                      </a:xfrm>
                      <a:prstGeom prst="rect">
                        <a:avLst/>
                      </a:prstGeom>
                      <a:noFill/>
                      <a:ln>
                        <a:noFill/>
                      </a:ln>
                      <a:effectLst/>
                    </p:spPr>
                  </p:pic>
                </p:oleObj>
              </mc:Fallback>
            </mc:AlternateContent>
          </a:graphicData>
        </a:graphic>
      </p:graphicFrame>
      <p:sp>
        <p:nvSpPr>
          <p:cNvPr id="3" name="灯片编号占位符 2">
            <a:extLst>
              <a:ext uri="{FF2B5EF4-FFF2-40B4-BE49-F238E27FC236}">
                <a16:creationId xmlns:a16="http://schemas.microsoft.com/office/drawing/2014/main" id="{62F9594B-5DF2-438B-DC14-E08681B25736}"/>
              </a:ext>
            </a:extLst>
          </p:cNvPr>
          <p:cNvSpPr>
            <a:spLocks noGrp="1"/>
          </p:cNvSpPr>
          <p:nvPr>
            <p:ph type="sldNum" sz="quarter" idx="11"/>
          </p:nvPr>
        </p:nvSpPr>
        <p:spPr>
          <a:xfrm>
            <a:off x="86049" y="6400800"/>
            <a:ext cx="719708" cy="457200"/>
          </a:xfrm>
        </p:spPr>
        <p:txBody>
          <a:bodyPr/>
          <a:lstStyle/>
          <a:p>
            <a:pPr>
              <a:defRPr/>
            </a:pPr>
            <a:fld id="{C93FB44E-E7C4-4AAD-BB2F-9676668A814B}" type="slidenum">
              <a:rPr lang="en-US" altLang="zh-CN" smtClean="0"/>
              <a:pPr>
                <a:defRPr/>
              </a:pPr>
              <a:t>32</a:t>
            </a:fld>
            <a:endParaRPr lang="en-US" altLang="zh-CN" dirty="0"/>
          </a:p>
        </p:txBody>
      </p:sp>
    </p:spTree>
    <p:extLst>
      <p:ext uri="{BB962C8B-B14F-4D97-AF65-F5344CB8AC3E}">
        <p14:creationId xmlns:p14="http://schemas.microsoft.com/office/powerpoint/2010/main" val="97692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gtEl>
                                        <p:attrNameLst>
                                          <p:attrName>style.visibility</p:attrName>
                                        </p:attrNameLst>
                                      </p:cBhvr>
                                      <p:to>
                                        <p:strVal val="visible"/>
                                      </p:to>
                                    </p:set>
                                    <p:animEffect transition="in" filter="wipe(left)">
                                      <p:cBhvr>
                                        <p:cTn id="7" dur="500"/>
                                        <p:tgtEl>
                                          <p:spTgt spid="122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wipe(up)">
                                      <p:cBhvr>
                                        <p:cTn id="12"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Rectangle 4"/>
          <p:cNvSpPr>
            <a:spLocks noGrp="1" noChangeArrowheads="1"/>
          </p:cNvSpPr>
          <p:nvPr>
            <p:ph type="body" idx="1"/>
          </p:nvPr>
        </p:nvSpPr>
        <p:spPr>
          <a:xfrm>
            <a:off x="1343472" y="1949446"/>
            <a:ext cx="6840760" cy="4941168"/>
          </a:xfrm>
          <a:extLst>
            <a:ext uri="{909E8E84-426E-40DD-AFC4-6F175D3DCCD1}">
              <a14:hiddenFill xmlns:a14="http://schemas.microsoft.com/office/drawing/2010/main">
                <a:solidFill>
                  <a:srgbClr val="F3FD99"/>
                </a:solidFill>
              </a14:hiddenFill>
            </a:ext>
          </a:extLst>
        </p:spPr>
        <p:txBody>
          <a:bodyPr/>
          <a:lstStyle/>
          <a:p>
            <a:pPr eaLnBrk="1" hangingPunct="1">
              <a:lnSpc>
                <a:spcPct val="150000"/>
              </a:lnSpc>
            </a:pPr>
            <a:r>
              <a:rPr lang="zh-CN" altLang="en-US" sz="2400" dirty="0"/>
              <a:t>由式</a:t>
            </a:r>
            <a:r>
              <a:rPr lang="en-US" altLang="zh-CN" sz="2400" dirty="0"/>
              <a:t>(1)</a:t>
            </a:r>
            <a:r>
              <a:rPr lang="zh-CN" altLang="en-US" sz="2400" dirty="0"/>
              <a:t>得</a:t>
            </a:r>
            <a:r>
              <a:rPr lang="en-US" altLang="zh-CN" sz="2400" dirty="0"/>
              <a:t>:   (0.4</a:t>
            </a:r>
            <a:r>
              <a:rPr lang="en-US" altLang="zh-CN" sz="2400" dirty="0">
                <a:sym typeface="Symbol"/>
              </a:rPr>
              <a:t></a:t>
            </a:r>
            <a:r>
              <a:rPr lang="en-US" altLang="zh-CN" sz="2400" dirty="0"/>
              <a:t>r</a:t>
            </a:r>
            <a:r>
              <a:rPr lang="en-US" altLang="zh-CN" sz="2400" baseline="-25000" dirty="0"/>
              <a:t>11</a:t>
            </a:r>
            <a:r>
              <a:rPr lang="en-US" altLang="zh-CN" sz="2400" dirty="0"/>
              <a:t>) </a:t>
            </a:r>
            <a:r>
              <a:rPr lang="en-US" altLang="zh-CN" sz="2400" dirty="0">
                <a:sym typeface="Symbol"/>
              </a:rPr>
              <a:t></a:t>
            </a:r>
            <a:r>
              <a:rPr lang="en-US" altLang="zh-CN" sz="2400" dirty="0"/>
              <a:t> </a:t>
            </a:r>
            <a:r>
              <a:rPr lang="en-US" altLang="zh-CN" sz="2400" dirty="0">
                <a:solidFill>
                  <a:srgbClr val="008000"/>
                </a:solidFill>
              </a:rPr>
              <a:t>(0.6 </a:t>
            </a:r>
            <a:r>
              <a:rPr lang="en-US" altLang="zh-CN" sz="2400" dirty="0">
                <a:solidFill>
                  <a:srgbClr val="008000"/>
                </a:solidFill>
                <a:sym typeface="Symbol"/>
              </a:rPr>
              <a:t></a:t>
            </a:r>
            <a:r>
              <a:rPr lang="en-US" altLang="zh-CN" sz="2400" dirty="0">
                <a:solidFill>
                  <a:srgbClr val="008000"/>
                </a:solidFill>
              </a:rPr>
              <a:t> r</a:t>
            </a:r>
            <a:r>
              <a:rPr lang="en-US" altLang="zh-CN" sz="2400" baseline="-25000" dirty="0">
                <a:solidFill>
                  <a:srgbClr val="008000"/>
                </a:solidFill>
              </a:rPr>
              <a:t>21</a:t>
            </a:r>
            <a:r>
              <a:rPr lang="en-US" altLang="zh-CN" sz="2400" dirty="0">
                <a:solidFill>
                  <a:srgbClr val="008000"/>
                </a:solidFill>
              </a:rPr>
              <a:t>)=</a:t>
            </a:r>
            <a:r>
              <a:rPr lang="en-US" altLang="zh-CN" sz="2400" dirty="0"/>
              <a:t>0.5</a:t>
            </a:r>
          </a:p>
          <a:p>
            <a:pPr eaLnBrk="1" hangingPunct="1">
              <a:lnSpc>
                <a:spcPct val="150000"/>
              </a:lnSpc>
              <a:buNone/>
            </a:pPr>
            <a:r>
              <a:rPr lang="en-US" altLang="zh-CN" sz="2400" dirty="0">
                <a:solidFill>
                  <a:srgbClr val="3333FF"/>
                </a:solidFill>
              </a:rPr>
              <a:t>                        (0.4</a:t>
            </a:r>
            <a:r>
              <a:rPr lang="en-US" altLang="zh-CN" sz="2400" dirty="0">
                <a:solidFill>
                  <a:srgbClr val="3333FF"/>
                </a:solidFill>
                <a:sym typeface="Symbol"/>
              </a:rPr>
              <a:t></a:t>
            </a:r>
            <a:r>
              <a:rPr lang="en-US" altLang="zh-CN" sz="2400" dirty="0">
                <a:solidFill>
                  <a:srgbClr val="3333FF"/>
                </a:solidFill>
              </a:rPr>
              <a:t>r</a:t>
            </a:r>
            <a:r>
              <a:rPr lang="en-US" altLang="zh-CN" sz="2400" baseline="-25000" dirty="0">
                <a:solidFill>
                  <a:srgbClr val="3333FF"/>
                </a:solidFill>
              </a:rPr>
              <a:t>12</a:t>
            </a:r>
            <a:r>
              <a:rPr lang="en-US" altLang="zh-CN" sz="2400" dirty="0">
                <a:solidFill>
                  <a:srgbClr val="3333FF"/>
                </a:solidFill>
              </a:rPr>
              <a:t>) </a:t>
            </a:r>
            <a:r>
              <a:rPr lang="en-US" altLang="zh-CN" sz="2400" dirty="0">
                <a:solidFill>
                  <a:srgbClr val="3333FF"/>
                </a:solidFill>
                <a:sym typeface="Symbol"/>
              </a:rPr>
              <a:t></a:t>
            </a:r>
            <a:r>
              <a:rPr lang="en-US" altLang="zh-CN" sz="2400" dirty="0">
                <a:solidFill>
                  <a:srgbClr val="3333FF"/>
                </a:solidFill>
              </a:rPr>
              <a:t> (0.6 </a:t>
            </a:r>
            <a:r>
              <a:rPr lang="en-US" altLang="zh-CN" sz="2400" dirty="0">
                <a:solidFill>
                  <a:srgbClr val="3333FF"/>
                </a:solidFill>
                <a:sym typeface="Symbol"/>
              </a:rPr>
              <a:t> </a:t>
            </a:r>
            <a:r>
              <a:rPr lang="en-US" altLang="zh-CN" sz="2400" dirty="0">
                <a:solidFill>
                  <a:srgbClr val="3333FF"/>
                </a:solidFill>
              </a:rPr>
              <a:t>r</a:t>
            </a:r>
            <a:r>
              <a:rPr lang="en-US" altLang="zh-CN" sz="2400" baseline="-25000" dirty="0">
                <a:solidFill>
                  <a:srgbClr val="3333FF"/>
                </a:solidFill>
              </a:rPr>
              <a:t>22</a:t>
            </a:r>
            <a:r>
              <a:rPr lang="en-US" altLang="zh-CN" sz="2400" dirty="0">
                <a:solidFill>
                  <a:srgbClr val="3333FF"/>
                </a:solidFill>
              </a:rPr>
              <a:t>)=0.3</a:t>
            </a:r>
          </a:p>
          <a:p>
            <a:pPr eaLnBrk="1" hangingPunct="1">
              <a:lnSpc>
                <a:spcPct val="150000"/>
              </a:lnSpc>
            </a:pPr>
            <a:r>
              <a:rPr lang="zh-CN" altLang="en-US" sz="2400" dirty="0"/>
              <a:t>由式</a:t>
            </a:r>
            <a:r>
              <a:rPr lang="en-US" altLang="zh-CN" sz="2400" dirty="0"/>
              <a:t>(2)</a:t>
            </a:r>
            <a:r>
              <a:rPr lang="zh-CN" altLang="en-US" sz="2400" dirty="0"/>
              <a:t>得</a:t>
            </a:r>
            <a:r>
              <a:rPr lang="en-US" altLang="zh-CN" sz="2400" dirty="0"/>
              <a:t>:    (0.4</a:t>
            </a:r>
            <a:r>
              <a:rPr lang="en-US" altLang="zh-CN" sz="2400" dirty="0">
                <a:sym typeface="Symbol"/>
              </a:rPr>
              <a:t>  </a:t>
            </a:r>
            <a:r>
              <a:rPr lang="en-US" altLang="zh-CN" sz="2400" dirty="0"/>
              <a:t>r</a:t>
            </a:r>
            <a:r>
              <a:rPr lang="en-US" altLang="zh-CN" sz="2400" baseline="-25000" dirty="0"/>
              <a:t>11</a:t>
            </a:r>
            <a:r>
              <a:rPr lang="en-US" altLang="zh-CN" sz="2400" dirty="0"/>
              <a:t>) </a:t>
            </a:r>
            <a:r>
              <a:rPr lang="en-US" altLang="zh-CN" sz="2400" dirty="0">
                <a:sym typeface="Symbol"/>
              </a:rPr>
              <a:t></a:t>
            </a:r>
            <a:r>
              <a:rPr lang="en-US" altLang="zh-CN" sz="2400" dirty="0"/>
              <a:t> </a:t>
            </a:r>
            <a:r>
              <a:rPr lang="en-US" altLang="zh-CN" sz="2400" dirty="0">
                <a:solidFill>
                  <a:srgbClr val="008000"/>
                </a:solidFill>
              </a:rPr>
              <a:t>(0.7 </a:t>
            </a:r>
            <a:r>
              <a:rPr lang="en-US" altLang="zh-CN" sz="2400" dirty="0">
                <a:solidFill>
                  <a:srgbClr val="008000"/>
                </a:solidFill>
                <a:sym typeface="Symbol"/>
              </a:rPr>
              <a:t> </a:t>
            </a:r>
            <a:r>
              <a:rPr lang="en-US" altLang="zh-CN" sz="2400" dirty="0">
                <a:solidFill>
                  <a:srgbClr val="008000"/>
                </a:solidFill>
              </a:rPr>
              <a:t>r</a:t>
            </a:r>
            <a:r>
              <a:rPr lang="en-US" altLang="zh-CN" sz="2400" baseline="-25000" dirty="0">
                <a:solidFill>
                  <a:srgbClr val="008000"/>
                </a:solidFill>
              </a:rPr>
              <a:t>31</a:t>
            </a:r>
            <a:r>
              <a:rPr lang="en-US" altLang="zh-CN" sz="2400" dirty="0">
                <a:solidFill>
                  <a:srgbClr val="008000"/>
                </a:solidFill>
              </a:rPr>
              <a:t>)=</a:t>
            </a:r>
            <a:r>
              <a:rPr lang="en-US" altLang="zh-CN" sz="2400" dirty="0"/>
              <a:t>0.6</a:t>
            </a:r>
          </a:p>
          <a:p>
            <a:pPr eaLnBrk="1" hangingPunct="1">
              <a:lnSpc>
                <a:spcPct val="150000"/>
              </a:lnSpc>
              <a:buNone/>
            </a:pPr>
            <a:r>
              <a:rPr lang="en-US" altLang="zh-CN" sz="2400" dirty="0"/>
              <a:t>                        (0.4</a:t>
            </a:r>
            <a:r>
              <a:rPr lang="en-US" altLang="zh-CN" sz="2400" dirty="0">
                <a:sym typeface="Symbol"/>
              </a:rPr>
              <a:t>  </a:t>
            </a:r>
            <a:r>
              <a:rPr lang="en-US" altLang="zh-CN" sz="2400" dirty="0"/>
              <a:t>r</a:t>
            </a:r>
            <a:r>
              <a:rPr lang="en-US" altLang="zh-CN" sz="2400" baseline="-25000" dirty="0"/>
              <a:t>12</a:t>
            </a:r>
            <a:r>
              <a:rPr lang="en-US" altLang="zh-CN" sz="2400" dirty="0"/>
              <a:t>) </a:t>
            </a:r>
            <a:r>
              <a:rPr lang="en-US" altLang="zh-CN" sz="2400" dirty="0">
                <a:sym typeface="Symbol"/>
              </a:rPr>
              <a:t></a:t>
            </a:r>
            <a:r>
              <a:rPr lang="en-US" altLang="zh-CN" sz="2400" dirty="0"/>
              <a:t> </a:t>
            </a:r>
            <a:r>
              <a:rPr lang="en-US" altLang="zh-CN" sz="2400" dirty="0">
                <a:solidFill>
                  <a:srgbClr val="008000"/>
                </a:solidFill>
              </a:rPr>
              <a:t>(0.7 </a:t>
            </a:r>
            <a:r>
              <a:rPr lang="en-US" altLang="zh-CN" sz="2400" dirty="0">
                <a:solidFill>
                  <a:srgbClr val="008000"/>
                </a:solidFill>
                <a:sym typeface="Symbol"/>
              </a:rPr>
              <a:t> </a:t>
            </a:r>
            <a:r>
              <a:rPr lang="en-US" altLang="zh-CN" sz="2400" dirty="0">
                <a:solidFill>
                  <a:srgbClr val="008000"/>
                </a:solidFill>
              </a:rPr>
              <a:t>r</a:t>
            </a:r>
            <a:r>
              <a:rPr lang="en-US" altLang="zh-CN" sz="2400" baseline="-25000" dirty="0">
                <a:solidFill>
                  <a:srgbClr val="008000"/>
                </a:solidFill>
              </a:rPr>
              <a:t>32</a:t>
            </a:r>
            <a:r>
              <a:rPr lang="en-US" altLang="zh-CN" sz="2400" dirty="0">
                <a:solidFill>
                  <a:srgbClr val="008000"/>
                </a:solidFill>
              </a:rPr>
              <a:t>)=</a:t>
            </a:r>
            <a:r>
              <a:rPr lang="en-US" altLang="zh-CN" sz="2400" dirty="0"/>
              <a:t>0.5</a:t>
            </a:r>
          </a:p>
          <a:p>
            <a:pPr eaLnBrk="1" hangingPunct="1">
              <a:lnSpc>
                <a:spcPct val="150000"/>
              </a:lnSpc>
            </a:pPr>
            <a:r>
              <a:rPr lang="zh-CN" altLang="en-US" sz="2400" dirty="0"/>
              <a:t>由式</a:t>
            </a:r>
            <a:r>
              <a:rPr lang="en-US" altLang="zh-CN" sz="2400" dirty="0"/>
              <a:t>(3)</a:t>
            </a:r>
            <a:r>
              <a:rPr lang="zh-CN" altLang="en-US" sz="2400" dirty="0"/>
              <a:t>得</a:t>
            </a:r>
            <a:r>
              <a:rPr lang="en-US" altLang="zh-CN" sz="2400" dirty="0"/>
              <a:t>:    </a:t>
            </a:r>
            <a:r>
              <a:rPr lang="en-US" altLang="zh-CN" sz="2400" dirty="0">
                <a:solidFill>
                  <a:srgbClr val="008000"/>
                </a:solidFill>
              </a:rPr>
              <a:t>(0.8</a:t>
            </a:r>
            <a:r>
              <a:rPr lang="en-US" altLang="zh-CN" sz="2400" dirty="0">
                <a:solidFill>
                  <a:srgbClr val="008000"/>
                </a:solidFill>
                <a:sym typeface="Symbol"/>
              </a:rPr>
              <a:t>  </a:t>
            </a:r>
            <a:r>
              <a:rPr lang="en-US" altLang="zh-CN" sz="2400" dirty="0">
                <a:solidFill>
                  <a:srgbClr val="008000"/>
                </a:solidFill>
              </a:rPr>
              <a:t>r</a:t>
            </a:r>
            <a:r>
              <a:rPr lang="en-US" altLang="zh-CN" sz="2400" baseline="-25000" dirty="0">
                <a:solidFill>
                  <a:srgbClr val="008000"/>
                </a:solidFill>
              </a:rPr>
              <a:t>21</a:t>
            </a:r>
            <a:r>
              <a:rPr lang="en-US" altLang="zh-CN" sz="2400" dirty="0">
                <a:solidFill>
                  <a:srgbClr val="008000"/>
                </a:solidFill>
              </a:rPr>
              <a:t>)</a:t>
            </a:r>
            <a:r>
              <a:rPr lang="en-US" altLang="zh-CN" sz="2400" dirty="0"/>
              <a:t> </a:t>
            </a:r>
            <a:r>
              <a:rPr lang="en-US" altLang="zh-CN" sz="2400" dirty="0">
                <a:sym typeface="Symbol"/>
              </a:rPr>
              <a:t> </a:t>
            </a:r>
            <a:r>
              <a:rPr lang="en-US" altLang="zh-CN" sz="2400" dirty="0"/>
              <a:t>(0.1</a:t>
            </a:r>
            <a:r>
              <a:rPr lang="en-US" altLang="zh-CN" sz="2400" dirty="0">
                <a:sym typeface="Symbol"/>
              </a:rPr>
              <a:t> </a:t>
            </a:r>
            <a:r>
              <a:rPr lang="en-US" altLang="zh-CN" sz="2400" dirty="0"/>
              <a:t> r</a:t>
            </a:r>
            <a:r>
              <a:rPr lang="en-US" altLang="zh-CN" sz="2400" baseline="-25000" dirty="0"/>
              <a:t>31</a:t>
            </a:r>
            <a:r>
              <a:rPr lang="en-US" altLang="zh-CN" sz="2400" dirty="0"/>
              <a:t>)=0.5</a:t>
            </a:r>
          </a:p>
          <a:p>
            <a:pPr eaLnBrk="1" hangingPunct="1">
              <a:lnSpc>
                <a:spcPct val="150000"/>
              </a:lnSpc>
              <a:buNone/>
            </a:pPr>
            <a:r>
              <a:rPr lang="en-US" altLang="zh-CN" sz="2400" dirty="0">
                <a:solidFill>
                  <a:srgbClr val="008000"/>
                </a:solidFill>
              </a:rPr>
              <a:t>                        (0.8</a:t>
            </a:r>
            <a:r>
              <a:rPr lang="en-US" altLang="zh-CN" sz="2400" dirty="0">
                <a:solidFill>
                  <a:srgbClr val="008000"/>
                </a:solidFill>
                <a:sym typeface="Symbol"/>
              </a:rPr>
              <a:t>  </a:t>
            </a:r>
            <a:r>
              <a:rPr lang="en-US" altLang="zh-CN" sz="2400" dirty="0">
                <a:solidFill>
                  <a:srgbClr val="008000"/>
                </a:solidFill>
              </a:rPr>
              <a:t>r</a:t>
            </a:r>
            <a:r>
              <a:rPr lang="en-US" altLang="zh-CN" sz="2400" baseline="-25000" dirty="0">
                <a:solidFill>
                  <a:srgbClr val="008000"/>
                </a:solidFill>
              </a:rPr>
              <a:t>22</a:t>
            </a:r>
            <a:r>
              <a:rPr lang="en-US" altLang="zh-CN" sz="2400" dirty="0">
                <a:solidFill>
                  <a:srgbClr val="008000"/>
                </a:solidFill>
              </a:rPr>
              <a:t>)</a:t>
            </a:r>
            <a:r>
              <a:rPr lang="en-US" altLang="zh-CN" sz="2400" dirty="0"/>
              <a:t> </a:t>
            </a:r>
            <a:r>
              <a:rPr lang="en-US" altLang="zh-CN" sz="2400" dirty="0">
                <a:sym typeface="Symbol"/>
              </a:rPr>
              <a:t> </a:t>
            </a:r>
            <a:r>
              <a:rPr lang="en-US" altLang="zh-CN" sz="2400" dirty="0"/>
              <a:t>(0.1 </a:t>
            </a:r>
            <a:r>
              <a:rPr lang="en-US" altLang="zh-CN" sz="2400" dirty="0">
                <a:sym typeface="Symbol"/>
              </a:rPr>
              <a:t> </a:t>
            </a:r>
            <a:r>
              <a:rPr lang="en-US" altLang="zh-CN" sz="2400" dirty="0"/>
              <a:t>r</a:t>
            </a:r>
            <a:r>
              <a:rPr lang="en-US" altLang="zh-CN" sz="2400" baseline="-25000" dirty="0"/>
              <a:t>32</a:t>
            </a:r>
            <a:r>
              <a:rPr lang="en-US" altLang="zh-CN" sz="2400" dirty="0"/>
              <a:t>)=0.2</a:t>
            </a:r>
          </a:p>
          <a:p>
            <a:pPr eaLnBrk="1" hangingPunct="1">
              <a:lnSpc>
                <a:spcPct val="150000"/>
              </a:lnSpc>
            </a:pPr>
            <a:r>
              <a:rPr lang="zh-CN" altLang="en-US" sz="2400" dirty="0"/>
              <a:t>由式</a:t>
            </a:r>
            <a:r>
              <a:rPr lang="en-US" altLang="zh-CN" sz="2400" dirty="0"/>
              <a:t>(4)</a:t>
            </a:r>
            <a:r>
              <a:rPr lang="zh-CN" altLang="en-US" sz="2400" dirty="0"/>
              <a:t>得</a:t>
            </a:r>
            <a:r>
              <a:rPr lang="en-US" altLang="zh-CN" sz="2400" dirty="0"/>
              <a:t>:  (1</a:t>
            </a:r>
            <a:r>
              <a:rPr lang="en-US" altLang="zh-CN" sz="2400" dirty="0">
                <a:sym typeface="Symbol"/>
              </a:rPr>
              <a:t></a:t>
            </a:r>
            <a:r>
              <a:rPr lang="en-US" altLang="zh-CN" sz="2400" dirty="0"/>
              <a:t>r</a:t>
            </a:r>
            <a:r>
              <a:rPr lang="en-US" altLang="zh-CN" sz="2400" baseline="-25000" dirty="0"/>
              <a:t>11</a:t>
            </a:r>
            <a:r>
              <a:rPr lang="en-US" altLang="zh-CN" sz="2400" dirty="0"/>
              <a:t>)</a:t>
            </a:r>
            <a:r>
              <a:rPr lang="en-US" altLang="zh-CN" sz="2400" dirty="0">
                <a:sym typeface="Symbol"/>
              </a:rPr>
              <a:t></a:t>
            </a:r>
            <a:r>
              <a:rPr lang="en-US" altLang="zh-CN" sz="2400" dirty="0"/>
              <a:t>(0.5</a:t>
            </a:r>
            <a:r>
              <a:rPr lang="en-US" altLang="zh-CN" sz="2400" dirty="0">
                <a:sym typeface="Symbol"/>
              </a:rPr>
              <a:t> </a:t>
            </a:r>
            <a:r>
              <a:rPr lang="en-US" altLang="zh-CN" sz="2400" dirty="0"/>
              <a:t>r</a:t>
            </a:r>
            <a:r>
              <a:rPr lang="en-US" altLang="zh-CN" sz="2400" baseline="-25000" dirty="0"/>
              <a:t>21</a:t>
            </a:r>
            <a:r>
              <a:rPr lang="en-US" altLang="zh-CN" sz="2400" dirty="0"/>
              <a:t>)</a:t>
            </a:r>
            <a:r>
              <a:rPr lang="en-US" altLang="zh-CN" sz="2400" dirty="0">
                <a:sym typeface="Symbol"/>
              </a:rPr>
              <a:t></a:t>
            </a:r>
            <a:r>
              <a:rPr lang="en-US" altLang="zh-CN" sz="2400" dirty="0"/>
              <a:t>(0.8</a:t>
            </a:r>
            <a:r>
              <a:rPr lang="en-US" altLang="zh-CN" sz="2400" dirty="0">
                <a:sym typeface="Symbol"/>
              </a:rPr>
              <a:t></a:t>
            </a:r>
            <a:r>
              <a:rPr lang="en-US" altLang="zh-CN" sz="2400" dirty="0"/>
              <a:t>r</a:t>
            </a:r>
            <a:r>
              <a:rPr lang="en-US" altLang="zh-CN" sz="2400" baseline="-25000" dirty="0"/>
              <a:t>31</a:t>
            </a:r>
            <a:r>
              <a:rPr lang="en-US" altLang="zh-CN" sz="2400" dirty="0"/>
              <a:t>)=0.7</a:t>
            </a:r>
          </a:p>
          <a:p>
            <a:pPr eaLnBrk="1" hangingPunct="1">
              <a:lnSpc>
                <a:spcPct val="150000"/>
              </a:lnSpc>
              <a:buNone/>
            </a:pPr>
            <a:r>
              <a:rPr lang="en-US" altLang="zh-CN" sz="2400" dirty="0"/>
              <a:t>                       (1</a:t>
            </a:r>
            <a:r>
              <a:rPr lang="en-US" altLang="zh-CN" sz="2400" dirty="0">
                <a:sym typeface="Symbol"/>
              </a:rPr>
              <a:t></a:t>
            </a:r>
            <a:r>
              <a:rPr lang="en-US" altLang="zh-CN" sz="2400" dirty="0"/>
              <a:t>r</a:t>
            </a:r>
            <a:r>
              <a:rPr lang="en-US" altLang="zh-CN" sz="2400" baseline="-25000" dirty="0"/>
              <a:t>12</a:t>
            </a:r>
            <a:r>
              <a:rPr lang="en-US" altLang="zh-CN" sz="2400" dirty="0"/>
              <a:t>)</a:t>
            </a:r>
            <a:r>
              <a:rPr lang="en-US" altLang="zh-CN" sz="2400" dirty="0">
                <a:sym typeface="Symbol"/>
              </a:rPr>
              <a:t></a:t>
            </a:r>
            <a:r>
              <a:rPr lang="en-US" altLang="zh-CN" sz="2400" dirty="0"/>
              <a:t>(0.5</a:t>
            </a:r>
            <a:r>
              <a:rPr lang="en-US" altLang="zh-CN" sz="2400" dirty="0">
                <a:sym typeface="Symbol"/>
              </a:rPr>
              <a:t> </a:t>
            </a:r>
            <a:r>
              <a:rPr lang="en-US" altLang="zh-CN" sz="2400" dirty="0"/>
              <a:t>r</a:t>
            </a:r>
            <a:r>
              <a:rPr lang="en-US" altLang="zh-CN" sz="2400" baseline="-25000" dirty="0"/>
              <a:t>22</a:t>
            </a:r>
            <a:r>
              <a:rPr lang="en-US" altLang="zh-CN" sz="2400" dirty="0"/>
              <a:t>)</a:t>
            </a:r>
            <a:r>
              <a:rPr lang="en-US" altLang="zh-CN" sz="2400" dirty="0">
                <a:sym typeface="Symbol"/>
              </a:rPr>
              <a:t></a:t>
            </a:r>
            <a:r>
              <a:rPr lang="en-US" altLang="zh-CN" sz="2400" dirty="0"/>
              <a:t>(0.8</a:t>
            </a:r>
            <a:r>
              <a:rPr lang="en-US" altLang="zh-CN" sz="2400" dirty="0">
                <a:sym typeface="Symbol"/>
              </a:rPr>
              <a:t></a:t>
            </a:r>
            <a:r>
              <a:rPr lang="en-US" altLang="zh-CN" sz="2400" dirty="0"/>
              <a:t>r</a:t>
            </a:r>
            <a:r>
              <a:rPr lang="en-US" altLang="zh-CN" sz="2400" baseline="-25000" dirty="0"/>
              <a:t>32</a:t>
            </a:r>
            <a:r>
              <a:rPr lang="en-US" altLang="zh-CN" sz="2400" dirty="0"/>
              <a:t>)=0.5</a:t>
            </a:r>
          </a:p>
        </p:txBody>
      </p:sp>
      <p:sp>
        <p:nvSpPr>
          <p:cNvPr id="135173" name="Text Box 5"/>
          <p:cNvSpPr txBox="1">
            <a:spLocks noChangeArrowheads="1"/>
          </p:cNvSpPr>
          <p:nvPr/>
        </p:nvSpPr>
        <p:spPr bwMode="auto">
          <a:xfrm>
            <a:off x="8041804" y="1988840"/>
            <a:ext cx="18716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sz="2800" dirty="0">
                <a:solidFill>
                  <a:srgbClr val="F72603"/>
                </a:solidFill>
                <a:sym typeface="Symbol"/>
              </a:rPr>
              <a:t></a:t>
            </a:r>
            <a:r>
              <a:rPr lang="en-US" altLang="zh-CN" sz="2800" dirty="0">
                <a:solidFill>
                  <a:srgbClr val="F72603"/>
                </a:solidFill>
              </a:rPr>
              <a:t>  r</a:t>
            </a:r>
            <a:r>
              <a:rPr lang="en-US" altLang="zh-CN" sz="2800" baseline="-25000" dirty="0">
                <a:solidFill>
                  <a:srgbClr val="F72603"/>
                </a:solidFill>
              </a:rPr>
              <a:t>21</a:t>
            </a:r>
            <a:r>
              <a:rPr lang="en-US" altLang="zh-CN" sz="2800" dirty="0">
                <a:solidFill>
                  <a:srgbClr val="F72603"/>
                </a:solidFill>
              </a:rPr>
              <a:t>=0.5</a:t>
            </a:r>
          </a:p>
        </p:txBody>
      </p:sp>
      <p:sp>
        <p:nvSpPr>
          <p:cNvPr id="135176" name="Text Box 8"/>
          <p:cNvSpPr txBox="1">
            <a:spLocks noChangeArrowheads="1"/>
          </p:cNvSpPr>
          <p:nvPr/>
        </p:nvSpPr>
        <p:spPr bwMode="auto">
          <a:xfrm>
            <a:off x="8040216" y="3265984"/>
            <a:ext cx="18716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sz="2800" dirty="0">
                <a:solidFill>
                  <a:srgbClr val="F72603"/>
                </a:solidFill>
                <a:sym typeface="Symbol"/>
              </a:rPr>
              <a:t> </a:t>
            </a:r>
            <a:r>
              <a:rPr lang="en-US" altLang="zh-CN" sz="2800" dirty="0">
                <a:solidFill>
                  <a:srgbClr val="F72603"/>
                </a:solidFill>
              </a:rPr>
              <a:t> r</a:t>
            </a:r>
            <a:r>
              <a:rPr lang="en-US" altLang="zh-CN" sz="2800" baseline="-25000" dirty="0">
                <a:solidFill>
                  <a:srgbClr val="F72603"/>
                </a:solidFill>
              </a:rPr>
              <a:t>31</a:t>
            </a:r>
            <a:r>
              <a:rPr lang="en-US" altLang="zh-CN" sz="2800" dirty="0">
                <a:solidFill>
                  <a:srgbClr val="F72603"/>
                </a:solidFill>
              </a:rPr>
              <a:t>=0.6</a:t>
            </a:r>
          </a:p>
        </p:txBody>
      </p:sp>
      <p:sp>
        <p:nvSpPr>
          <p:cNvPr id="135177" name="Text Box 9"/>
          <p:cNvSpPr txBox="1">
            <a:spLocks noChangeArrowheads="1"/>
          </p:cNvSpPr>
          <p:nvPr/>
        </p:nvSpPr>
        <p:spPr bwMode="auto">
          <a:xfrm>
            <a:off x="8040216" y="3770809"/>
            <a:ext cx="18716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sz="2800" dirty="0">
                <a:solidFill>
                  <a:srgbClr val="F72603"/>
                </a:solidFill>
                <a:sym typeface="Symbol"/>
              </a:rPr>
              <a:t> </a:t>
            </a:r>
            <a:r>
              <a:rPr lang="en-US" altLang="zh-CN" sz="2800" dirty="0">
                <a:solidFill>
                  <a:srgbClr val="F72603"/>
                </a:solidFill>
              </a:rPr>
              <a:t> r</a:t>
            </a:r>
            <a:r>
              <a:rPr lang="en-US" altLang="zh-CN" sz="2800" baseline="-25000" dirty="0">
                <a:solidFill>
                  <a:srgbClr val="F72603"/>
                </a:solidFill>
              </a:rPr>
              <a:t>32</a:t>
            </a:r>
            <a:r>
              <a:rPr lang="en-US" altLang="zh-CN" sz="2800" dirty="0">
                <a:solidFill>
                  <a:srgbClr val="F72603"/>
                </a:solidFill>
              </a:rPr>
              <a:t>=0.5</a:t>
            </a:r>
          </a:p>
        </p:txBody>
      </p:sp>
      <p:sp>
        <p:nvSpPr>
          <p:cNvPr id="135178" name="Text Box 10"/>
          <p:cNvSpPr txBox="1">
            <a:spLocks noChangeArrowheads="1"/>
          </p:cNvSpPr>
          <p:nvPr/>
        </p:nvSpPr>
        <p:spPr bwMode="auto">
          <a:xfrm>
            <a:off x="8040216" y="4517926"/>
            <a:ext cx="18716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sz="2800" dirty="0">
                <a:solidFill>
                  <a:srgbClr val="F72603"/>
                </a:solidFill>
                <a:sym typeface="Symbol"/>
              </a:rPr>
              <a:t> </a:t>
            </a:r>
            <a:r>
              <a:rPr lang="en-US" altLang="zh-CN" sz="2800" dirty="0">
                <a:solidFill>
                  <a:srgbClr val="F72603"/>
                </a:solidFill>
              </a:rPr>
              <a:t> r</a:t>
            </a:r>
            <a:r>
              <a:rPr lang="en-US" altLang="zh-CN" sz="2800" baseline="-25000" dirty="0">
                <a:solidFill>
                  <a:srgbClr val="F72603"/>
                </a:solidFill>
              </a:rPr>
              <a:t>21</a:t>
            </a:r>
            <a:r>
              <a:rPr lang="en-US" altLang="zh-CN" sz="2800" dirty="0">
                <a:solidFill>
                  <a:srgbClr val="F72603"/>
                </a:solidFill>
              </a:rPr>
              <a:t>=0.5</a:t>
            </a:r>
          </a:p>
        </p:txBody>
      </p:sp>
      <p:sp>
        <p:nvSpPr>
          <p:cNvPr id="135179" name="Text Box 11"/>
          <p:cNvSpPr txBox="1">
            <a:spLocks noChangeArrowheads="1"/>
          </p:cNvSpPr>
          <p:nvPr/>
        </p:nvSpPr>
        <p:spPr bwMode="auto">
          <a:xfrm>
            <a:off x="8040216" y="5094189"/>
            <a:ext cx="18716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sz="2800" dirty="0">
                <a:solidFill>
                  <a:srgbClr val="F72603"/>
                </a:solidFill>
                <a:sym typeface="Symbol"/>
              </a:rPr>
              <a:t> </a:t>
            </a:r>
            <a:r>
              <a:rPr lang="en-US" altLang="zh-CN" sz="2800" dirty="0">
                <a:solidFill>
                  <a:srgbClr val="F72603"/>
                </a:solidFill>
              </a:rPr>
              <a:t> r</a:t>
            </a:r>
            <a:r>
              <a:rPr lang="en-US" altLang="zh-CN" sz="2800" baseline="-25000" dirty="0">
                <a:solidFill>
                  <a:srgbClr val="F72603"/>
                </a:solidFill>
              </a:rPr>
              <a:t>22</a:t>
            </a:r>
            <a:r>
              <a:rPr lang="en-US" altLang="zh-CN" sz="2800" dirty="0">
                <a:solidFill>
                  <a:srgbClr val="F72603"/>
                </a:solidFill>
              </a:rPr>
              <a:t>=0.2</a:t>
            </a:r>
          </a:p>
        </p:txBody>
      </p:sp>
      <p:sp>
        <p:nvSpPr>
          <p:cNvPr id="135180" name="Text Box 12"/>
          <p:cNvSpPr txBox="1">
            <a:spLocks noChangeArrowheads="1"/>
          </p:cNvSpPr>
          <p:nvPr/>
        </p:nvSpPr>
        <p:spPr bwMode="auto">
          <a:xfrm>
            <a:off x="8041259" y="5689600"/>
            <a:ext cx="18716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sz="2800" dirty="0">
                <a:solidFill>
                  <a:srgbClr val="F72603"/>
                </a:solidFill>
                <a:sym typeface="Symbol"/>
              </a:rPr>
              <a:t> </a:t>
            </a:r>
            <a:r>
              <a:rPr lang="en-US" altLang="zh-CN" sz="2800" dirty="0">
                <a:solidFill>
                  <a:srgbClr val="F72603"/>
                </a:solidFill>
              </a:rPr>
              <a:t> r</a:t>
            </a:r>
            <a:r>
              <a:rPr lang="en-US" altLang="zh-CN" sz="2800" baseline="-25000" dirty="0">
                <a:solidFill>
                  <a:srgbClr val="F72603"/>
                </a:solidFill>
              </a:rPr>
              <a:t>11</a:t>
            </a:r>
            <a:r>
              <a:rPr lang="en-US" altLang="zh-CN" sz="2800" dirty="0">
                <a:solidFill>
                  <a:srgbClr val="F72603"/>
                </a:solidFill>
              </a:rPr>
              <a:t>=0.7</a:t>
            </a:r>
          </a:p>
        </p:txBody>
      </p:sp>
      <p:sp>
        <p:nvSpPr>
          <p:cNvPr id="135183" name="Text Box 15"/>
          <p:cNvSpPr txBox="1">
            <a:spLocks noChangeArrowheads="1"/>
          </p:cNvSpPr>
          <p:nvPr/>
        </p:nvSpPr>
        <p:spPr bwMode="auto">
          <a:xfrm>
            <a:off x="8040216" y="2573040"/>
            <a:ext cx="18716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sz="2800" dirty="0">
                <a:solidFill>
                  <a:srgbClr val="F72603"/>
                </a:solidFill>
                <a:sym typeface="Symbol"/>
              </a:rPr>
              <a:t> </a:t>
            </a:r>
            <a:r>
              <a:rPr lang="en-US" altLang="zh-CN" sz="2800" dirty="0">
                <a:solidFill>
                  <a:srgbClr val="F72603"/>
                </a:solidFill>
              </a:rPr>
              <a:t> r</a:t>
            </a:r>
            <a:r>
              <a:rPr lang="en-US" altLang="zh-CN" sz="2800" baseline="-25000" dirty="0">
                <a:solidFill>
                  <a:srgbClr val="F72603"/>
                </a:solidFill>
              </a:rPr>
              <a:t>12</a:t>
            </a:r>
            <a:r>
              <a:rPr lang="en-US" altLang="zh-CN" sz="2800" dirty="0">
                <a:solidFill>
                  <a:srgbClr val="F72603"/>
                </a:solidFill>
              </a:rPr>
              <a:t>=0.3</a:t>
            </a:r>
          </a:p>
        </p:txBody>
      </p:sp>
      <p:graphicFrame>
        <p:nvGraphicFramePr>
          <p:cNvPr id="2" name="对象 1"/>
          <p:cNvGraphicFramePr>
            <a:graphicFrameLocks noGrp="1" noChangeAspect="1"/>
          </p:cNvGraphicFramePr>
          <p:nvPr>
            <p:extLst>
              <p:ext uri="{D42A27DB-BD31-4B8C-83A1-F6EECF244321}">
                <p14:modId xmlns:p14="http://schemas.microsoft.com/office/powerpoint/2010/main" val="870071477"/>
              </p:ext>
            </p:extLst>
          </p:nvPr>
        </p:nvGraphicFramePr>
        <p:xfrm>
          <a:off x="2690146" y="404664"/>
          <a:ext cx="5782118" cy="1656184"/>
        </p:xfrm>
        <a:graphic>
          <a:graphicData uri="http://schemas.openxmlformats.org/presentationml/2006/ole">
            <mc:AlternateContent xmlns:mc="http://schemas.openxmlformats.org/markup-compatibility/2006">
              <mc:Choice xmlns:v="urn:schemas-microsoft-com:vml" Requires="v">
                <p:oleObj name="Equation" r:id="rId2" imgW="2463480" imgH="711000" progId="Equation.DSMT4">
                  <p:embed/>
                </p:oleObj>
              </mc:Choice>
              <mc:Fallback>
                <p:oleObj name="Equation" r:id="rId2" imgW="2463480" imgH="711000" progId="Equation.DSMT4">
                  <p:embed/>
                  <p:pic>
                    <p:nvPicPr>
                      <p:cNvPr id="0" name=""/>
                      <p:cNvPicPr>
                        <a:picLocks noGrp="1" noChangeAspect="1" noChangeArrowheads="1"/>
                      </p:cNvPicPr>
                      <p:nvPr/>
                    </p:nvPicPr>
                    <p:blipFill>
                      <a:blip r:embed="rId3"/>
                      <a:srcRect/>
                      <a:stretch>
                        <a:fillRect/>
                      </a:stretch>
                    </p:blipFill>
                    <p:spPr bwMode="auto">
                      <a:xfrm>
                        <a:off x="2690146" y="404664"/>
                        <a:ext cx="5782118" cy="1656184"/>
                      </a:xfrm>
                      <a:prstGeom prst="rect">
                        <a:avLst/>
                      </a:prstGeom>
                      <a:noFill/>
                      <a:ln>
                        <a:noFill/>
                      </a:ln>
                      <a:effectLst/>
                    </p:spPr>
                  </p:pic>
                </p:oleObj>
              </mc:Fallback>
            </mc:AlternateContent>
          </a:graphicData>
        </a:graphic>
      </p:graphicFrame>
      <p:graphicFrame>
        <p:nvGraphicFramePr>
          <p:cNvPr id="3" name="对象 2"/>
          <p:cNvGraphicFramePr>
            <a:graphicFrameLocks noGrp="1" noChangeAspect="1"/>
          </p:cNvGraphicFramePr>
          <p:nvPr>
            <p:extLst>
              <p:ext uri="{D42A27DB-BD31-4B8C-83A1-F6EECF244321}">
                <p14:modId xmlns:p14="http://schemas.microsoft.com/office/powerpoint/2010/main" val="2365683126"/>
              </p:ext>
            </p:extLst>
          </p:nvPr>
        </p:nvGraphicFramePr>
        <p:xfrm>
          <a:off x="2657909" y="411619"/>
          <a:ext cx="5886909" cy="1582539"/>
        </p:xfrm>
        <a:graphic>
          <a:graphicData uri="http://schemas.openxmlformats.org/presentationml/2006/ole">
            <mc:AlternateContent xmlns:mc="http://schemas.openxmlformats.org/markup-compatibility/2006">
              <mc:Choice xmlns:v="urn:schemas-microsoft-com:vml" Requires="v">
                <p:oleObj name="Equation" r:id="rId4" imgW="2628720" imgH="711000" progId="Equation.DSMT4">
                  <p:embed/>
                </p:oleObj>
              </mc:Choice>
              <mc:Fallback>
                <p:oleObj name="Equation" r:id="rId4" imgW="2628720" imgH="711000" progId="Equation.DSMT4">
                  <p:embed/>
                  <p:pic>
                    <p:nvPicPr>
                      <p:cNvPr id="0" name=""/>
                      <p:cNvPicPr>
                        <a:picLocks noGrp="1" noChangeAspect="1" noChangeArrowheads="1"/>
                      </p:cNvPicPr>
                      <p:nvPr/>
                    </p:nvPicPr>
                    <p:blipFill>
                      <a:blip r:embed="rId5"/>
                      <a:srcRect/>
                      <a:stretch>
                        <a:fillRect/>
                      </a:stretch>
                    </p:blipFill>
                    <p:spPr bwMode="auto">
                      <a:xfrm>
                        <a:off x="2657909" y="411619"/>
                        <a:ext cx="5886909" cy="1582539"/>
                      </a:xfrm>
                      <a:prstGeom prst="rect">
                        <a:avLst/>
                      </a:prstGeom>
                      <a:solidFill>
                        <a:schemeClr val="bg1"/>
                      </a:solidFill>
                      <a:ln>
                        <a:noFill/>
                      </a:ln>
                      <a:effectLst/>
                    </p:spPr>
                  </p:pic>
                </p:oleObj>
              </mc:Fallback>
            </mc:AlternateContent>
          </a:graphicData>
        </a:graphic>
      </p:graphicFrame>
      <p:graphicFrame>
        <p:nvGraphicFramePr>
          <p:cNvPr id="5" name="对象 4"/>
          <p:cNvGraphicFramePr>
            <a:graphicFrameLocks noGrp="1" noChangeAspect="1"/>
          </p:cNvGraphicFramePr>
          <p:nvPr>
            <p:extLst>
              <p:ext uri="{D42A27DB-BD31-4B8C-83A1-F6EECF244321}">
                <p14:modId xmlns:p14="http://schemas.microsoft.com/office/powerpoint/2010/main" val="3942590895"/>
              </p:ext>
            </p:extLst>
          </p:nvPr>
        </p:nvGraphicFramePr>
        <p:xfrm>
          <a:off x="2567608" y="305386"/>
          <a:ext cx="5904656" cy="1683455"/>
        </p:xfrm>
        <a:graphic>
          <a:graphicData uri="http://schemas.openxmlformats.org/presentationml/2006/ole">
            <mc:AlternateContent xmlns:mc="http://schemas.openxmlformats.org/markup-compatibility/2006">
              <mc:Choice xmlns:v="urn:schemas-microsoft-com:vml" Requires="v">
                <p:oleObj name="Equation" r:id="rId6" imgW="2476440" imgH="711000" progId="Equation.DSMT4">
                  <p:embed/>
                </p:oleObj>
              </mc:Choice>
              <mc:Fallback>
                <p:oleObj name="Equation" r:id="rId6" imgW="2476440" imgH="711000" progId="Equation.DSMT4">
                  <p:embed/>
                  <p:pic>
                    <p:nvPicPr>
                      <p:cNvPr id="0" name=""/>
                      <p:cNvPicPr>
                        <a:picLocks noGrp="1" noChangeAspect="1" noChangeArrowheads="1"/>
                      </p:cNvPicPr>
                      <p:nvPr/>
                    </p:nvPicPr>
                    <p:blipFill>
                      <a:blip r:embed="rId7"/>
                      <a:srcRect/>
                      <a:stretch>
                        <a:fillRect/>
                      </a:stretch>
                    </p:blipFill>
                    <p:spPr bwMode="auto">
                      <a:xfrm>
                        <a:off x="2567608" y="305386"/>
                        <a:ext cx="5904656" cy="1683455"/>
                      </a:xfrm>
                      <a:prstGeom prst="rect">
                        <a:avLst/>
                      </a:prstGeom>
                      <a:solidFill>
                        <a:schemeClr val="bg1"/>
                      </a:solidFill>
                      <a:ln>
                        <a:noFill/>
                      </a:ln>
                      <a:effectLst/>
                    </p:spPr>
                  </p:pic>
                </p:oleObj>
              </mc:Fallback>
            </mc:AlternateContent>
          </a:graphicData>
        </a:graphic>
      </p:graphicFrame>
      <p:graphicFrame>
        <p:nvGraphicFramePr>
          <p:cNvPr id="6" name="对象 5"/>
          <p:cNvGraphicFramePr>
            <a:graphicFrameLocks noGrp="1" noChangeAspect="1"/>
          </p:cNvGraphicFramePr>
          <p:nvPr>
            <p:extLst>
              <p:ext uri="{D42A27DB-BD31-4B8C-83A1-F6EECF244321}">
                <p14:modId xmlns:p14="http://schemas.microsoft.com/office/powerpoint/2010/main" val="968263933"/>
              </p:ext>
            </p:extLst>
          </p:nvPr>
        </p:nvGraphicFramePr>
        <p:xfrm>
          <a:off x="2639616" y="332657"/>
          <a:ext cx="5976664" cy="1712835"/>
        </p:xfrm>
        <a:graphic>
          <a:graphicData uri="http://schemas.openxmlformats.org/presentationml/2006/ole">
            <mc:AlternateContent xmlns:mc="http://schemas.openxmlformats.org/markup-compatibility/2006">
              <mc:Choice xmlns:v="urn:schemas-microsoft-com:vml" Requires="v">
                <p:oleObj name="Equation" r:id="rId8" imgW="2463480" imgH="711000" progId="Equation.DSMT4">
                  <p:embed/>
                </p:oleObj>
              </mc:Choice>
              <mc:Fallback>
                <p:oleObj name="Equation" r:id="rId8" imgW="2463480" imgH="711000" progId="Equation.DSMT4">
                  <p:embed/>
                  <p:pic>
                    <p:nvPicPr>
                      <p:cNvPr id="0" name=""/>
                      <p:cNvPicPr>
                        <a:picLocks noGrp="1" noChangeAspect="1" noChangeArrowheads="1"/>
                      </p:cNvPicPr>
                      <p:nvPr/>
                    </p:nvPicPr>
                    <p:blipFill>
                      <a:blip r:embed="rId9"/>
                      <a:srcRect/>
                      <a:stretch>
                        <a:fillRect/>
                      </a:stretch>
                    </p:blipFill>
                    <p:spPr bwMode="auto">
                      <a:xfrm>
                        <a:off x="2639616" y="332657"/>
                        <a:ext cx="5976664" cy="1712835"/>
                      </a:xfrm>
                      <a:prstGeom prst="rect">
                        <a:avLst/>
                      </a:prstGeom>
                      <a:solidFill>
                        <a:schemeClr val="bg1"/>
                      </a:solidFill>
                      <a:ln>
                        <a:noFill/>
                      </a:ln>
                      <a:effectLst/>
                    </p:spPr>
                  </p:pic>
                </p:oleObj>
              </mc:Fallback>
            </mc:AlternateContent>
          </a:graphicData>
        </a:graphic>
      </p:graphicFrame>
      <p:sp>
        <p:nvSpPr>
          <p:cNvPr id="4" name="灯片编号占位符 3">
            <a:extLst>
              <a:ext uri="{FF2B5EF4-FFF2-40B4-BE49-F238E27FC236}">
                <a16:creationId xmlns:a16="http://schemas.microsoft.com/office/drawing/2014/main" id="{50B4FF84-3248-C7C2-AC17-D4124EE48B48}"/>
              </a:ext>
            </a:extLst>
          </p:cNvPr>
          <p:cNvSpPr>
            <a:spLocks noGrp="1"/>
          </p:cNvSpPr>
          <p:nvPr>
            <p:ph type="sldNum" sz="quarter" idx="11"/>
          </p:nvPr>
        </p:nvSpPr>
        <p:spPr/>
        <p:txBody>
          <a:bodyPr/>
          <a:lstStyle/>
          <a:p>
            <a:pPr>
              <a:defRPr/>
            </a:pPr>
            <a:fld id="{EF24B7D7-F746-4E05-9A11-DD4FB4529D5B}" type="slidenum">
              <a:rPr lang="en-US" altLang="zh-CN" smtClean="0"/>
              <a:pPr>
                <a:defRPr/>
              </a:pPr>
              <a:t>33</a:t>
            </a:fld>
            <a:endParaRPr lang="en-US" altLang="zh-CN"/>
          </a:p>
        </p:txBody>
      </p:sp>
    </p:spTree>
    <p:extLst>
      <p:ext uri="{BB962C8B-B14F-4D97-AF65-F5344CB8AC3E}">
        <p14:creationId xmlns:p14="http://schemas.microsoft.com/office/powerpoint/2010/main" val="37813600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5172">
                                            <p:txEl>
                                              <p:pRg st="0" end="0"/>
                                            </p:txEl>
                                          </p:spTgt>
                                        </p:tgtEl>
                                        <p:attrNameLst>
                                          <p:attrName>style.visibility</p:attrName>
                                        </p:attrNameLst>
                                      </p:cBhvr>
                                      <p:to>
                                        <p:strVal val="visible"/>
                                      </p:to>
                                    </p:set>
                                    <p:animEffect transition="in" filter="wipe(left)">
                                      <p:cBhvr>
                                        <p:cTn id="7" dur="500"/>
                                        <p:tgtEl>
                                          <p:spTgt spid="135172">
                                            <p:txEl>
                                              <p:pRg st="0" end="0"/>
                                            </p:txEl>
                                          </p:spTgt>
                                        </p:tgtEl>
                                      </p:cBhvr>
                                    </p:animEffect>
                                  </p:childTnLst>
                                </p:cTn>
                              </p:par>
                            </p:childTnLst>
                          </p:cTn>
                        </p:par>
                      </p:childTnLst>
                    </p:cTn>
                  </p:par>
                  <p:par>
                    <p:cTn id="8" fill="hold">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5172">
                                            <p:txEl>
                                              <p:pRg st="1" end="1"/>
                                            </p:txEl>
                                          </p:spTgt>
                                        </p:tgtEl>
                                        <p:attrNameLst>
                                          <p:attrName>style.visibility</p:attrName>
                                        </p:attrNameLst>
                                      </p:cBhvr>
                                      <p:to>
                                        <p:strVal val="visible"/>
                                      </p:to>
                                    </p:set>
                                    <p:animEffect transition="in" filter="wipe(left)">
                                      <p:cBhvr>
                                        <p:cTn id="12" dur="500"/>
                                        <p:tgtEl>
                                          <p:spTgt spid="13517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35173"/>
                                        </p:tgtEl>
                                        <p:attrNameLst>
                                          <p:attrName>style.visibility</p:attrName>
                                        </p:attrNameLst>
                                      </p:cBhvr>
                                      <p:to>
                                        <p:strVal val="visible"/>
                                      </p:to>
                                    </p:set>
                                    <p:anim calcmode="lin" valueType="num">
                                      <p:cBhvr additive="base">
                                        <p:cTn id="17" dur="500" fill="hold"/>
                                        <p:tgtEl>
                                          <p:spTgt spid="135173"/>
                                        </p:tgtEl>
                                        <p:attrNameLst>
                                          <p:attrName>ppt_x</p:attrName>
                                        </p:attrNameLst>
                                      </p:cBhvr>
                                      <p:tavLst>
                                        <p:tav tm="0">
                                          <p:val>
                                            <p:strVal val="1+#ppt_w/2"/>
                                          </p:val>
                                        </p:tav>
                                        <p:tav tm="100000">
                                          <p:val>
                                            <p:strVal val="#ppt_x"/>
                                          </p:val>
                                        </p:tav>
                                      </p:tavLst>
                                    </p:anim>
                                    <p:anim calcmode="lin" valueType="num">
                                      <p:cBhvr additive="base">
                                        <p:cTn id="18" dur="500" fill="hold"/>
                                        <p:tgtEl>
                                          <p:spTgt spid="13517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35172">
                                            <p:txEl>
                                              <p:pRg st="2" end="2"/>
                                            </p:txEl>
                                          </p:spTgt>
                                        </p:tgtEl>
                                        <p:attrNameLst>
                                          <p:attrName>style.visibility</p:attrName>
                                        </p:attrNameLst>
                                      </p:cBhvr>
                                      <p:to>
                                        <p:strVal val="visible"/>
                                      </p:to>
                                    </p:set>
                                    <p:animEffect transition="in" filter="wipe(left)">
                                      <p:cBhvr>
                                        <p:cTn id="28" dur="500"/>
                                        <p:tgtEl>
                                          <p:spTgt spid="135172">
                                            <p:txEl>
                                              <p:pRg st="2" end="2"/>
                                            </p:txEl>
                                          </p:spTgt>
                                        </p:tgtEl>
                                      </p:cBhvr>
                                    </p:animEffect>
                                  </p:childTnLst>
                                </p:cTn>
                              </p:par>
                            </p:childTnLst>
                          </p:cTn>
                        </p:par>
                      </p:childTnLst>
                    </p:cTn>
                  </p:par>
                  <p:par>
                    <p:cTn id="29" fill="hold">
                      <p:stCondLst>
                        <p:cond delay="indefinite"/>
                      </p:stCondLst>
                      <p:childTnLst>
                        <p:par>
                          <p:cTn id="30" fill="hold" nodeType="after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35172">
                                            <p:txEl>
                                              <p:pRg st="3" end="3"/>
                                            </p:txEl>
                                          </p:spTgt>
                                        </p:tgtEl>
                                        <p:attrNameLst>
                                          <p:attrName>style.visibility</p:attrName>
                                        </p:attrNameLst>
                                      </p:cBhvr>
                                      <p:to>
                                        <p:strVal val="visible"/>
                                      </p:to>
                                    </p:set>
                                    <p:animEffect transition="in" filter="wipe(left)">
                                      <p:cBhvr>
                                        <p:cTn id="33" dur="500"/>
                                        <p:tgtEl>
                                          <p:spTgt spid="135172">
                                            <p:txEl>
                                              <p:pRg st="3" end="3"/>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135176"/>
                                        </p:tgtEl>
                                        <p:attrNameLst>
                                          <p:attrName>style.visibility</p:attrName>
                                        </p:attrNameLst>
                                      </p:cBhvr>
                                      <p:to>
                                        <p:strVal val="visible"/>
                                      </p:to>
                                    </p:set>
                                    <p:anim calcmode="lin" valueType="num">
                                      <p:cBhvr additive="base">
                                        <p:cTn id="38" dur="500" fill="hold"/>
                                        <p:tgtEl>
                                          <p:spTgt spid="135176"/>
                                        </p:tgtEl>
                                        <p:attrNameLst>
                                          <p:attrName>ppt_x</p:attrName>
                                        </p:attrNameLst>
                                      </p:cBhvr>
                                      <p:tavLst>
                                        <p:tav tm="0">
                                          <p:val>
                                            <p:strVal val="1+#ppt_w/2"/>
                                          </p:val>
                                        </p:tav>
                                        <p:tav tm="100000">
                                          <p:val>
                                            <p:strVal val="#ppt_x"/>
                                          </p:val>
                                        </p:tav>
                                      </p:tavLst>
                                    </p:anim>
                                    <p:anim calcmode="lin" valueType="num">
                                      <p:cBhvr additive="base">
                                        <p:cTn id="39" dur="500" fill="hold"/>
                                        <p:tgtEl>
                                          <p:spTgt spid="135176"/>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135177"/>
                                        </p:tgtEl>
                                        <p:attrNameLst>
                                          <p:attrName>style.visibility</p:attrName>
                                        </p:attrNameLst>
                                      </p:cBhvr>
                                      <p:to>
                                        <p:strVal val="visible"/>
                                      </p:to>
                                    </p:set>
                                    <p:anim calcmode="lin" valueType="num">
                                      <p:cBhvr additive="base">
                                        <p:cTn id="44" dur="500" fill="hold"/>
                                        <p:tgtEl>
                                          <p:spTgt spid="135177"/>
                                        </p:tgtEl>
                                        <p:attrNameLst>
                                          <p:attrName>ppt_x</p:attrName>
                                        </p:attrNameLst>
                                      </p:cBhvr>
                                      <p:tavLst>
                                        <p:tav tm="0">
                                          <p:val>
                                            <p:strVal val="1+#ppt_w/2"/>
                                          </p:val>
                                        </p:tav>
                                        <p:tav tm="100000">
                                          <p:val>
                                            <p:strVal val="#ppt_x"/>
                                          </p:val>
                                        </p:tav>
                                      </p:tavLst>
                                    </p:anim>
                                    <p:anim calcmode="lin" valueType="num">
                                      <p:cBhvr additive="base">
                                        <p:cTn id="45" dur="500" fill="hold"/>
                                        <p:tgtEl>
                                          <p:spTgt spid="135177"/>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wipe(up)">
                                      <p:cBhvr>
                                        <p:cTn id="50" dur="5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35172">
                                            <p:txEl>
                                              <p:pRg st="4" end="4"/>
                                            </p:txEl>
                                          </p:spTgt>
                                        </p:tgtEl>
                                        <p:attrNameLst>
                                          <p:attrName>style.visibility</p:attrName>
                                        </p:attrNameLst>
                                      </p:cBhvr>
                                      <p:to>
                                        <p:strVal val="visible"/>
                                      </p:to>
                                    </p:set>
                                    <p:animEffect transition="in" filter="wipe(left)">
                                      <p:cBhvr>
                                        <p:cTn id="55" dur="500"/>
                                        <p:tgtEl>
                                          <p:spTgt spid="135172">
                                            <p:txEl>
                                              <p:pRg st="4" end="4"/>
                                            </p:txEl>
                                          </p:spTgt>
                                        </p:tgtEl>
                                      </p:cBhvr>
                                    </p:animEffect>
                                  </p:childTnLst>
                                </p:cTn>
                              </p:par>
                            </p:childTnLst>
                          </p:cTn>
                        </p:par>
                      </p:childTnLst>
                    </p:cTn>
                  </p:par>
                  <p:par>
                    <p:cTn id="56" fill="hold">
                      <p:stCondLst>
                        <p:cond delay="indefinite"/>
                      </p:stCondLst>
                      <p:childTnLst>
                        <p:par>
                          <p:cTn id="57" fill="hold" nodeType="after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35172">
                                            <p:txEl>
                                              <p:pRg st="5" end="5"/>
                                            </p:txEl>
                                          </p:spTgt>
                                        </p:tgtEl>
                                        <p:attrNameLst>
                                          <p:attrName>style.visibility</p:attrName>
                                        </p:attrNameLst>
                                      </p:cBhvr>
                                      <p:to>
                                        <p:strVal val="visible"/>
                                      </p:to>
                                    </p:set>
                                    <p:animEffect transition="in" filter="wipe(left)">
                                      <p:cBhvr>
                                        <p:cTn id="60" dur="500"/>
                                        <p:tgtEl>
                                          <p:spTgt spid="135172">
                                            <p:txEl>
                                              <p:pRg st="5" end="5"/>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2" fill="hold" grpId="0" nodeType="clickEffect">
                                  <p:stCondLst>
                                    <p:cond delay="0"/>
                                  </p:stCondLst>
                                  <p:childTnLst>
                                    <p:set>
                                      <p:cBhvr>
                                        <p:cTn id="64" dur="1" fill="hold">
                                          <p:stCondLst>
                                            <p:cond delay="0"/>
                                          </p:stCondLst>
                                        </p:cTn>
                                        <p:tgtEl>
                                          <p:spTgt spid="135178"/>
                                        </p:tgtEl>
                                        <p:attrNameLst>
                                          <p:attrName>style.visibility</p:attrName>
                                        </p:attrNameLst>
                                      </p:cBhvr>
                                      <p:to>
                                        <p:strVal val="visible"/>
                                      </p:to>
                                    </p:set>
                                    <p:anim calcmode="lin" valueType="num">
                                      <p:cBhvr additive="base">
                                        <p:cTn id="65" dur="500" fill="hold"/>
                                        <p:tgtEl>
                                          <p:spTgt spid="135178"/>
                                        </p:tgtEl>
                                        <p:attrNameLst>
                                          <p:attrName>ppt_x</p:attrName>
                                        </p:attrNameLst>
                                      </p:cBhvr>
                                      <p:tavLst>
                                        <p:tav tm="0">
                                          <p:val>
                                            <p:strVal val="1+#ppt_w/2"/>
                                          </p:val>
                                        </p:tav>
                                        <p:tav tm="100000">
                                          <p:val>
                                            <p:strVal val="#ppt_x"/>
                                          </p:val>
                                        </p:tav>
                                      </p:tavLst>
                                    </p:anim>
                                    <p:anim calcmode="lin" valueType="num">
                                      <p:cBhvr additive="base">
                                        <p:cTn id="66" dur="500" fill="hold"/>
                                        <p:tgtEl>
                                          <p:spTgt spid="135178"/>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2" fill="hold" grpId="0" nodeType="clickEffect">
                                  <p:stCondLst>
                                    <p:cond delay="0"/>
                                  </p:stCondLst>
                                  <p:childTnLst>
                                    <p:set>
                                      <p:cBhvr>
                                        <p:cTn id="70" dur="1" fill="hold">
                                          <p:stCondLst>
                                            <p:cond delay="0"/>
                                          </p:stCondLst>
                                        </p:cTn>
                                        <p:tgtEl>
                                          <p:spTgt spid="135179"/>
                                        </p:tgtEl>
                                        <p:attrNameLst>
                                          <p:attrName>style.visibility</p:attrName>
                                        </p:attrNameLst>
                                      </p:cBhvr>
                                      <p:to>
                                        <p:strVal val="visible"/>
                                      </p:to>
                                    </p:set>
                                    <p:anim calcmode="lin" valueType="num">
                                      <p:cBhvr additive="base">
                                        <p:cTn id="71" dur="500" fill="hold"/>
                                        <p:tgtEl>
                                          <p:spTgt spid="135179"/>
                                        </p:tgtEl>
                                        <p:attrNameLst>
                                          <p:attrName>ppt_x</p:attrName>
                                        </p:attrNameLst>
                                      </p:cBhvr>
                                      <p:tavLst>
                                        <p:tav tm="0">
                                          <p:val>
                                            <p:strVal val="1+#ppt_w/2"/>
                                          </p:val>
                                        </p:tav>
                                        <p:tav tm="100000">
                                          <p:val>
                                            <p:strVal val="#ppt_x"/>
                                          </p:val>
                                        </p:tav>
                                      </p:tavLst>
                                    </p:anim>
                                    <p:anim calcmode="lin" valueType="num">
                                      <p:cBhvr additive="base">
                                        <p:cTn id="72" dur="500" fill="hold"/>
                                        <p:tgtEl>
                                          <p:spTgt spid="135179"/>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grpId="0" nodeType="clickEffect">
                                  <p:stCondLst>
                                    <p:cond delay="0"/>
                                  </p:stCondLst>
                                  <p:childTnLst>
                                    <p:set>
                                      <p:cBhvr>
                                        <p:cTn id="76" dur="1" fill="hold">
                                          <p:stCondLst>
                                            <p:cond delay="0"/>
                                          </p:stCondLst>
                                        </p:cTn>
                                        <p:tgtEl>
                                          <p:spTgt spid="135183"/>
                                        </p:tgtEl>
                                        <p:attrNameLst>
                                          <p:attrName>style.visibility</p:attrName>
                                        </p:attrNameLst>
                                      </p:cBhvr>
                                      <p:to>
                                        <p:strVal val="visible"/>
                                      </p:to>
                                    </p:set>
                                    <p:anim calcmode="lin" valueType="num">
                                      <p:cBhvr additive="base">
                                        <p:cTn id="77" dur="500" fill="hold"/>
                                        <p:tgtEl>
                                          <p:spTgt spid="135183"/>
                                        </p:tgtEl>
                                        <p:attrNameLst>
                                          <p:attrName>ppt_x</p:attrName>
                                        </p:attrNameLst>
                                      </p:cBhvr>
                                      <p:tavLst>
                                        <p:tav tm="0">
                                          <p:val>
                                            <p:strVal val="1+#ppt_w/2"/>
                                          </p:val>
                                        </p:tav>
                                        <p:tav tm="100000">
                                          <p:val>
                                            <p:strVal val="#ppt_x"/>
                                          </p:val>
                                        </p:tav>
                                      </p:tavLst>
                                    </p:anim>
                                    <p:anim calcmode="lin" valueType="num">
                                      <p:cBhvr additive="base">
                                        <p:cTn id="78" dur="500" fill="hold"/>
                                        <p:tgtEl>
                                          <p:spTgt spid="135183"/>
                                        </p:tgtEl>
                                        <p:attrNameLst>
                                          <p:attrName>ppt_y</p:attrName>
                                        </p:attrNameLst>
                                      </p:cBhvr>
                                      <p:tavLst>
                                        <p:tav tm="0">
                                          <p:val>
                                            <p:strVal val="#ppt_y"/>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6"/>
                                        </p:tgtEl>
                                        <p:attrNameLst>
                                          <p:attrName>style.visibility</p:attrName>
                                        </p:attrNameLst>
                                      </p:cBhvr>
                                      <p:to>
                                        <p:strVal val="visible"/>
                                      </p:to>
                                    </p:set>
                                    <p:animEffect transition="in" filter="wipe(up)">
                                      <p:cBhvr>
                                        <p:cTn id="83" dur="500"/>
                                        <p:tgtEl>
                                          <p:spTgt spid="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35172">
                                            <p:txEl>
                                              <p:pRg st="6" end="6"/>
                                            </p:txEl>
                                          </p:spTgt>
                                        </p:tgtEl>
                                        <p:attrNameLst>
                                          <p:attrName>style.visibility</p:attrName>
                                        </p:attrNameLst>
                                      </p:cBhvr>
                                      <p:to>
                                        <p:strVal val="visible"/>
                                      </p:to>
                                    </p:set>
                                    <p:animEffect transition="in" filter="wipe(left)">
                                      <p:cBhvr>
                                        <p:cTn id="88" dur="500"/>
                                        <p:tgtEl>
                                          <p:spTgt spid="135172">
                                            <p:txEl>
                                              <p:pRg st="6" end="6"/>
                                            </p:txEl>
                                          </p:spTgt>
                                        </p:tgtEl>
                                      </p:cBhvr>
                                    </p:animEffect>
                                  </p:childTnLst>
                                </p:cTn>
                              </p:par>
                            </p:childTnLst>
                          </p:cTn>
                        </p:par>
                      </p:childTnLst>
                    </p:cTn>
                  </p:par>
                  <p:par>
                    <p:cTn id="89" fill="hold">
                      <p:stCondLst>
                        <p:cond delay="indefinite"/>
                      </p:stCondLst>
                      <p:childTnLst>
                        <p:par>
                          <p:cTn id="90" fill="hold" nodeType="after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135172">
                                            <p:txEl>
                                              <p:pRg st="7" end="7"/>
                                            </p:txEl>
                                          </p:spTgt>
                                        </p:tgtEl>
                                        <p:attrNameLst>
                                          <p:attrName>style.visibility</p:attrName>
                                        </p:attrNameLst>
                                      </p:cBhvr>
                                      <p:to>
                                        <p:strVal val="visible"/>
                                      </p:to>
                                    </p:set>
                                    <p:animEffect transition="in" filter="wipe(left)">
                                      <p:cBhvr>
                                        <p:cTn id="93" dur="500"/>
                                        <p:tgtEl>
                                          <p:spTgt spid="135172">
                                            <p:txEl>
                                              <p:pRg st="7" end="7"/>
                                            </p:txEl>
                                          </p:spTgt>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 presetClass="entr" presetSubtype="2" fill="hold" grpId="0" nodeType="clickEffect">
                                  <p:stCondLst>
                                    <p:cond delay="0"/>
                                  </p:stCondLst>
                                  <p:childTnLst>
                                    <p:set>
                                      <p:cBhvr>
                                        <p:cTn id="97" dur="1" fill="hold">
                                          <p:stCondLst>
                                            <p:cond delay="0"/>
                                          </p:stCondLst>
                                        </p:cTn>
                                        <p:tgtEl>
                                          <p:spTgt spid="135180"/>
                                        </p:tgtEl>
                                        <p:attrNameLst>
                                          <p:attrName>style.visibility</p:attrName>
                                        </p:attrNameLst>
                                      </p:cBhvr>
                                      <p:to>
                                        <p:strVal val="visible"/>
                                      </p:to>
                                    </p:set>
                                    <p:anim calcmode="lin" valueType="num">
                                      <p:cBhvr additive="base">
                                        <p:cTn id="98" dur="500" fill="hold"/>
                                        <p:tgtEl>
                                          <p:spTgt spid="135180"/>
                                        </p:tgtEl>
                                        <p:attrNameLst>
                                          <p:attrName>ppt_x</p:attrName>
                                        </p:attrNameLst>
                                      </p:cBhvr>
                                      <p:tavLst>
                                        <p:tav tm="0">
                                          <p:val>
                                            <p:strVal val="1+#ppt_w/2"/>
                                          </p:val>
                                        </p:tav>
                                        <p:tav tm="100000">
                                          <p:val>
                                            <p:strVal val="#ppt_x"/>
                                          </p:val>
                                        </p:tav>
                                      </p:tavLst>
                                    </p:anim>
                                    <p:anim calcmode="lin" valueType="num">
                                      <p:cBhvr additive="base">
                                        <p:cTn id="99" dur="500" fill="hold"/>
                                        <p:tgtEl>
                                          <p:spTgt spid="1351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3" grpId="0"/>
      <p:bldP spid="135176" grpId="0"/>
      <p:bldP spid="135177" grpId="0"/>
      <p:bldP spid="135178" grpId="0"/>
      <p:bldP spid="135179" grpId="0"/>
      <p:bldP spid="135180" grpId="0"/>
      <p:bldP spid="13518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xfrm>
            <a:off x="983432" y="404814"/>
            <a:ext cx="9227368" cy="6453187"/>
          </a:xfrm>
        </p:spPr>
        <p:txBody>
          <a:bodyPr/>
          <a:lstStyle/>
          <a:p>
            <a:pPr eaLnBrk="1" hangingPunct="1"/>
            <a:r>
              <a:rPr lang="zh-CN" altLang="en-US" dirty="0"/>
              <a:t>从而</a:t>
            </a:r>
          </a:p>
          <a:p>
            <a:pPr eaLnBrk="1" hangingPunct="1"/>
            <a:endParaRPr lang="zh-CN" altLang="en-US" dirty="0"/>
          </a:p>
          <a:p>
            <a:pPr eaLnBrk="1" hangingPunct="1"/>
            <a:endParaRPr lang="zh-CN" altLang="en-US" dirty="0"/>
          </a:p>
          <a:p>
            <a:pPr eaLnBrk="1" hangingPunct="1"/>
            <a:endParaRPr lang="zh-CN" altLang="en-US" dirty="0"/>
          </a:p>
          <a:p>
            <a:pPr eaLnBrk="1" hangingPunct="1"/>
            <a:r>
              <a:rPr kumimoji="1" lang="zh-CN" altLang="en-US" dirty="0">
                <a:ea typeface="黑体" pitchFamily="2" charset="-122"/>
              </a:rPr>
              <a:t>由</a:t>
            </a:r>
            <a:r>
              <a:rPr kumimoji="1" lang="en-US" altLang="zh-CN" dirty="0">
                <a:ea typeface="黑体" pitchFamily="2" charset="-122"/>
              </a:rPr>
              <a:t>F</a:t>
            </a:r>
            <a:r>
              <a:rPr kumimoji="1" lang="zh-CN" altLang="en-US" dirty="0">
                <a:ea typeface="黑体" pitchFamily="2" charset="-122"/>
              </a:rPr>
              <a:t>关系</a:t>
            </a:r>
            <a:r>
              <a:rPr kumimoji="1" lang="en-US" altLang="zh-CN" dirty="0">
                <a:ea typeface="黑体" pitchFamily="2" charset="-122"/>
              </a:rPr>
              <a:t>R</a:t>
            </a:r>
            <a:r>
              <a:rPr kumimoji="1" lang="zh-CN" altLang="en-US" dirty="0">
                <a:ea typeface="黑体" pitchFamily="2" charset="-122"/>
              </a:rPr>
              <a:t>求出</a:t>
            </a:r>
            <a:r>
              <a:rPr kumimoji="1" lang="en-US" altLang="zh-CN" dirty="0">
                <a:ea typeface="黑体" pitchFamily="2" charset="-122"/>
              </a:rPr>
              <a:t>F</a:t>
            </a:r>
            <a:r>
              <a:rPr kumimoji="1" lang="zh-CN" altLang="en-US" dirty="0">
                <a:ea typeface="黑体" pitchFamily="2" charset="-122"/>
              </a:rPr>
              <a:t>映射</a:t>
            </a:r>
            <a:r>
              <a:rPr kumimoji="1" lang="en-US" altLang="zh-CN" dirty="0">
                <a:latin typeface="Monotype Corsiva" pitchFamily="66" charset="0"/>
                <a:ea typeface="黑体" pitchFamily="2" charset="-122"/>
              </a:rPr>
              <a:t>f</a:t>
            </a:r>
            <a:r>
              <a:rPr kumimoji="1" lang="zh-CN" altLang="en-US" dirty="0">
                <a:ea typeface="黑体" pitchFamily="2" charset="-122"/>
              </a:rPr>
              <a:t>：</a:t>
            </a:r>
          </a:p>
          <a:p>
            <a:pPr eaLnBrk="1" hangingPunct="1"/>
            <a:r>
              <a:rPr kumimoji="1" lang="zh-CN" altLang="en-US" dirty="0">
                <a:ea typeface="黑体" pitchFamily="2" charset="-122"/>
              </a:rPr>
              <a:t>令</a:t>
            </a:r>
            <a:r>
              <a:rPr kumimoji="1" lang="en-US" altLang="zh-CN" dirty="0">
                <a:latin typeface="Monotype Corsiva" pitchFamily="66" charset="0"/>
                <a:ea typeface="黑体" pitchFamily="2" charset="-122"/>
              </a:rPr>
              <a:t>f  </a:t>
            </a:r>
            <a:r>
              <a:rPr kumimoji="1" lang="en-US" altLang="zh-CN" dirty="0">
                <a:ea typeface="黑体" pitchFamily="2" charset="-122"/>
              </a:rPr>
              <a:t>: X</a:t>
            </a:r>
            <a:r>
              <a:rPr kumimoji="1" lang="en-US" altLang="zh-CN" dirty="0"/>
              <a:t>→</a:t>
            </a:r>
            <a:r>
              <a:rPr kumimoji="1" lang="en-US" altLang="zh-CN" dirty="0">
                <a:latin typeface="Monotype Corsiva" pitchFamily="66" charset="0"/>
              </a:rPr>
              <a:t>F</a:t>
            </a:r>
            <a:r>
              <a:rPr kumimoji="1" lang="en-US" altLang="zh-CN" dirty="0"/>
              <a:t>(Y), </a:t>
            </a:r>
            <a:r>
              <a:rPr kumimoji="1" lang="zh-CN" altLang="en-US" dirty="0"/>
              <a:t>即</a:t>
            </a:r>
          </a:p>
          <a:p>
            <a:pPr eaLnBrk="1" hangingPunct="1"/>
            <a:r>
              <a:rPr kumimoji="1" lang="en-US" altLang="zh-CN" dirty="0"/>
              <a:t>x</a:t>
            </a:r>
            <a:r>
              <a:rPr kumimoji="1" lang="en-US" altLang="zh-CN" baseline="-25000" dirty="0"/>
              <a:t>i </a:t>
            </a:r>
            <a:r>
              <a:rPr kumimoji="1" lang="en-US" altLang="zh-CN" dirty="0"/>
              <a:t>|→</a:t>
            </a:r>
            <a:r>
              <a:rPr kumimoji="1" lang="en-US" altLang="zh-CN" dirty="0">
                <a:latin typeface="Monotype Corsiva" pitchFamily="66" charset="0"/>
                <a:ea typeface="黑体" pitchFamily="2" charset="-122"/>
              </a:rPr>
              <a:t> f </a:t>
            </a:r>
            <a:r>
              <a:rPr kumimoji="1" lang="en-US" altLang="zh-CN" baseline="-25000" dirty="0"/>
              <a:t>R</a:t>
            </a:r>
            <a:r>
              <a:rPr kumimoji="1" lang="en-US" altLang="zh-CN" dirty="0"/>
              <a:t>(x</a:t>
            </a:r>
            <a:r>
              <a:rPr kumimoji="1" lang="en-US" altLang="zh-CN" baseline="-25000" dirty="0"/>
              <a:t>i</a:t>
            </a:r>
            <a:r>
              <a:rPr kumimoji="1" lang="en-US" altLang="zh-CN" dirty="0"/>
              <a:t>)=(r</a:t>
            </a:r>
            <a:r>
              <a:rPr kumimoji="1" lang="en-US" altLang="zh-CN" baseline="-25000" dirty="0"/>
              <a:t>i1</a:t>
            </a:r>
            <a:r>
              <a:rPr kumimoji="1" lang="en-US" altLang="zh-CN" dirty="0"/>
              <a:t>,r</a:t>
            </a:r>
            <a:r>
              <a:rPr kumimoji="1" lang="en-US" altLang="zh-CN" baseline="-25000" dirty="0"/>
              <a:t>i2</a:t>
            </a:r>
            <a:r>
              <a:rPr kumimoji="1" lang="en-US" altLang="zh-CN" dirty="0"/>
              <a:t>)  (</a:t>
            </a:r>
            <a:r>
              <a:rPr kumimoji="1" lang="en-US" altLang="zh-CN" dirty="0" err="1"/>
              <a:t>i</a:t>
            </a:r>
            <a:r>
              <a:rPr kumimoji="1" lang="en-US" altLang="zh-CN" dirty="0"/>
              <a:t>=1,2,3)</a:t>
            </a:r>
          </a:p>
          <a:p>
            <a:pPr eaLnBrk="1" hangingPunct="1"/>
            <a:r>
              <a:rPr kumimoji="1" lang="en-US" altLang="zh-CN" dirty="0"/>
              <a:t>x</a:t>
            </a:r>
            <a:r>
              <a:rPr kumimoji="1" lang="en-US" altLang="zh-CN" baseline="-25000" dirty="0"/>
              <a:t>1</a:t>
            </a:r>
            <a:r>
              <a:rPr kumimoji="1" lang="en-US" altLang="zh-CN" dirty="0"/>
              <a:t>|→</a:t>
            </a:r>
            <a:r>
              <a:rPr kumimoji="1" lang="en-US" altLang="zh-CN" dirty="0">
                <a:latin typeface="Monotype Corsiva" pitchFamily="66" charset="0"/>
                <a:ea typeface="黑体" pitchFamily="2" charset="-122"/>
              </a:rPr>
              <a:t> f </a:t>
            </a:r>
            <a:r>
              <a:rPr kumimoji="1" lang="en-US" altLang="zh-CN" baseline="-25000" dirty="0"/>
              <a:t>R</a:t>
            </a:r>
            <a:r>
              <a:rPr kumimoji="1" lang="en-US" altLang="zh-CN" dirty="0"/>
              <a:t>(x</a:t>
            </a:r>
            <a:r>
              <a:rPr kumimoji="1" lang="en-US" altLang="zh-CN" baseline="-25000" dirty="0"/>
              <a:t>1</a:t>
            </a:r>
            <a:r>
              <a:rPr kumimoji="1" lang="en-US" altLang="zh-CN" dirty="0"/>
              <a:t>)=(0.7,0.3)</a:t>
            </a:r>
          </a:p>
          <a:p>
            <a:pPr eaLnBrk="1" hangingPunct="1"/>
            <a:r>
              <a:rPr kumimoji="1" lang="en-US" altLang="zh-CN" dirty="0"/>
              <a:t>x</a:t>
            </a:r>
            <a:r>
              <a:rPr kumimoji="1" lang="en-US" altLang="zh-CN" baseline="-25000" dirty="0"/>
              <a:t>2</a:t>
            </a:r>
            <a:r>
              <a:rPr kumimoji="1" lang="en-US" altLang="zh-CN" dirty="0"/>
              <a:t>|→</a:t>
            </a:r>
            <a:r>
              <a:rPr kumimoji="1" lang="en-US" altLang="zh-CN" dirty="0">
                <a:latin typeface="Monotype Corsiva" pitchFamily="66" charset="0"/>
                <a:ea typeface="黑体" pitchFamily="2" charset="-122"/>
              </a:rPr>
              <a:t> f </a:t>
            </a:r>
            <a:r>
              <a:rPr kumimoji="1" lang="en-US" altLang="zh-CN" baseline="-25000" dirty="0"/>
              <a:t>R</a:t>
            </a:r>
            <a:r>
              <a:rPr kumimoji="1" lang="en-US" altLang="zh-CN" dirty="0"/>
              <a:t>(x</a:t>
            </a:r>
            <a:r>
              <a:rPr kumimoji="1" lang="en-US" altLang="zh-CN" baseline="-25000" dirty="0"/>
              <a:t>2</a:t>
            </a:r>
            <a:r>
              <a:rPr kumimoji="1" lang="en-US" altLang="zh-CN" dirty="0"/>
              <a:t>)=(0.5,0.2)</a:t>
            </a:r>
          </a:p>
          <a:p>
            <a:pPr eaLnBrk="1" hangingPunct="1"/>
            <a:r>
              <a:rPr kumimoji="1" lang="en-US" altLang="zh-CN" dirty="0"/>
              <a:t>x</a:t>
            </a:r>
            <a:r>
              <a:rPr kumimoji="1" lang="en-US" altLang="zh-CN" baseline="-25000" dirty="0"/>
              <a:t>3</a:t>
            </a:r>
            <a:r>
              <a:rPr kumimoji="1" lang="en-US" altLang="zh-CN" dirty="0"/>
              <a:t>|→</a:t>
            </a:r>
            <a:r>
              <a:rPr kumimoji="1" lang="en-US" altLang="zh-CN" dirty="0">
                <a:latin typeface="Monotype Corsiva" pitchFamily="66" charset="0"/>
                <a:ea typeface="黑体" pitchFamily="2" charset="-122"/>
              </a:rPr>
              <a:t> f </a:t>
            </a:r>
            <a:r>
              <a:rPr kumimoji="1" lang="en-US" altLang="zh-CN" baseline="-25000" dirty="0"/>
              <a:t>R</a:t>
            </a:r>
            <a:r>
              <a:rPr kumimoji="1" lang="en-US" altLang="zh-CN" dirty="0"/>
              <a:t>(x</a:t>
            </a:r>
            <a:r>
              <a:rPr kumimoji="1" lang="en-US" altLang="zh-CN" baseline="-25000" dirty="0"/>
              <a:t>3</a:t>
            </a:r>
            <a:r>
              <a:rPr kumimoji="1" lang="en-US" altLang="zh-CN" dirty="0"/>
              <a:t>)=(0.6,0.5)</a:t>
            </a:r>
          </a:p>
        </p:txBody>
      </p:sp>
      <p:graphicFrame>
        <p:nvGraphicFramePr>
          <p:cNvPr id="39939" name="Object 3"/>
          <p:cNvGraphicFramePr>
            <a:graphicFrameLocks noChangeAspect="1"/>
          </p:cNvGraphicFramePr>
          <p:nvPr>
            <p:extLst>
              <p:ext uri="{D42A27DB-BD31-4B8C-83A1-F6EECF244321}">
                <p14:modId xmlns:p14="http://schemas.microsoft.com/office/powerpoint/2010/main" val="633272912"/>
              </p:ext>
            </p:extLst>
          </p:nvPr>
        </p:nvGraphicFramePr>
        <p:xfrm>
          <a:off x="3648074" y="620714"/>
          <a:ext cx="3384029" cy="2162175"/>
        </p:xfrm>
        <a:graphic>
          <a:graphicData uri="http://schemas.openxmlformats.org/presentationml/2006/ole">
            <mc:AlternateContent xmlns:mc="http://schemas.openxmlformats.org/markup-compatibility/2006">
              <mc:Choice xmlns:v="urn:schemas-microsoft-com:vml" Requires="v">
                <p:oleObj name="公式" r:id="rId2" imgW="971668" imgH="647730" progId="Equation.3">
                  <p:embed/>
                </p:oleObj>
              </mc:Choice>
              <mc:Fallback>
                <p:oleObj name="公式" r:id="rId2" imgW="971668" imgH="64773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074" y="620714"/>
                        <a:ext cx="3384029" cy="2162175"/>
                      </a:xfrm>
                      <a:prstGeom prst="rect">
                        <a:avLst/>
                      </a:prstGeom>
                      <a:noFill/>
                      <a:ln>
                        <a:noFill/>
                      </a:ln>
                      <a:effectLst/>
                    </p:spPr>
                  </p:pic>
                </p:oleObj>
              </mc:Fallback>
            </mc:AlternateContent>
          </a:graphicData>
        </a:graphic>
      </p:graphicFrame>
      <p:sp>
        <p:nvSpPr>
          <p:cNvPr id="2" name="灯片编号占位符 1">
            <a:extLst>
              <a:ext uri="{FF2B5EF4-FFF2-40B4-BE49-F238E27FC236}">
                <a16:creationId xmlns:a16="http://schemas.microsoft.com/office/drawing/2014/main" id="{F4799EDA-5E5E-092D-8AFC-374B084D7AEF}"/>
              </a:ext>
            </a:extLst>
          </p:cNvPr>
          <p:cNvSpPr>
            <a:spLocks noGrp="1"/>
          </p:cNvSpPr>
          <p:nvPr>
            <p:ph type="sldNum" sz="quarter" idx="11"/>
          </p:nvPr>
        </p:nvSpPr>
        <p:spPr/>
        <p:txBody>
          <a:bodyPr/>
          <a:lstStyle/>
          <a:p>
            <a:pPr>
              <a:defRPr/>
            </a:pPr>
            <a:fld id="{EF24B7D7-F746-4E05-9A11-DD4FB4529D5B}" type="slidenum">
              <a:rPr lang="en-US" altLang="zh-CN" smtClean="0"/>
              <a:pPr>
                <a:defRPr/>
              </a:pPr>
              <a:t>34</a:t>
            </a:fld>
            <a:endParaRPr lang="en-US" altLang="zh-CN"/>
          </a:p>
        </p:txBody>
      </p:sp>
      <p:graphicFrame>
        <p:nvGraphicFramePr>
          <p:cNvPr id="3" name="Object 5">
            <a:extLst>
              <a:ext uri="{FF2B5EF4-FFF2-40B4-BE49-F238E27FC236}">
                <a16:creationId xmlns:a16="http://schemas.microsoft.com/office/drawing/2014/main" id="{FA59F50C-3117-15A6-57F5-E98F6D5D00D1}"/>
              </a:ext>
            </a:extLst>
          </p:cNvPr>
          <p:cNvGraphicFramePr>
            <a:graphicFrameLocks noChangeAspect="1"/>
          </p:cNvGraphicFramePr>
          <p:nvPr>
            <p:extLst>
              <p:ext uri="{D42A27DB-BD31-4B8C-83A1-F6EECF244321}">
                <p14:modId xmlns:p14="http://schemas.microsoft.com/office/powerpoint/2010/main" val="2102549408"/>
              </p:ext>
            </p:extLst>
          </p:nvPr>
        </p:nvGraphicFramePr>
        <p:xfrm>
          <a:off x="7385050" y="3429000"/>
          <a:ext cx="2825750" cy="3063875"/>
        </p:xfrm>
        <a:graphic>
          <a:graphicData uri="http://schemas.openxmlformats.org/presentationml/2006/ole">
            <mc:AlternateContent xmlns:mc="http://schemas.openxmlformats.org/markup-compatibility/2006">
              <mc:Choice xmlns:v="urn:schemas-microsoft-com:vml" Requires="v">
                <p:oleObj name="Equation" r:id="rId4" imgW="1104840" imgH="1320480" progId="Equation.DSMT4">
                  <p:embed/>
                </p:oleObj>
              </mc:Choice>
              <mc:Fallback>
                <p:oleObj name="Equation" r:id="rId4" imgW="1104840" imgH="1320480" progId="Equation.DSMT4">
                  <p:embed/>
                  <p:pic>
                    <p:nvPicPr>
                      <p:cNvPr id="3" name="Object 5">
                        <a:extLst>
                          <a:ext uri="{FF2B5EF4-FFF2-40B4-BE49-F238E27FC236}">
                            <a16:creationId xmlns:a16="http://schemas.microsoft.com/office/drawing/2014/main" id="{0C23DC14-9E3A-7ED2-D2F2-17E503C7DAF7}"/>
                          </a:ext>
                        </a:extLst>
                      </p:cNvPr>
                      <p:cNvPicPr>
                        <a:picLocks noChangeAspect="1" noChangeArrowheads="1"/>
                      </p:cNvPicPr>
                      <p:nvPr/>
                    </p:nvPicPr>
                    <p:blipFill>
                      <a:blip r:embed="rId5"/>
                      <a:srcRect/>
                      <a:stretch>
                        <a:fillRect/>
                      </a:stretch>
                    </p:blipFill>
                    <p:spPr bwMode="auto">
                      <a:xfrm>
                        <a:off x="7385050" y="3429000"/>
                        <a:ext cx="2825750" cy="306387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2865253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38">
                                            <p:txEl>
                                              <p:pRg st="0" end="0"/>
                                            </p:txEl>
                                          </p:spTgt>
                                        </p:tgtEl>
                                        <p:attrNameLst>
                                          <p:attrName>style.visibility</p:attrName>
                                        </p:attrNameLst>
                                      </p:cBhvr>
                                      <p:to>
                                        <p:strVal val="visible"/>
                                      </p:to>
                                    </p:set>
                                    <p:animEffect transition="in" filter="wipe(left)">
                                      <p:cBhvr>
                                        <p:cTn id="7" dur="500"/>
                                        <p:tgtEl>
                                          <p:spTgt spid="3993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39939"/>
                                        </p:tgtEl>
                                        <p:attrNameLst>
                                          <p:attrName>style.visibility</p:attrName>
                                        </p:attrNameLst>
                                      </p:cBhvr>
                                      <p:to>
                                        <p:strVal val="visible"/>
                                      </p:to>
                                    </p:set>
                                    <p:animEffect transition="in" filter="fade">
                                      <p:cBhvr>
                                        <p:cTn id="12" dur="1000"/>
                                        <p:tgtEl>
                                          <p:spTgt spid="39939"/>
                                        </p:tgtEl>
                                      </p:cBhvr>
                                    </p:animEffect>
                                    <p:anim calcmode="lin" valueType="num">
                                      <p:cBhvr>
                                        <p:cTn id="13" dur="1000" fill="hold"/>
                                        <p:tgtEl>
                                          <p:spTgt spid="39939"/>
                                        </p:tgtEl>
                                        <p:attrNameLst>
                                          <p:attrName>ppt_x</p:attrName>
                                        </p:attrNameLst>
                                      </p:cBhvr>
                                      <p:tavLst>
                                        <p:tav tm="0">
                                          <p:val>
                                            <p:strVal val="#ppt_x"/>
                                          </p:val>
                                        </p:tav>
                                        <p:tav tm="100000">
                                          <p:val>
                                            <p:strVal val="#ppt_x"/>
                                          </p:val>
                                        </p:tav>
                                      </p:tavLst>
                                    </p:anim>
                                    <p:anim calcmode="lin" valueType="num">
                                      <p:cBhvr>
                                        <p:cTn id="14" dur="1000" fill="hold"/>
                                        <p:tgtEl>
                                          <p:spTgt spid="39939"/>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9938">
                                            <p:txEl>
                                              <p:pRg st="4" end="4"/>
                                            </p:txEl>
                                          </p:spTgt>
                                        </p:tgtEl>
                                        <p:attrNameLst>
                                          <p:attrName>style.visibility</p:attrName>
                                        </p:attrNameLst>
                                      </p:cBhvr>
                                      <p:to>
                                        <p:strVal val="visible"/>
                                      </p:to>
                                    </p:set>
                                    <p:animEffect transition="in" filter="wipe(left)">
                                      <p:cBhvr>
                                        <p:cTn id="19" dur="500"/>
                                        <p:tgtEl>
                                          <p:spTgt spid="39938">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9938">
                                            <p:txEl>
                                              <p:pRg st="5" end="5"/>
                                            </p:txEl>
                                          </p:spTgt>
                                        </p:tgtEl>
                                        <p:attrNameLst>
                                          <p:attrName>style.visibility</p:attrName>
                                        </p:attrNameLst>
                                      </p:cBhvr>
                                      <p:to>
                                        <p:strVal val="visible"/>
                                      </p:to>
                                    </p:set>
                                    <p:animEffect transition="in" filter="wipe(left)">
                                      <p:cBhvr>
                                        <p:cTn id="24" dur="500"/>
                                        <p:tgtEl>
                                          <p:spTgt spid="39938">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9938">
                                            <p:txEl>
                                              <p:pRg st="6" end="6"/>
                                            </p:txEl>
                                          </p:spTgt>
                                        </p:tgtEl>
                                        <p:attrNameLst>
                                          <p:attrName>style.visibility</p:attrName>
                                        </p:attrNameLst>
                                      </p:cBhvr>
                                      <p:to>
                                        <p:strVal val="visible"/>
                                      </p:to>
                                    </p:set>
                                    <p:animEffect transition="in" filter="wipe(left)">
                                      <p:cBhvr>
                                        <p:cTn id="29" dur="500"/>
                                        <p:tgtEl>
                                          <p:spTgt spid="39938">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9938">
                                            <p:txEl>
                                              <p:pRg st="7" end="7"/>
                                            </p:txEl>
                                          </p:spTgt>
                                        </p:tgtEl>
                                        <p:attrNameLst>
                                          <p:attrName>style.visibility</p:attrName>
                                        </p:attrNameLst>
                                      </p:cBhvr>
                                      <p:to>
                                        <p:strVal val="visible"/>
                                      </p:to>
                                    </p:set>
                                    <p:animEffect transition="in" filter="wipe(left)">
                                      <p:cBhvr>
                                        <p:cTn id="34" dur="500"/>
                                        <p:tgtEl>
                                          <p:spTgt spid="39938">
                                            <p:txEl>
                                              <p:pRg st="7" end="7"/>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9938">
                                            <p:txEl>
                                              <p:pRg st="8" end="8"/>
                                            </p:txEl>
                                          </p:spTgt>
                                        </p:tgtEl>
                                        <p:attrNameLst>
                                          <p:attrName>style.visibility</p:attrName>
                                        </p:attrNameLst>
                                      </p:cBhvr>
                                      <p:to>
                                        <p:strVal val="visible"/>
                                      </p:to>
                                    </p:set>
                                    <p:animEffect transition="in" filter="wipe(left)">
                                      <p:cBhvr>
                                        <p:cTn id="39" dur="500"/>
                                        <p:tgtEl>
                                          <p:spTgt spid="39938">
                                            <p:txEl>
                                              <p:pRg st="8" end="8"/>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9938">
                                            <p:txEl>
                                              <p:pRg st="9" end="9"/>
                                            </p:txEl>
                                          </p:spTgt>
                                        </p:tgtEl>
                                        <p:attrNameLst>
                                          <p:attrName>style.visibility</p:attrName>
                                        </p:attrNameLst>
                                      </p:cBhvr>
                                      <p:to>
                                        <p:strVal val="visible"/>
                                      </p:to>
                                    </p:set>
                                    <p:animEffect transition="in" filter="wipe(left)">
                                      <p:cBhvr>
                                        <p:cTn id="44" dur="500"/>
                                        <p:tgtEl>
                                          <p:spTgt spid="39938">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1000"/>
                                        <p:tgtEl>
                                          <p:spTgt spid="3"/>
                                        </p:tgtEl>
                                      </p:cBhvr>
                                    </p:animEffect>
                                    <p:anim calcmode="lin" valueType="num">
                                      <p:cBhvr>
                                        <p:cTn id="50" dur="1000" fill="hold"/>
                                        <p:tgtEl>
                                          <p:spTgt spid="3"/>
                                        </p:tgtEl>
                                        <p:attrNameLst>
                                          <p:attrName>ppt_x</p:attrName>
                                        </p:attrNameLst>
                                      </p:cBhvr>
                                      <p:tavLst>
                                        <p:tav tm="0">
                                          <p:val>
                                            <p:strVal val="#ppt_x"/>
                                          </p:val>
                                        </p:tav>
                                        <p:tav tm="100000">
                                          <p:val>
                                            <p:strVal val="#ppt_x"/>
                                          </p:val>
                                        </p:tav>
                                      </p:tavLst>
                                    </p:anim>
                                    <p:anim calcmode="lin" valueType="num">
                                      <p:cBhvr>
                                        <p:cTn id="5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981200" y="457201"/>
            <a:ext cx="8229600" cy="1171575"/>
          </a:xfrm>
        </p:spPr>
        <p:txBody>
          <a:bodyPr/>
          <a:lstStyle/>
          <a:p>
            <a:pPr algn="ctr" eaLnBrk="1" hangingPunct="1"/>
            <a:r>
              <a:rPr lang="en-US" altLang="zh-CN" sz="4800">
                <a:solidFill>
                  <a:srgbClr val="008000"/>
                </a:solidFill>
                <a:ea typeface="黑体" pitchFamily="2" charset="-122"/>
              </a:rPr>
              <a:t>4.3  F</a:t>
            </a:r>
            <a:r>
              <a:rPr lang="zh-CN" altLang="en-US" sz="4800">
                <a:solidFill>
                  <a:srgbClr val="008000"/>
                </a:solidFill>
                <a:ea typeface="黑体" pitchFamily="2" charset="-122"/>
              </a:rPr>
              <a:t>综合评判</a:t>
            </a:r>
            <a:endParaRPr lang="zh-CN" altLang="en-US">
              <a:solidFill>
                <a:srgbClr val="F72603"/>
              </a:solidFill>
              <a:ea typeface="黑体" pitchFamily="2" charset="-122"/>
            </a:endParaRPr>
          </a:p>
        </p:txBody>
      </p:sp>
      <p:sp>
        <p:nvSpPr>
          <p:cNvPr id="200707" name="Rectangle 3"/>
          <p:cNvSpPr>
            <a:spLocks noGrp="1" noChangeArrowheads="1"/>
          </p:cNvSpPr>
          <p:nvPr>
            <p:ph type="body" idx="1"/>
          </p:nvPr>
        </p:nvSpPr>
        <p:spPr>
          <a:xfrm>
            <a:off x="1127448" y="1773238"/>
            <a:ext cx="10009112" cy="4824412"/>
          </a:xfrm>
        </p:spPr>
        <p:txBody>
          <a:bodyPr/>
          <a:lstStyle/>
          <a:p>
            <a:pPr eaLnBrk="1" hangingPunct="1">
              <a:lnSpc>
                <a:spcPct val="130000"/>
              </a:lnSpc>
            </a:pPr>
            <a:r>
              <a:rPr lang="zh-CN" altLang="en-US" dirty="0">
                <a:solidFill>
                  <a:srgbClr val="F72603"/>
                </a:solidFill>
                <a:ea typeface="黑体" pitchFamily="2" charset="-122"/>
              </a:rPr>
              <a:t>综合评判</a:t>
            </a:r>
          </a:p>
          <a:p>
            <a:pPr lvl="1" eaLnBrk="1" hangingPunct="1">
              <a:lnSpc>
                <a:spcPct val="130000"/>
              </a:lnSpc>
            </a:pPr>
            <a:r>
              <a:rPr lang="zh-CN" altLang="en-US" b="1" dirty="0">
                <a:ea typeface="楷体_GB2312" pitchFamily="49" charset="-122"/>
              </a:rPr>
              <a:t>对事物的评价常常涉及到多个指标，这时需要根据多个指标对事物做出综合评价。</a:t>
            </a:r>
          </a:p>
          <a:p>
            <a:pPr lvl="1" eaLnBrk="1" hangingPunct="1">
              <a:lnSpc>
                <a:spcPct val="130000"/>
              </a:lnSpc>
            </a:pPr>
            <a:r>
              <a:rPr lang="en-US" altLang="zh-CN" b="1" dirty="0">
                <a:ea typeface="楷体_GB2312" pitchFamily="49" charset="-122"/>
              </a:rPr>
              <a:t>F</a:t>
            </a:r>
            <a:r>
              <a:rPr lang="zh-CN" altLang="en-US" b="1" dirty="0">
                <a:ea typeface="楷体_GB2312" pitchFamily="49" charset="-122"/>
              </a:rPr>
              <a:t>综合评判是对受多种因素影响的事物作出全面评价的一种十分有效的多因素决策方法。</a:t>
            </a:r>
          </a:p>
          <a:p>
            <a:pPr eaLnBrk="1" hangingPunct="1">
              <a:lnSpc>
                <a:spcPct val="130000"/>
              </a:lnSpc>
            </a:pPr>
            <a:r>
              <a:rPr lang="en-US" altLang="zh-CN" u="sng" dirty="0">
                <a:solidFill>
                  <a:srgbClr val="FF0000"/>
                </a:solidFill>
                <a:ea typeface="黑体" pitchFamily="2" charset="-122"/>
              </a:rPr>
              <a:t>F</a:t>
            </a:r>
            <a:r>
              <a:rPr lang="zh-CN" altLang="en-US" u="sng" dirty="0">
                <a:solidFill>
                  <a:srgbClr val="FF0000"/>
                </a:solidFill>
                <a:ea typeface="黑体" pitchFamily="2" charset="-122"/>
              </a:rPr>
              <a:t>综合评判</a:t>
            </a:r>
            <a:r>
              <a:rPr lang="zh-CN" altLang="en-US" dirty="0">
                <a:ea typeface="黑体" pitchFamily="2" charset="-122"/>
              </a:rPr>
              <a:t>与</a:t>
            </a:r>
            <a:r>
              <a:rPr lang="en-US" altLang="zh-CN" u="sng" dirty="0">
                <a:solidFill>
                  <a:srgbClr val="3333FF"/>
                </a:solidFill>
                <a:ea typeface="黑体" pitchFamily="2" charset="-122"/>
              </a:rPr>
              <a:t>F</a:t>
            </a:r>
            <a:r>
              <a:rPr lang="zh-CN" altLang="en-US" u="sng" dirty="0">
                <a:solidFill>
                  <a:srgbClr val="3333FF"/>
                </a:solidFill>
                <a:ea typeface="黑体" pitchFamily="2" charset="-122"/>
              </a:rPr>
              <a:t>综合决策</a:t>
            </a:r>
            <a:r>
              <a:rPr lang="zh-CN" altLang="en-US" dirty="0">
                <a:ea typeface="黑体" pitchFamily="2" charset="-122"/>
              </a:rPr>
              <a:t>又称为</a:t>
            </a:r>
            <a:r>
              <a:rPr lang="en-US" altLang="zh-CN" u="sng" dirty="0">
                <a:solidFill>
                  <a:srgbClr val="FF0000"/>
                </a:solidFill>
                <a:ea typeface="黑体" pitchFamily="2" charset="-122"/>
              </a:rPr>
              <a:t>F</a:t>
            </a:r>
            <a:r>
              <a:rPr lang="zh-CN" altLang="en-US" u="sng" dirty="0">
                <a:solidFill>
                  <a:srgbClr val="FF0000"/>
                </a:solidFill>
                <a:ea typeface="黑体" pitchFamily="2" charset="-122"/>
              </a:rPr>
              <a:t>综合评判决策</a:t>
            </a:r>
            <a:r>
              <a:rPr lang="zh-CN" altLang="en-US" dirty="0">
                <a:ea typeface="黑体" pitchFamily="2" charset="-122"/>
              </a:rPr>
              <a:t>或</a:t>
            </a:r>
            <a:r>
              <a:rPr lang="en-US" altLang="zh-CN" u="sng" dirty="0">
                <a:solidFill>
                  <a:srgbClr val="3333FF"/>
                </a:solidFill>
                <a:ea typeface="黑体" pitchFamily="2" charset="-122"/>
              </a:rPr>
              <a:t>F</a:t>
            </a:r>
            <a:r>
              <a:rPr lang="zh-CN" altLang="en-US" u="sng" dirty="0">
                <a:solidFill>
                  <a:srgbClr val="3333FF"/>
                </a:solidFill>
                <a:ea typeface="黑体" pitchFamily="2" charset="-122"/>
              </a:rPr>
              <a:t>多元决策</a:t>
            </a:r>
          </a:p>
        </p:txBody>
      </p:sp>
      <p:sp>
        <p:nvSpPr>
          <p:cNvPr id="2" name="灯片编号占位符 1">
            <a:extLst>
              <a:ext uri="{FF2B5EF4-FFF2-40B4-BE49-F238E27FC236}">
                <a16:creationId xmlns:a16="http://schemas.microsoft.com/office/drawing/2014/main" id="{3986B61C-28BC-05D9-D619-560FF46E0EA0}"/>
              </a:ext>
            </a:extLst>
          </p:cNvPr>
          <p:cNvSpPr>
            <a:spLocks noGrp="1"/>
          </p:cNvSpPr>
          <p:nvPr>
            <p:ph type="sldNum" sz="quarter" idx="11"/>
          </p:nvPr>
        </p:nvSpPr>
        <p:spPr/>
        <p:txBody>
          <a:bodyPr/>
          <a:lstStyle/>
          <a:p>
            <a:pPr>
              <a:defRPr/>
            </a:pPr>
            <a:fld id="{EF24B7D7-F746-4E05-9A11-DD4FB4529D5B}" type="slidenum">
              <a:rPr lang="en-US" altLang="zh-CN" smtClean="0"/>
              <a:pPr>
                <a:defRPr/>
              </a:pPr>
              <a:t>35</a:t>
            </a:fld>
            <a:endParaRPr lang="en-US" altLang="zh-CN"/>
          </a:p>
        </p:txBody>
      </p:sp>
    </p:spTree>
    <p:extLst>
      <p:ext uri="{BB962C8B-B14F-4D97-AF65-F5344CB8AC3E}">
        <p14:creationId xmlns:p14="http://schemas.microsoft.com/office/powerpoint/2010/main" val="30189127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0707">
                                            <p:txEl>
                                              <p:pRg st="0" end="0"/>
                                            </p:txEl>
                                          </p:spTgt>
                                        </p:tgtEl>
                                        <p:attrNameLst>
                                          <p:attrName>style.visibility</p:attrName>
                                        </p:attrNameLst>
                                      </p:cBhvr>
                                      <p:to>
                                        <p:strVal val="visible"/>
                                      </p:to>
                                    </p:set>
                                    <p:animEffect transition="in" filter="wipe(left)">
                                      <p:cBhvr>
                                        <p:cTn id="7" dur="500"/>
                                        <p:tgtEl>
                                          <p:spTgt spid="2007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0707">
                                            <p:txEl>
                                              <p:pRg st="1" end="1"/>
                                            </p:txEl>
                                          </p:spTgt>
                                        </p:tgtEl>
                                        <p:attrNameLst>
                                          <p:attrName>style.visibility</p:attrName>
                                        </p:attrNameLst>
                                      </p:cBhvr>
                                      <p:to>
                                        <p:strVal val="visible"/>
                                      </p:to>
                                    </p:set>
                                    <p:animEffect transition="in" filter="wipe(left)">
                                      <p:cBhvr>
                                        <p:cTn id="12" dur="500"/>
                                        <p:tgtEl>
                                          <p:spTgt spid="2007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0707">
                                            <p:txEl>
                                              <p:pRg st="2" end="2"/>
                                            </p:txEl>
                                          </p:spTgt>
                                        </p:tgtEl>
                                        <p:attrNameLst>
                                          <p:attrName>style.visibility</p:attrName>
                                        </p:attrNameLst>
                                      </p:cBhvr>
                                      <p:to>
                                        <p:strVal val="visible"/>
                                      </p:to>
                                    </p:set>
                                    <p:animEffect transition="in" filter="wipe(left)">
                                      <p:cBhvr>
                                        <p:cTn id="17" dur="500"/>
                                        <p:tgtEl>
                                          <p:spTgt spid="2007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0707">
                                            <p:txEl>
                                              <p:pRg st="3" end="3"/>
                                            </p:txEl>
                                          </p:spTgt>
                                        </p:tgtEl>
                                        <p:attrNameLst>
                                          <p:attrName>style.visibility</p:attrName>
                                        </p:attrNameLst>
                                      </p:cBhvr>
                                      <p:to>
                                        <p:strVal val="visible"/>
                                      </p:to>
                                    </p:set>
                                    <p:animEffect transition="in" filter="wipe(left)">
                                      <p:cBhvr>
                                        <p:cTn id="22" dur="500"/>
                                        <p:tgtEl>
                                          <p:spTgt spid="2007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981200" y="457200"/>
            <a:ext cx="8229600" cy="1100138"/>
          </a:xfrm>
        </p:spPr>
        <p:txBody>
          <a:bodyPr/>
          <a:lstStyle/>
          <a:p>
            <a:pPr algn="ctr" eaLnBrk="1" hangingPunct="1"/>
            <a:r>
              <a:rPr lang="en-US" altLang="zh-CN" sz="4800">
                <a:solidFill>
                  <a:srgbClr val="008000"/>
                </a:solidFill>
                <a:ea typeface="黑体" pitchFamily="2" charset="-122"/>
              </a:rPr>
              <a:t>F</a:t>
            </a:r>
            <a:r>
              <a:rPr lang="zh-CN" altLang="en-US" sz="4800">
                <a:solidFill>
                  <a:srgbClr val="008000"/>
                </a:solidFill>
                <a:ea typeface="黑体" pitchFamily="2" charset="-122"/>
              </a:rPr>
              <a:t>综合评判分类</a:t>
            </a:r>
          </a:p>
        </p:txBody>
      </p:sp>
      <p:sp>
        <p:nvSpPr>
          <p:cNvPr id="203779" name="Rectangle 3"/>
          <p:cNvSpPr>
            <a:spLocks noGrp="1" noChangeArrowheads="1"/>
          </p:cNvSpPr>
          <p:nvPr>
            <p:ph type="body" idx="1"/>
          </p:nvPr>
        </p:nvSpPr>
        <p:spPr>
          <a:xfrm>
            <a:off x="1271464" y="1628775"/>
            <a:ext cx="8939336" cy="4895850"/>
          </a:xfrm>
        </p:spPr>
        <p:txBody>
          <a:bodyPr/>
          <a:lstStyle/>
          <a:p>
            <a:pPr eaLnBrk="1" hangingPunct="1"/>
            <a:r>
              <a:rPr lang="zh-CN" altLang="en-US" dirty="0">
                <a:solidFill>
                  <a:srgbClr val="F72603"/>
                </a:solidFill>
                <a:ea typeface="黑体" pitchFamily="2" charset="-122"/>
              </a:rPr>
              <a:t>一级</a:t>
            </a:r>
            <a:r>
              <a:rPr lang="en-US" altLang="zh-CN" dirty="0">
                <a:solidFill>
                  <a:srgbClr val="F72603"/>
                </a:solidFill>
                <a:ea typeface="黑体" pitchFamily="2" charset="-122"/>
              </a:rPr>
              <a:t>F</a:t>
            </a:r>
            <a:r>
              <a:rPr lang="zh-CN" altLang="en-US" dirty="0">
                <a:solidFill>
                  <a:srgbClr val="F72603"/>
                </a:solidFill>
                <a:ea typeface="黑体" pitchFamily="2" charset="-122"/>
              </a:rPr>
              <a:t>综合评判</a:t>
            </a:r>
            <a:endParaRPr lang="en-US" altLang="zh-CN" dirty="0">
              <a:solidFill>
                <a:srgbClr val="F72603"/>
              </a:solidFill>
              <a:ea typeface="黑体" pitchFamily="2" charset="-122"/>
            </a:endParaRPr>
          </a:p>
          <a:p>
            <a:pPr eaLnBrk="1" hangingPunct="1"/>
            <a:endParaRPr lang="en-US" altLang="zh-CN" dirty="0">
              <a:solidFill>
                <a:srgbClr val="F72603"/>
              </a:solidFill>
              <a:ea typeface="黑体" pitchFamily="2" charset="-122"/>
            </a:endParaRPr>
          </a:p>
          <a:p>
            <a:pPr eaLnBrk="1" hangingPunct="1"/>
            <a:endParaRPr lang="en-US" altLang="zh-CN" dirty="0">
              <a:solidFill>
                <a:srgbClr val="F72603"/>
              </a:solidFill>
              <a:ea typeface="黑体" pitchFamily="2" charset="-122"/>
            </a:endParaRPr>
          </a:p>
          <a:p>
            <a:pPr eaLnBrk="1" hangingPunct="1"/>
            <a:endParaRPr lang="en-US" altLang="zh-CN" dirty="0">
              <a:solidFill>
                <a:srgbClr val="F72603"/>
              </a:solidFill>
              <a:ea typeface="黑体" pitchFamily="2" charset="-122"/>
            </a:endParaRPr>
          </a:p>
          <a:p>
            <a:pPr eaLnBrk="1" hangingPunct="1"/>
            <a:endParaRPr lang="zh-CN" altLang="en-US" dirty="0">
              <a:solidFill>
                <a:srgbClr val="F72603"/>
              </a:solidFill>
              <a:ea typeface="黑体" pitchFamily="2" charset="-122"/>
            </a:endParaRPr>
          </a:p>
          <a:p>
            <a:pPr eaLnBrk="1" hangingPunct="1"/>
            <a:endParaRPr lang="en-US" altLang="zh-CN" dirty="0">
              <a:solidFill>
                <a:srgbClr val="F72603"/>
              </a:solidFill>
              <a:ea typeface="黑体" pitchFamily="2" charset="-122"/>
            </a:endParaRPr>
          </a:p>
          <a:p>
            <a:pPr eaLnBrk="1" hangingPunct="1"/>
            <a:r>
              <a:rPr lang="zh-CN" altLang="en-US" dirty="0">
                <a:solidFill>
                  <a:srgbClr val="F72603"/>
                </a:solidFill>
                <a:ea typeface="黑体" pitchFamily="2" charset="-122"/>
              </a:rPr>
              <a:t>多级</a:t>
            </a:r>
            <a:r>
              <a:rPr lang="en-US" altLang="zh-CN" dirty="0">
                <a:solidFill>
                  <a:srgbClr val="F72603"/>
                </a:solidFill>
                <a:ea typeface="黑体" pitchFamily="2" charset="-122"/>
              </a:rPr>
              <a:t>F</a:t>
            </a:r>
            <a:r>
              <a:rPr lang="zh-CN" altLang="en-US" dirty="0">
                <a:solidFill>
                  <a:srgbClr val="F72603"/>
                </a:solidFill>
                <a:ea typeface="黑体" pitchFamily="2" charset="-122"/>
              </a:rPr>
              <a:t>综合评判</a:t>
            </a:r>
          </a:p>
          <a:p>
            <a:pPr eaLnBrk="1" hangingPunct="1"/>
            <a:r>
              <a:rPr lang="zh-CN" altLang="en-US" dirty="0">
                <a:solidFill>
                  <a:srgbClr val="F72603"/>
                </a:solidFill>
                <a:ea typeface="黑体" pitchFamily="2" charset="-122"/>
              </a:rPr>
              <a:t>多层</a:t>
            </a:r>
            <a:r>
              <a:rPr lang="en-US" altLang="zh-CN" dirty="0">
                <a:solidFill>
                  <a:srgbClr val="F72603"/>
                </a:solidFill>
                <a:ea typeface="黑体" pitchFamily="2" charset="-122"/>
              </a:rPr>
              <a:t>F</a:t>
            </a:r>
            <a:r>
              <a:rPr lang="zh-CN" altLang="en-US" dirty="0">
                <a:solidFill>
                  <a:srgbClr val="F72603"/>
                </a:solidFill>
                <a:ea typeface="黑体" pitchFamily="2" charset="-122"/>
              </a:rPr>
              <a:t>综合评判</a:t>
            </a:r>
          </a:p>
        </p:txBody>
      </p:sp>
      <p:sp>
        <p:nvSpPr>
          <p:cNvPr id="2" name="矩形 1">
            <a:extLst>
              <a:ext uri="{FF2B5EF4-FFF2-40B4-BE49-F238E27FC236}">
                <a16:creationId xmlns:a16="http://schemas.microsoft.com/office/drawing/2014/main" id="{14A8F394-252F-488B-9955-FFED56166800}"/>
              </a:ext>
            </a:extLst>
          </p:cNvPr>
          <p:cNvSpPr/>
          <p:nvPr/>
        </p:nvSpPr>
        <p:spPr>
          <a:xfrm>
            <a:off x="1703512" y="2348880"/>
            <a:ext cx="7380820" cy="2644378"/>
          </a:xfrm>
          <a:prstGeom prst="rect">
            <a:avLst/>
          </a:prstGeom>
          <a:solidFill>
            <a:srgbClr val="F3FD99"/>
          </a:solidFill>
        </p:spPr>
        <p:txBody>
          <a:bodyPr wrap="square">
            <a:spAutoFit/>
          </a:bodyPr>
          <a:lstStyle/>
          <a:p>
            <a:pPr marL="971550" lvl="1" indent="-514350">
              <a:lnSpc>
                <a:spcPct val="120000"/>
              </a:lnSpc>
              <a:buFont typeface="+mj-ea"/>
              <a:buAutoNum type="circleNumDbPlain"/>
            </a:pPr>
            <a:r>
              <a:rPr lang="zh-CN" altLang="en-US" sz="2800" b="1" dirty="0">
                <a:solidFill>
                  <a:srgbClr val="3333FF"/>
                </a:solidFill>
                <a:ea typeface="华文楷体" pitchFamily="2" charset="-122"/>
              </a:rPr>
              <a:t>单因素评价</a:t>
            </a:r>
          </a:p>
          <a:p>
            <a:pPr marL="971550" lvl="1" indent="-514350">
              <a:lnSpc>
                <a:spcPct val="120000"/>
              </a:lnSpc>
              <a:buFont typeface="+mj-ea"/>
              <a:buAutoNum type="circleNumDbPlain"/>
            </a:pPr>
            <a:r>
              <a:rPr lang="zh-CN" altLang="en-US" sz="2800" b="1" dirty="0">
                <a:solidFill>
                  <a:srgbClr val="3333FF"/>
                </a:solidFill>
                <a:ea typeface="华文楷体" pitchFamily="2" charset="-122"/>
              </a:rPr>
              <a:t>构造</a:t>
            </a:r>
            <a:r>
              <a:rPr lang="zh-CN" altLang="en-US" sz="2800" b="1" u="sng" dirty="0">
                <a:solidFill>
                  <a:srgbClr val="3333FF"/>
                </a:solidFill>
                <a:ea typeface="华文楷体" pitchFamily="2" charset="-122"/>
              </a:rPr>
              <a:t>综合评判矩阵</a:t>
            </a:r>
          </a:p>
          <a:p>
            <a:pPr marL="971550" lvl="1" indent="-514350">
              <a:lnSpc>
                <a:spcPct val="120000"/>
              </a:lnSpc>
              <a:buFont typeface="+mj-ea"/>
              <a:buAutoNum type="circleNumDbPlain"/>
            </a:pPr>
            <a:r>
              <a:rPr lang="zh-CN" altLang="en-US" sz="2800" b="1" dirty="0">
                <a:solidFill>
                  <a:srgbClr val="3333FF"/>
                </a:solidFill>
                <a:ea typeface="华文楷体" pitchFamily="2" charset="-122"/>
              </a:rPr>
              <a:t>确定</a:t>
            </a:r>
            <a:r>
              <a:rPr lang="zh-CN" altLang="en-US" sz="2800" b="1" u="sng" dirty="0">
                <a:solidFill>
                  <a:srgbClr val="3333FF"/>
                </a:solidFill>
                <a:ea typeface="华文楷体" pitchFamily="2" charset="-122"/>
              </a:rPr>
              <a:t>因素重要程度</a:t>
            </a:r>
            <a:r>
              <a:rPr lang="en-US" altLang="zh-CN" sz="2800" b="1" u="sng" dirty="0">
                <a:solidFill>
                  <a:srgbClr val="3333FF"/>
                </a:solidFill>
                <a:ea typeface="华文楷体" pitchFamily="2" charset="-122"/>
              </a:rPr>
              <a:t>F</a:t>
            </a:r>
            <a:r>
              <a:rPr lang="zh-CN" altLang="en-US" sz="2800" b="1" u="sng" dirty="0">
                <a:solidFill>
                  <a:srgbClr val="3333FF"/>
                </a:solidFill>
                <a:ea typeface="华文楷体" pitchFamily="2" charset="-122"/>
              </a:rPr>
              <a:t>集</a:t>
            </a:r>
          </a:p>
          <a:p>
            <a:pPr marL="971550" lvl="1" indent="-514350">
              <a:lnSpc>
                <a:spcPct val="120000"/>
              </a:lnSpc>
              <a:buFont typeface="+mj-ea"/>
              <a:buAutoNum type="circleNumDbPlain"/>
            </a:pPr>
            <a:r>
              <a:rPr lang="zh-CN" altLang="en-US" sz="2800" b="1" dirty="0">
                <a:solidFill>
                  <a:srgbClr val="3333FF"/>
                </a:solidFill>
                <a:ea typeface="华文楷体" pitchFamily="2" charset="-122"/>
              </a:rPr>
              <a:t>确定</a:t>
            </a:r>
            <a:r>
              <a:rPr lang="zh-CN" altLang="en-US" sz="2800" b="1" u="sng" dirty="0">
                <a:solidFill>
                  <a:srgbClr val="3333FF"/>
                </a:solidFill>
                <a:ea typeface="华文楷体" pitchFamily="2" charset="-122"/>
              </a:rPr>
              <a:t>综合评价模型</a:t>
            </a:r>
            <a:r>
              <a:rPr lang="zh-CN" altLang="en-US" sz="2800" b="1" dirty="0">
                <a:solidFill>
                  <a:srgbClr val="3333FF"/>
                </a:solidFill>
                <a:ea typeface="华文楷体" pitchFamily="2" charset="-122"/>
              </a:rPr>
              <a:t>，求出</a:t>
            </a:r>
            <a:r>
              <a:rPr lang="en-US" altLang="zh-CN" sz="2800" b="1" u="sng" dirty="0">
                <a:solidFill>
                  <a:srgbClr val="3333FF"/>
                </a:solidFill>
                <a:ea typeface="华文楷体" pitchFamily="2" charset="-122"/>
              </a:rPr>
              <a:t>F</a:t>
            </a:r>
            <a:r>
              <a:rPr lang="zh-CN" altLang="en-US" sz="2800" b="1" u="sng" dirty="0">
                <a:solidFill>
                  <a:srgbClr val="3333FF"/>
                </a:solidFill>
                <a:ea typeface="华文楷体" pitchFamily="2" charset="-122"/>
              </a:rPr>
              <a:t>综合评价集</a:t>
            </a:r>
          </a:p>
          <a:p>
            <a:pPr marL="971550" lvl="1" indent="-514350">
              <a:lnSpc>
                <a:spcPct val="120000"/>
              </a:lnSpc>
              <a:buFont typeface="+mj-ea"/>
              <a:buAutoNum type="circleNumDbPlain"/>
            </a:pPr>
            <a:r>
              <a:rPr lang="zh-CN" altLang="en-US" sz="2800" b="1" dirty="0">
                <a:solidFill>
                  <a:srgbClr val="3333FF"/>
                </a:solidFill>
                <a:ea typeface="华文楷体" pitchFamily="2" charset="-122"/>
              </a:rPr>
              <a:t>综合评判</a:t>
            </a:r>
          </a:p>
        </p:txBody>
      </p:sp>
      <p:sp>
        <p:nvSpPr>
          <p:cNvPr id="3" name="灯片编号占位符 2">
            <a:extLst>
              <a:ext uri="{FF2B5EF4-FFF2-40B4-BE49-F238E27FC236}">
                <a16:creationId xmlns:a16="http://schemas.microsoft.com/office/drawing/2014/main" id="{AD559FD1-81BE-FC4E-3913-1187DB8AF51A}"/>
              </a:ext>
            </a:extLst>
          </p:cNvPr>
          <p:cNvSpPr>
            <a:spLocks noGrp="1"/>
          </p:cNvSpPr>
          <p:nvPr>
            <p:ph type="sldNum" sz="quarter" idx="11"/>
          </p:nvPr>
        </p:nvSpPr>
        <p:spPr/>
        <p:txBody>
          <a:bodyPr/>
          <a:lstStyle/>
          <a:p>
            <a:pPr>
              <a:defRPr/>
            </a:pPr>
            <a:fld id="{EF24B7D7-F746-4E05-9A11-DD4FB4529D5B}" type="slidenum">
              <a:rPr lang="en-US" altLang="zh-CN" smtClean="0"/>
              <a:pPr>
                <a:defRPr/>
              </a:pPr>
              <a:t>36</a:t>
            </a:fld>
            <a:endParaRPr lang="en-US" altLang="zh-CN"/>
          </a:p>
        </p:txBody>
      </p:sp>
    </p:spTree>
    <p:extLst>
      <p:ext uri="{BB962C8B-B14F-4D97-AF65-F5344CB8AC3E}">
        <p14:creationId xmlns:p14="http://schemas.microsoft.com/office/powerpoint/2010/main" val="17815941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3779">
                                            <p:txEl>
                                              <p:pRg st="0" end="0"/>
                                            </p:txEl>
                                          </p:spTgt>
                                        </p:tgtEl>
                                        <p:attrNameLst>
                                          <p:attrName>style.visibility</p:attrName>
                                        </p:attrNameLst>
                                      </p:cBhvr>
                                      <p:to>
                                        <p:strVal val="visible"/>
                                      </p:to>
                                    </p:set>
                                    <p:animEffect transition="in" filter="wipe(left)">
                                      <p:cBhvr>
                                        <p:cTn id="7" dur="500"/>
                                        <p:tgtEl>
                                          <p:spTgt spid="2037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3779">
                                            <p:txEl>
                                              <p:pRg st="6" end="6"/>
                                            </p:txEl>
                                          </p:spTgt>
                                        </p:tgtEl>
                                        <p:attrNameLst>
                                          <p:attrName>style.visibility</p:attrName>
                                        </p:attrNameLst>
                                      </p:cBhvr>
                                      <p:to>
                                        <p:strVal val="visible"/>
                                      </p:to>
                                    </p:set>
                                    <p:animEffect transition="in" filter="wipe(left)">
                                      <p:cBhvr>
                                        <p:cTn id="12" dur="500"/>
                                        <p:tgtEl>
                                          <p:spTgt spid="203779">
                                            <p:txEl>
                                              <p:pRg st="6" end="6"/>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3779">
                                            <p:txEl>
                                              <p:pRg st="7" end="7"/>
                                            </p:txEl>
                                          </p:spTgt>
                                        </p:tgtEl>
                                        <p:attrNameLst>
                                          <p:attrName>style.visibility</p:attrName>
                                        </p:attrNameLst>
                                      </p:cBhvr>
                                      <p:to>
                                        <p:strVal val="visible"/>
                                      </p:to>
                                    </p:set>
                                    <p:animEffect transition="in" filter="wipe(left)">
                                      <p:cBhvr>
                                        <p:cTn id="17" dur="500"/>
                                        <p:tgtEl>
                                          <p:spTgt spid="203779">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wipe(left)">
                                      <p:cBhvr>
                                        <p:cTn id="27" dur="500"/>
                                        <p:tgtEl>
                                          <p:spTgt spid="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1" end="1"/>
                                            </p:txEl>
                                          </p:spTgt>
                                        </p:tgtEl>
                                        <p:attrNameLst>
                                          <p:attrName>style.visibility</p:attrName>
                                        </p:attrNameLst>
                                      </p:cBhvr>
                                      <p:to>
                                        <p:strVal val="visible"/>
                                      </p:to>
                                    </p:set>
                                    <p:animEffect transition="in" filter="wipe(left)">
                                      <p:cBhvr>
                                        <p:cTn id="32" dur="500"/>
                                        <p:tgtEl>
                                          <p:spTgt spid="2">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xEl>
                                              <p:pRg st="2" end="2"/>
                                            </p:txEl>
                                          </p:spTgt>
                                        </p:tgtEl>
                                        <p:attrNameLst>
                                          <p:attrName>style.visibility</p:attrName>
                                        </p:attrNameLst>
                                      </p:cBhvr>
                                      <p:to>
                                        <p:strVal val="visible"/>
                                      </p:to>
                                    </p:set>
                                    <p:animEffect transition="in" filter="wipe(left)">
                                      <p:cBhvr>
                                        <p:cTn id="37" dur="500"/>
                                        <p:tgtEl>
                                          <p:spTgt spid="2">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xEl>
                                              <p:pRg st="3" end="3"/>
                                            </p:txEl>
                                          </p:spTgt>
                                        </p:tgtEl>
                                        <p:attrNameLst>
                                          <p:attrName>style.visibility</p:attrName>
                                        </p:attrNameLst>
                                      </p:cBhvr>
                                      <p:to>
                                        <p:strVal val="visible"/>
                                      </p:to>
                                    </p:set>
                                    <p:animEffect transition="in" filter="wipe(left)">
                                      <p:cBhvr>
                                        <p:cTn id="42" dur="500"/>
                                        <p:tgtEl>
                                          <p:spTgt spid="2">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xEl>
                                              <p:pRg st="4" end="4"/>
                                            </p:txEl>
                                          </p:spTgt>
                                        </p:tgtEl>
                                        <p:attrNameLst>
                                          <p:attrName>style.visibility</p:attrName>
                                        </p:attrNameLst>
                                      </p:cBhvr>
                                      <p:to>
                                        <p:strVal val="visible"/>
                                      </p:to>
                                    </p:set>
                                    <p:animEffect transition="in" filter="wipe(left)">
                                      <p:cBhvr>
                                        <p:cTn id="4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uiExpand="1" build="p"/>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981200" y="476250"/>
            <a:ext cx="8229600" cy="1143000"/>
          </a:xfrm>
        </p:spPr>
        <p:txBody>
          <a:bodyPr/>
          <a:lstStyle/>
          <a:p>
            <a:pPr algn="ctr" eaLnBrk="1" hangingPunct="1"/>
            <a:r>
              <a:rPr lang="zh-CN" altLang="en-US">
                <a:solidFill>
                  <a:srgbClr val="008000"/>
                </a:solidFill>
                <a:ea typeface="黑体" pitchFamily="2" charset="-122"/>
              </a:rPr>
              <a:t>一级</a:t>
            </a:r>
            <a:r>
              <a:rPr lang="en-US" altLang="zh-CN">
                <a:solidFill>
                  <a:srgbClr val="008000"/>
                </a:solidFill>
                <a:ea typeface="黑体" pitchFamily="2" charset="-122"/>
              </a:rPr>
              <a:t>F</a:t>
            </a:r>
            <a:r>
              <a:rPr lang="zh-CN" altLang="en-US">
                <a:solidFill>
                  <a:srgbClr val="008000"/>
                </a:solidFill>
                <a:ea typeface="黑体" pitchFamily="2" charset="-122"/>
              </a:rPr>
              <a:t>综合评判</a:t>
            </a:r>
            <a:endParaRPr lang="zh-CN" altLang="en-US" sz="3600">
              <a:ea typeface="黑体" pitchFamily="2" charset="-122"/>
            </a:endParaRPr>
          </a:p>
        </p:txBody>
      </p:sp>
      <p:sp>
        <p:nvSpPr>
          <p:cNvPr id="136195" name="Rectangle 3"/>
          <p:cNvSpPr>
            <a:spLocks noGrp="1" noChangeArrowheads="1"/>
          </p:cNvSpPr>
          <p:nvPr>
            <p:ph type="body" idx="1"/>
          </p:nvPr>
        </p:nvSpPr>
        <p:spPr>
          <a:xfrm>
            <a:off x="1055440" y="1628775"/>
            <a:ext cx="10009112" cy="5157788"/>
          </a:xfrm>
        </p:spPr>
        <p:txBody>
          <a:bodyPr/>
          <a:lstStyle/>
          <a:p>
            <a:pPr eaLnBrk="1" hangingPunct="1">
              <a:lnSpc>
                <a:spcPct val="120000"/>
              </a:lnSpc>
            </a:pPr>
            <a:r>
              <a:rPr lang="en-US" altLang="zh-CN" dirty="0">
                <a:solidFill>
                  <a:srgbClr val="F72603"/>
                </a:solidFill>
                <a:ea typeface="黑体" pitchFamily="2" charset="-122"/>
              </a:rPr>
              <a:t>F</a:t>
            </a:r>
            <a:r>
              <a:rPr lang="zh-CN" altLang="en-US" dirty="0">
                <a:solidFill>
                  <a:srgbClr val="F72603"/>
                </a:solidFill>
                <a:ea typeface="黑体" pitchFamily="2" charset="-122"/>
              </a:rPr>
              <a:t>综合评判的基本思想</a:t>
            </a:r>
          </a:p>
          <a:p>
            <a:pPr lvl="1" eaLnBrk="1" hangingPunct="1">
              <a:lnSpc>
                <a:spcPct val="120000"/>
              </a:lnSpc>
            </a:pPr>
            <a:r>
              <a:rPr lang="zh-CN" altLang="en-US" b="1" dirty="0">
                <a:ea typeface="华文楷体" pitchFamily="2" charset="-122"/>
              </a:rPr>
              <a:t>利用</a:t>
            </a:r>
            <a:r>
              <a:rPr lang="en-US" altLang="zh-CN" b="1" u="sng" dirty="0">
                <a:solidFill>
                  <a:srgbClr val="3333FF"/>
                </a:solidFill>
                <a:ea typeface="华文楷体" pitchFamily="2" charset="-122"/>
              </a:rPr>
              <a:t>F</a:t>
            </a:r>
            <a:r>
              <a:rPr lang="zh-CN" altLang="en-US" b="1" u="sng" dirty="0">
                <a:solidFill>
                  <a:srgbClr val="3333FF"/>
                </a:solidFill>
                <a:ea typeface="华文楷体" pitchFamily="2" charset="-122"/>
              </a:rPr>
              <a:t>线性变换原理</a:t>
            </a:r>
            <a:r>
              <a:rPr lang="zh-CN" altLang="en-US" b="1" dirty="0">
                <a:ea typeface="华文楷体" pitchFamily="2" charset="-122"/>
              </a:rPr>
              <a:t>和</a:t>
            </a:r>
            <a:r>
              <a:rPr lang="zh-CN" altLang="en-US" b="1" u="sng" dirty="0">
                <a:solidFill>
                  <a:srgbClr val="3333FF"/>
                </a:solidFill>
                <a:ea typeface="华文楷体" pitchFamily="2" charset="-122"/>
              </a:rPr>
              <a:t>最大隶属度原则</a:t>
            </a:r>
            <a:r>
              <a:rPr lang="zh-CN" altLang="en-US" b="1" dirty="0">
                <a:ea typeface="华文楷体" pitchFamily="2" charset="-122"/>
              </a:rPr>
              <a:t>，考虑与被评价事物相关的各个因素，对其作出合理的综合评价。</a:t>
            </a:r>
          </a:p>
          <a:p>
            <a:pPr eaLnBrk="1" hangingPunct="1">
              <a:lnSpc>
                <a:spcPct val="120000"/>
              </a:lnSpc>
            </a:pPr>
            <a:r>
              <a:rPr lang="zh-CN" altLang="en-US" dirty="0">
                <a:solidFill>
                  <a:srgbClr val="F72603"/>
                </a:solidFill>
                <a:ea typeface="黑体" pitchFamily="2" charset="-122"/>
              </a:rPr>
              <a:t>因素集和评语集</a:t>
            </a:r>
          </a:p>
          <a:p>
            <a:pPr lvl="1" eaLnBrk="1" hangingPunct="1">
              <a:lnSpc>
                <a:spcPct val="120000"/>
              </a:lnSpc>
            </a:pPr>
            <a:r>
              <a:rPr lang="zh-CN" altLang="en-US" b="1" dirty="0">
                <a:solidFill>
                  <a:srgbClr val="CC00CC"/>
                </a:solidFill>
                <a:ea typeface="华文楷体" pitchFamily="2" charset="-122"/>
              </a:rPr>
              <a:t>因素集</a:t>
            </a:r>
            <a:r>
              <a:rPr lang="en-US" altLang="zh-CN" b="1" dirty="0">
                <a:solidFill>
                  <a:srgbClr val="CC00CC"/>
                </a:solidFill>
                <a:ea typeface="华文楷体" pitchFamily="2" charset="-122"/>
              </a:rPr>
              <a:t>——</a:t>
            </a:r>
            <a:r>
              <a:rPr lang="zh-CN" altLang="en-US" b="1" dirty="0">
                <a:ea typeface="华文楷体" pitchFamily="2" charset="-122"/>
              </a:rPr>
              <a:t>被评价事物相关因素构成的集合，记作</a:t>
            </a:r>
          </a:p>
          <a:p>
            <a:pPr lvl="1" eaLnBrk="1" hangingPunct="1">
              <a:lnSpc>
                <a:spcPct val="120000"/>
              </a:lnSpc>
              <a:buNone/>
            </a:pPr>
            <a:r>
              <a:rPr lang="zh-CN" altLang="en-US" b="1" dirty="0">
                <a:ea typeface="华文楷体" pitchFamily="2" charset="-122"/>
              </a:rPr>
              <a:t>           </a:t>
            </a:r>
            <a:r>
              <a:rPr lang="en-US" altLang="zh-CN" b="1" dirty="0">
                <a:ea typeface="华文楷体" pitchFamily="2" charset="-122"/>
              </a:rPr>
              <a:t>U={ u</a:t>
            </a:r>
            <a:r>
              <a:rPr lang="en-US" altLang="zh-CN" b="1" baseline="-25000" dirty="0">
                <a:ea typeface="华文楷体" pitchFamily="2" charset="-122"/>
              </a:rPr>
              <a:t>1</a:t>
            </a:r>
            <a:r>
              <a:rPr lang="en-US" altLang="zh-CN" b="1" dirty="0">
                <a:ea typeface="华文楷体" pitchFamily="2" charset="-122"/>
              </a:rPr>
              <a:t>, u</a:t>
            </a:r>
            <a:r>
              <a:rPr lang="en-US" altLang="zh-CN" b="1" baseline="-25000" dirty="0">
                <a:ea typeface="华文楷体" pitchFamily="2" charset="-122"/>
              </a:rPr>
              <a:t>2 </a:t>
            </a:r>
            <a:r>
              <a:rPr lang="en-US" altLang="zh-CN" b="1" dirty="0">
                <a:ea typeface="华文楷体" pitchFamily="2" charset="-122"/>
              </a:rPr>
              <a:t>, … ,u</a:t>
            </a:r>
            <a:r>
              <a:rPr lang="en-US" altLang="zh-CN" b="1" baseline="-25000" dirty="0">
                <a:ea typeface="华文楷体" pitchFamily="2" charset="-122"/>
              </a:rPr>
              <a:t>m </a:t>
            </a:r>
            <a:r>
              <a:rPr lang="en-US" altLang="zh-CN" b="1" dirty="0">
                <a:ea typeface="华文楷体" pitchFamily="2" charset="-122"/>
              </a:rPr>
              <a:t>}   (</a:t>
            </a:r>
            <a:r>
              <a:rPr lang="zh-CN" altLang="en-US" b="1" dirty="0">
                <a:ea typeface="华文楷体" pitchFamily="2" charset="-122"/>
              </a:rPr>
              <a:t>设有</a:t>
            </a:r>
            <a:r>
              <a:rPr lang="en-US" altLang="zh-CN" b="1" dirty="0">
                <a:ea typeface="华文楷体" pitchFamily="2" charset="-122"/>
              </a:rPr>
              <a:t>m</a:t>
            </a:r>
            <a:r>
              <a:rPr lang="zh-CN" altLang="en-US" b="1" dirty="0">
                <a:ea typeface="华文楷体" pitchFamily="2" charset="-122"/>
              </a:rPr>
              <a:t>个因素</a:t>
            </a:r>
            <a:r>
              <a:rPr lang="en-US" altLang="zh-CN" b="1" dirty="0">
                <a:ea typeface="华文楷体" pitchFamily="2" charset="-122"/>
              </a:rPr>
              <a:t>)</a:t>
            </a:r>
          </a:p>
          <a:p>
            <a:pPr lvl="1" eaLnBrk="1" hangingPunct="1">
              <a:lnSpc>
                <a:spcPct val="120000"/>
              </a:lnSpc>
              <a:buFont typeface="Wingdings" panose="05000000000000000000" pitchFamily="2" charset="2"/>
              <a:buChar char="p"/>
            </a:pPr>
            <a:r>
              <a:rPr lang="zh-CN" altLang="en-US" b="1" dirty="0">
                <a:solidFill>
                  <a:srgbClr val="008000"/>
                </a:solidFill>
                <a:ea typeface="华文楷体" pitchFamily="2" charset="-122"/>
              </a:rPr>
              <a:t>评语集</a:t>
            </a:r>
            <a:r>
              <a:rPr lang="en-US" altLang="zh-CN" b="1" dirty="0">
                <a:solidFill>
                  <a:srgbClr val="008000"/>
                </a:solidFill>
                <a:ea typeface="华文楷体" pitchFamily="2" charset="-122"/>
              </a:rPr>
              <a:t>——</a:t>
            </a:r>
            <a:r>
              <a:rPr lang="zh-CN" altLang="en-US" b="1" dirty="0">
                <a:ea typeface="华文楷体" pitchFamily="2" charset="-122"/>
              </a:rPr>
              <a:t>所有可能出现的评语的集合，记作</a:t>
            </a:r>
          </a:p>
          <a:p>
            <a:pPr lvl="1" eaLnBrk="1" hangingPunct="1">
              <a:lnSpc>
                <a:spcPct val="120000"/>
              </a:lnSpc>
              <a:buNone/>
            </a:pPr>
            <a:r>
              <a:rPr lang="zh-CN" altLang="en-US" b="1" dirty="0">
                <a:ea typeface="华文楷体" pitchFamily="2" charset="-122"/>
              </a:rPr>
              <a:t>           </a:t>
            </a:r>
            <a:r>
              <a:rPr lang="en-US" altLang="zh-CN" b="1" dirty="0">
                <a:ea typeface="华文楷体" pitchFamily="2" charset="-122"/>
              </a:rPr>
              <a:t>V={ v</a:t>
            </a:r>
            <a:r>
              <a:rPr lang="en-US" altLang="zh-CN" b="1" baseline="-25000" dirty="0">
                <a:ea typeface="华文楷体" pitchFamily="2" charset="-122"/>
              </a:rPr>
              <a:t>1</a:t>
            </a:r>
            <a:r>
              <a:rPr lang="en-US" altLang="zh-CN" b="1" dirty="0">
                <a:ea typeface="华文楷体" pitchFamily="2" charset="-122"/>
              </a:rPr>
              <a:t>, v</a:t>
            </a:r>
            <a:r>
              <a:rPr lang="en-US" altLang="zh-CN" b="1" baseline="-25000" dirty="0">
                <a:ea typeface="华文楷体" pitchFamily="2" charset="-122"/>
              </a:rPr>
              <a:t>2 </a:t>
            </a:r>
            <a:r>
              <a:rPr lang="en-US" altLang="zh-CN" b="1" dirty="0">
                <a:ea typeface="华文楷体" pitchFamily="2" charset="-122"/>
              </a:rPr>
              <a:t>, … ,</a:t>
            </a:r>
            <a:r>
              <a:rPr lang="en-US" altLang="zh-CN" b="1" dirty="0" err="1">
                <a:ea typeface="华文楷体" pitchFamily="2" charset="-122"/>
              </a:rPr>
              <a:t>v</a:t>
            </a:r>
            <a:r>
              <a:rPr lang="en-US" altLang="zh-CN" b="1" baseline="-25000" dirty="0" err="1">
                <a:ea typeface="华文楷体" pitchFamily="2" charset="-122"/>
              </a:rPr>
              <a:t>n</a:t>
            </a:r>
            <a:r>
              <a:rPr lang="en-US" altLang="zh-CN" b="1" baseline="-25000" dirty="0">
                <a:ea typeface="华文楷体" pitchFamily="2" charset="-122"/>
              </a:rPr>
              <a:t> </a:t>
            </a:r>
            <a:r>
              <a:rPr lang="en-US" altLang="zh-CN" b="1" dirty="0">
                <a:ea typeface="华文楷体" pitchFamily="2" charset="-122"/>
              </a:rPr>
              <a:t>}    (</a:t>
            </a:r>
            <a:r>
              <a:rPr lang="zh-CN" altLang="en-US" b="1" dirty="0">
                <a:ea typeface="华文楷体" pitchFamily="2" charset="-122"/>
              </a:rPr>
              <a:t>设有</a:t>
            </a:r>
            <a:r>
              <a:rPr lang="en-US" altLang="zh-CN" b="1" dirty="0">
                <a:ea typeface="华文楷体" pitchFamily="2" charset="-122"/>
              </a:rPr>
              <a:t>n</a:t>
            </a:r>
            <a:r>
              <a:rPr lang="zh-CN" altLang="en-US" b="1" dirty="0">
                <a:ea typeface="华文楷体" pitchFamily="2" charset="-122"/>
              </a:rPr>
              <a:t>个评语</a:t>
            </a:r>
            <a:r>
              <a:rPr lang="en-US" altLang="zh-CN" b="1" dirty="0">
                <a:ea typeface="华文楷体" pitchFamily="2" charset="-122"/>
              </a:rPr>
              <a:t>)           </a:t>
            </a:r>
          </a:p>
        </p:txBody>
      </p:sp>
      <p:sp>
        <p:nvSpPr>
          <p:cNvPr id="2" name="灯片编号占位符 1">
            <a:extLst>
              <a:ext uri="{FF2B5EF4-FFF2-40B4-BE49-F238E27FC236}">
                <a16:creationId xmlns:a16="http://schemas.microsoft.com/office/drawing/2014/main" id="{0258C358-FB2A-123B-9660-E51DF2667BB3}"/>
              </a:ext>
            </a:extLst>
          </p:cNvPr>
          <p:cNvSpPr>
            <a:spLocks noGrp="1"/>
          </p:cNvSpPr>
          <p:nvPr>
            <p:ph type="sldNum" sz="quarter" idx="11"/>
          </p:nvPr>
        </p:nvSpPr>
        <p:spPr/>
        <p:txBody>
          <a:bodyPr/>
          <a:lstStyle/>
          <a:p>
            <a:pPr>
              <a:defRPr/>
            </a:pPr>
            <a:fld id="{EF24B7D7-F746-4E05-9A11-DD4FB4529D5B}" type="slidenum">
              <a:rPr lang="en-US" altLang="zh-CN" smtClean="0"/>
              <a:pPr>
                <a:defRPr/>
              </a:pPr>
              <a:t>37</a:t>
            </a:fld>
            <a:endParaRPr lang="en-US" altLang="zh-CN"/>
          </a:p>
        </p:txBody>
      </p:sp>
    </p:spTree>
    <p:extLst>
      <p:ext uri="{BB962C8B-B14F-4D97-AF65-F5344CB8AC3E}">
        <p14:creationId xmlns:p14="http://schemas.microsoft.com/office/powerpoint/2010/main" val="4269125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5">
                                            <p:txEl>
                                              <p:pRg st="0" end="0"/>
                                            </p:txEl>
                                          </p:spTgt>
                                        </p:tgtEl>
                                        <p:attrNameLst>
                                          <p:attrName>style.visibility</p:attrName>
                                        </p:attrNameLst>
                                      </p:cBhvr>
                                      <p:to>
                                        <p:strVal val="visible"/>
                                      </p:to>
                                    </p:set>
                                    <p:animEffect transition="in" filter="wipe(left)">
                                      <p:cBhvr>
                                        <p:cTn id="7" dur="500"/>
                                        <p:tgtEl>
                                          <p:spTgt spid="136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5">
                                            <p:txEl>
                                              <p:pRg st="1" end="1"/>
                                            </p:txEl>
                                          </p:spTgt>
                                        </p:tgtEl>
                                        <p:attrNameLst>
                                          <p:attrName>style.visibility</p:attrName>
                                        </p:attrNameLst>
                                      </p:cBhvr>
                                      <p:to>
                                        <p:strVal val="visible"/>
                                      </p:to>
                                    </p:set>
                                    <p:animEffect transition="in" filter="wipe(left)">
                                      <p:cBhvr>
                                        <p:cTn id="12" dur="500"/>
                                        <p:tgtEl>
                                          <p:spTgt spid="136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6195">
                                            <p:txEl>
                                              <p:pRg st="2" end="2"/>
                                            </p:txEl>
                                          </p:spTgt>
                                        </p:tgtEl>
                                        <p:attrNameLst>
                                          <p:attrName>style.visibility</p:attrName>
                                        </p:attrNameLst>
                                      </p:cBhvr>
                                      <p:to>
                                        <p:strVal val="visible"/>
                                      </p:to>
                                    </p:set>
                                    <p:animEffect transition="in" filter="wipe(left)">
                                      <p:cBhvr>
                                        <p:cTn id="17" dur="500"/>
                                        <p:tgtEl>
                                          <p:spTgt spid="1361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6195">
                                            <p:txEl>
                                              <p:pRg st="3" end="3"/>
                                            </p:txEl>
                                          </p:spTgt>
                                        </p:tgtEl>
                                        <p:attrNameLst>
                                          <p:attrName>style.visibility</p:attrName>
                                        </p:attrNameLst>
                                      </p:cBhvr>
                                      <p:to>
                                        <p:strVal val="visible"/>
                                      </p:to>
                                    </p:set>
                                    <p:animEffect transition="in" filter="wipe(left)">
                                      <p:cBhvr>
                                        <p:cTn id="22" dur="500"/>
                                        <p:tgtEl>
                                          <p:spTgt spid="1361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6195">
                                            <p:txEl>
                                              <p:pRg st="4" end="4"/>
                                            </p:txEl>
                                          </p:spTgt>
                                        </p:tgtEl>
                                        <p:attrNameLst>
                                          <p:attrName>style.visibility</p:attrName>
                                        </p:attrNameLst>
                                      </p:cBhvr>
                                      <p:to>
                                        <p:strVal val="visible"/>
                                      </p:to>
                                    </p:set>
                                    <p:animEffect transition="in" filter="wipe(left)">
                                      <p:cBhvr>
                                        <p:cTn id="27" dur="500"/>
                                        <p:tgtEl>
                                          <p:spTgt spid="136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6195">
                                            <p:txEl>
                                              <p:pRg st="5" end="5"/>
                                            </p:txEl>
                                          </p:spTgt>
                                        </p:tgtEl>
                                        <p:attrNameLst>
                                          <p:attrName>style.visibility</p:attrName>
                                        </p:attrNameLst>
                                      </p:cBhvr>
                                      <p:to>
                                        <p:strVal val="visible"/>
                                      </p:to>
                                    </p:set>
                                    <p:animEffect transition="in" filter="wipe(left)">
                                      <p:cBhvr>
                                        <p:cTn id="32" dur="500"/>
                                        <p:tgtEl>
                                          <p:spTgt spid="13619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6195">
                                            <p:txEl>
                                              <p:pRg st="6" end="6"/>
                                            </p:txEl>
                                          </p:spTgt>
                                        </p:tgtEl>
                                        <p:attrNameLst>
                                          <p:attrName>style.visibility</p:attrName>
                                        </p:attrNameLst>
                                      </p:cBhvr>
                                      <p:to>
                                        <p:strVal val="visible"/>
                                      </p:to>
                                    </p:set>
                                    <p:animEffect transition="in" filter="wipe(left)">
                                      <p:cBhvr>
                                        <p:cTn id="37" dur="500"/>
                                        <p:tgtEl>
                                          <p:spTgt spid="136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992313" y="404813"/>
            <a:ext cx="8077200" cy="965200"/>
          </a:xfrm>
        </p:spPr>
        <p:txBody>
          <a:bodyPr/>
          <a:lstStyle/>
          <a:p>
            <a:pPr algn="ctr" eaLnBrk="1" hangingPunct="1"/>
            <a:r>
              <a:rPr lang="zh-CN" altLang="en-US">
                <a:solidFill>
                  <a:srgbClr val="008000"/>
                </a:solidFill>
                <a:ea typeface="黑体" pitchFamily="2" charset="-122"/>
              </a:rPr>
              <a:t>一级</a:t>
            </a:r>
            <a:r>
              <a:rPr lang="en-US" altLang="zh-CN">
                <a:solidFill>
                  <a:srgbClr val="008000"/>
                </a:solidFill>
                <a:ea typeface="黑体" pitchFamily="2" charset="-122"/>
              </a:rPr>
              <a:t>F</a:t>
            </a:r>
            <a:r>
              <a:rPr lang="zh-CN" altLang="en-US">
                <a:solidFill>
                  <a:srgbClr val="008000"/>
                </a:solidFill>
                <a:ea typeface="黑体" pitchFamily="2" charset="-122"/>
              </a:rPr>
              <a:t>综合评判的步骤</a:t>
            </a:r>
          </a:p>
        </p:txBody>
      </p:sp>
      <p:sp>
        <p:nvSpPr>
          <p:cNvPr id="138243" name="Rectangle 3"/>
          <p:cNvSpPr>
            <a:spLocks noGrp="1" noChangeArrowheads="1"/>
          </p:cNvSpPr>
          <p:nvPr>
            <p:ph type="body" idx="1"/>
          </p:nvPr>
        </p:nvSpPr>
        <p:spPr>
          <a:xfrm>
            <a:off x="911424" y="1196976"/>
            <a:ext cx="10657184" cy="5661025"/>
          </a:xfrm>
        </p:spPr>
        <p:txBody>
          <a:bodyPr/>
          <a:lstStyle/>
          <a:p>
            <a:pPr marL="609600" indent="-609600" eaLnBrk="1" hangingPunct="1">
              <a:lnSpc>
                <a:spcPct val="120000"/>
              </a:lnSpc>
              <a:buNone/>
            </a:pPr>
            <a:r>
              <a:rPr lang="en-US" altLang="zh-CN" dirty="0">
                <a:solidFill>
                  <a:srgbClr val="F72603"/>
                </a:solidFill>
                <a:ea typeface="黑体" pitchFamily="2" charset="-122"/>
              </a:rPr>
              <a:t>1.</a:t>
            </a:r>
            <a:r>
              <a:rPr lang="zh-CN" altLang="en-US" dirty="0">
                <a:solidFill>
                  <a:srgbClr val="F72603"/>
                </a:solidFill>
                <a:latin typeface="黑体" pitchFamily="2" charset="-122"/>
                <a:ea typeface="黑体" pitchFamily="2" charset="-122"/>
              </a:rPr>
              <a:t>单因素评价</a:t>
            </a:r>
          </a:p>
          <a:p>
            <a:pPr marL="609600" indent="-609600" eaLnBrk="1" hangingPunct="1">
              <a:lnSpc>
                <a:spcPct val="120000"/>
              </a:lnSpc>
              <a:buNone/>
            </a:pPr>
            <a:r>
              <a:rPr lang="zh-CN" altLang="en-US" sz="2800" b="1" dirty="0">
                <a:ea typeface="华文楷体" pitchFamily="2" charset="-122"/>
              </a:rPr>
              <a:t>      将因素集</a:t>
            </a:r>
            <a:r>
              <a:rPr lang="en-US" altLang="zh-CN" sz="2800" b="1" dirty="0">
                <a:ea typeface="华文楷体" pitchFamily="2" charset="-122"/>
              </a:rPr>
              <a:t>U</a:t>
            </a:r>
            <a:r>
              <a:rPr lang="zh-CN" altLang="en-US" sz="2800" b="1" dirty="0">
                <a:ea typeface="华文楷体" pitchFamily="2" charset="-122"/>
              </a:rPr>
              <a:t>中的</a:t>
            </a:r>
            <a:r>
              <a:rPr lang="en-US" altLang="zh-CN" sz="2800" b="1" dirty="0" err="1">
                <a:ea typeface="华文楷体" pitchFamily="2" charset="-122"/>
              </a:rPr>
              <a:t>u</a:t>
            </a:r>
            <a:r>
              <a:rPr lang="en-US" altLang="zh-CN" sz="2800" b="1" baseline="-25000" dirty="0" err="1">
                <a:ea typeface="华文楷体" pitchFamily="2" charset="-122"/>
              </a:rPr>
              <a:t>i</a:t>
            </a:r>
            <a:r>
              <a:rPr lang="en-US" altLang="zh-CN" sz="2800" b="1" dirty="0">
                <a:ea typeface="华文楷体" pitchFamily="2" charset="-122"/>
              </a:rPr>
              <a:t>(</a:t>
            </a:r>
            <a:r>
              <a:rPr lang="en-US" altLang="zh-CN" sz="2800" b="1" dirty="0" err="1">
                <a:ea typeface="华文楷体" pitchFamily="2" charset="-122"/>
              </a:rPr>
              <a:t>i</a:t>
            </a:r>
            <a:r>
              <a:rPr lang="en-US" altLang="zh-CN" sz="2800" b="1" dirty="0">
                <a:ea typeface="华文楷体" pitchFamily="2" charset="-122"/>
              </a:rPr>
              <a:t>=1,2,…m)</a:t>
            </a:r>
            <a:r>
              <a:rPr lang="zh-CN" altLang="en-US" sz="2800" b="1" dirty="0">
                <a:ea typeface="华文楷体" pitchFamily="2" charset="-122"/>
              </a:rPr>
              <a:t>作单因素评价，从因素</a:t>
            </a:r>
            <a:r>
              <a:rPr lang="en-US" altLang="zh-CN" sz="2800" b="1" dirty="0" err="1">
                <a:ea typeface="华文楷体" pitchFamily="2" charset="-122"/>
              </a:rPr>
              <a:t>u</a:t>
            </a:r>
            <a:r>
              <a:rPr lang="en-US" altLang="zh-CN" sz="2800" b="1" baseline="-25000" dirty="0" err="1">
                <a:ea typeface="华文楷体" pitchFamily="2" charset="-122"/>
              </a:rPr>
              <a:t>i</a:t>
            </a:r>
            <a:r>
              <a:rPr lang="zh-CN" altLang="en-US" sz="2800" b="1" dirty="0">
                <a:ea typeface="华文楷体" pitchFamily="2" charset="-122"/>
              </a:rPr>
              <a:t>确定该事物对评语</a:t>
            </a:r>
            <a:r>
              <a:rPr lang="en-US" altLang="zh-CN" sz="2800" b="1" dirty="0" err="1">
                <a:ea typeface="华文楷体" pitchFamily="2" charset="-122"/>
              </a:rPr>
              <a:t>v</a:t>
            </a:r>
            <a:r>
              <a:rPr lang="en-US" altLang="zh-CN" sz="2800" b="1" baseline="-25000" dirty="0" err="1">
                <a:ea typeface="华文楷体" pitchFamily="2" charset="-122"/>
              </a:rPr>
              <a:t>j</a:t>
            </a:r>
            <a:r>
              <a:rPr lang="en-US" altLang="zh-CN" sz="2800" b="1" dirty="0">
                <a:ea typeface="华文楷体" pitchFamily="2" charset="-122"/>
              </a:rPr>
              <a:t>(j=1,2,…,n)</a:t>
            </a:r>
            <a:r>
              <a:rPr lang="zh-CN" altLang="en-US" sz="2800" b="1" dirty="0">
                <a:ea typeface="华文楷体" pitchFamily="2" charset="-122"/>
              </a:rPr>
              <a:t>的隶属度</a:t>
            </a:r>
            <a:r>
              <a:rPr lang="en-US" altLang="zh-CN" sz="2800" b="1" dirty="0" err="1">
                <a:ea typeface="华文楷体" pitchFamily="2" charset="-122"/>
              </a:rPr>
              <a:t>v</a:t>
            </a:r>
            <a:r>
              <a:rPr lang="en-US" altLang="zh-CN" sz="2800" b="1" baseline="-25000" dirty="0" err="1">
                <a:ea typeface="华文楷体" pitchFamily="2" charset="-122"/>
              </a:rPr>
              <a:t>ij</a:t>
            </a:r>
            <a:r>
              <a:rPr lang="zh-CN" altLang="en-US" sz="2800" b="1" dirty="0">
                <a:ea typeface="华文楷体" pitchFamily="2" charset="-122"/>
              </a:rPr>
              <a:t>，从而得出第</a:t>
            </a:r>
            <a:r>
              <a:rPr lang="en-US" altLang="zh-CN" sz="2800" b="1" dirty="0" err="1">
                <a:ea typeface="华文楷体" pitchFamily="2" charset="-122"/>
              </a:rPr>
              <a:t>i</a:t>
            </a:r>
            <a:r>
              <a:rPr lang="zh-CN" altLang="en-US" sz="2800" b="1" dirty="0">
                <a:ea typeface="华文楷体" pitchFamily="2" charset="-122"/>
              </a:rPr>
              <a:t>个因素</a:t>
            </a:r>
            <a:r>
              <a:rPr lang="en-US" altLang="zh-CN" sz="2800" b="1" dirty="0" err="1">
                <a:ea typeface="华文楷体" pitchFamily="2" charset="-122"/>
              </a:rPr>
              <a:t>u</a:t>
            </a:r>
            <a:r>
              <a:rPr lang="en-US" altLang="zh-CN" sz="2800" b="1" baseline="-25000" dirty="0" err="1">
                <a:ea typeface="华文楷体" pitchFamily="2" charset="-122"/>
              </a:rPr>
              <a:t>i</a:t>
            </a:r>
            <a:r>
              <a:rPr lang="zh-CN" altLang="en-US" sz="2800" b="1" dirty="0">
                <a:ea typeface="华文楷体" pitchFamily="2" charset="-122"/>
              </a:rPr>
              <a:t>的</a:t>
            </a:r>
            <a:r>
              <a:rPr lang="zh-CN" altLang="en-US" sz="2800" b="1" dirty="0">
                <a:solidFill>
                  <a:srgbClr val="3333FF"/>
                </a:solidFill>
                <a:ea typeface="华文楷体" pitchFamily="2" charset="-122"/>
              </a:rPr>
              <a:t>单因素评价集</a:t>
            </a:r>
            <a:r>
              <a:rPr lang="en-US" altLang="zh-CN" sz="2800" b="1" dirty="0">
                <a:ea typeface="华文楷体" pitchFamily="2" charset="-122"/>
              </a:rPr>
              <a:t>:</a:t>
            </a:r>
          </a:p>
          <a:p>
            <a:pPr marL="609600" indent="-609600" eaLnBrk="1" hangingPunct="1">
              <a:lnSpc>
                <a:spcPct val="120000"/>
              </a:lnSpc>
              <a:buNone/>
            </a:pPr>
            <a:r>
              <a:rPr lang="en-US" altLang="zh-CN" i="1" dirty="0">
                <a:solidFill>
                  <a:srgbClr val="F72603"/>
                </a:solidFill>
                <a:latin typeface="Times New Roman" panose="02020603050405020304" pitchFamily="18" charset="0"/>
                <a:ea typeface="黑体" pitchFamily="2" charset="-122"/>
                <a:cs typeface="Times New Roman" panose="02020603050405020304" pitchFamily="18" charset="0"/>
              </a:rPr>
              <a:t>                  </a:t>
            </a:r>
            <a:r>
              <a:rPr lang="en-US" altLang="zh-CN" i="1" dirty="0" err="1">
                <a:solidFill>
                  <a:srgbClr val="F72603"/>
                </a:solidFill>
                <a:latin typeface="Times New Roman" panose="02020603050405020304" pitchFamily="18" charset="0"/>
                <a:ea typeface="黑体" pitchFamily="2" charset="-122"/>
                <a:cs typeface="Times New Roman" panose="02020603050405020304" pitchFamily="18" charset="0"/>
              </a:rPr>
              <a:t>r</a:t>
            </a:r>
            <a:r>
              <a:rPr lang="en-US" altLang="zh-CN" i="1" baseline="-25000" dirty="0" err="1">
                <a:solidFill>
                  <a:srgbClr val="F72603"/>
                </a:solidFill>
                <a:latin typeface="Times New Roman" panose="02020603050405020304" pitchFamily="18" charset="0"/>
                <a:ea typeface="黑体" pitchFamily="2" charset="-122"/>
                <a:cs typeface="Times New Roman" panose="02020603050405020304" pitchFamily="18" charset="0"/>
              </a:rPr>
              <a:t>i</a:t>
            </a:r>
            <a:r>
              <a:rPr lang="en-US" altLang="zh-CN" dirty="0">
                <a:solidFill>
                  <a:srgbClr val="F72603"/>
                </a:solidFill>
                <a:latin typeface="Times New Roman" panose="02020603050405020304" pitchFamily="18" charset="0"/>
                <a:ea typeface="黑体" pitchFamily="2" charset="-122"/>
                <a:cs typeface="Times New Roman" panose="02020603050405020304" pitchFamily="18" charset="0"/>
              </a:rPr>
              <a:t>={</a:t>
            </a:r>
            <a:r>
              <a:rPr lang="en-US" altLang="zh-CN" i="1" dirty="0">
                <a:solidFill>
                  <a:srgbClr val="F72603"/>
                </a:solidFill>
                <a:latin typeface="Times New Roman" panose="02020603050405020304" pitchFamily="18" charset="0"/>
                <a:ea typeface="黑体" pitchFamily="2" charset="-122"/>
                <a:cs typeface="Times New Roman" panose="02020603050405020304" pitchFamily="18" charset="0"/>
              </a:rPr>
              <a:t>r</a:t>
            </a:r>
            <a:r>
              <a:rPr lang="en-US" altLang="zh-CN" i="1" baseline="-25000" dirty="0">
                <a:solidFill>
                  <a:srgbClr val="F72603"/>
                </a:solidFill>
                <a:latin typeface="Times New Roman" panose="02020603050405020304" pitchFamily="18" charset="0"/>
                <a:ea typeface="黑体" pitchFamily="2" charset="-122"/>
                <a:cs typeface="Times New Roman" panose="02020603050405020304" pitchFamily="18" charset="0"/>
              </a:rPr>
              <a:t>i</a:t>
            </a:r>
            <a:r>
              <a:rPr lang="en-US" altLang="zh-CN" baseline="-25000" dirty="0">
                <a:solidFill>
                  <a:srgbClr val="F72603"/>
                </a:solidFill>
                <a:latin typeface="Times New Roman" panose="02020603050405020304" pitchFamily="18" charset="0"/>
                <a:ea typeface="黑体" pitchFamily="2" charset="-122"/>
                <a:cs typeface="Times New Roman" panose="02020603050405020304" pitchFamily="18" charset="0"/>
              </a:rPr>
              <a:t>1</a:t>
            </a:r>
            <a:r>
              <a:rPr lang="en-US" altLang="zh-CN" dirty="0">
                <a:solidFill>
                  <a:srgbClr val="F72603"/>
                </a:solidFill>
                <a:latin typeface="Times New Roman" panose="02020603050405020304" pitchFamily="18" charset="0"/>
                <a:ea typeface="黑体" pitchFamily="2" charset="-122"/>
                <a:cs typeface="Times New Roman" panose="02020603050405020304" pitchFamily="18" charset="0"/>
              </a:rPr>
              <a:t>,</a:t>
            </a:r>
            <a:r>
              <a:rPr lang="en-US" altLang="zh-CN" i="1" dirty="0">
                <a:solidFill>
                  <a:srgbClr val="F72603"/>
                </a:solidFill>
                <a:latin typeface="Times New Roman" panose="02020603050405020304" pitchFamily="18" charset="0"/>
                <a:ea typeface="黑体" pitchFamily="2" charset="-122"/>
                <a:cs typeface="Times New Roman" panose="02020603050405020304" pitchFamily="18" charset="0"/>
              </a:rPr>
              <a:t>r</a:t>
            </a:r>
            <a:r>
              <a:rPr lang="en-US" altLang="zh-CN" i="1" baseline="-25000" dirty="0">
                <a:solidFill>
                  <a:srgbClr val="F72603"/>
                </a:solidFill>
                <a:latin typeface="Times New Roman" panose="02020603050405020304" pitchFamily="18" charset="0"/>
                <a:ea typeface="黑体" pitchFamily="2" charset="-122"/>
                <a:cs typeface="Times New Roman" panose="02020603050405020304" pitchFamily="18" charset="0"/>
              </a:rPr>
              <a:t>i</a:t>
            </a:r>
            <a:r>
              <a:rPr lang="en-US" altLang="zh-CN" baseline="-25000" dirty="0">
                <a:solidFill>
                  <a:srgbClr val="F72603"/>
                </a:solidFill>
                <a:latin typeface="Times New Roman" panose="02020603050405020304" pitchFamily="18" charset="0"/>
                <a:ea typeface="黑体" pitchFamily="2" charset="-122"/>
                <a:cs typeface="Times New Roman" panose="02020603050405020304" pitchFamily="18" charset="0"/>
              </a:rPr>
              <a:t>2 </a:t>
            </a:r>
            <a:r>
              <a:rPr lang="en-US" altLang="zh-CN" dirty="0">
                <a:solidFill>
                  <a:srgbClr val="F72603"/>
                </a:solidFill>
                <a:latin typeface="Times New Roman" panose="02020603050405020304" pitchFamily="18" charset="0"/>
                <a:ea typeface="黑体" pitchFamily="2" charset="-122"/>
                <a:cs typeface="Times New Roman" panose="02020603050405020304" pitchFamily="18" charset="0"/>
              </a:rPr>
              <a:t>,…,</a:t>
            </a:r>
            <a:r>
              <a:rPr lang="en-US" altLang="zh-CN" i="1" dirty="0" err="1">
                <a:solidFill>
                  <a:srgbClr val="F72603"/>
                </a:solidFill>
                <a:latin typeface="Times New Roman" panose="02020603050405020304" pitchFamily="18" charset="0"/>
                <a:ea typeface="黑体" pitchFamily="2" charset="-122"/>
                <a:cs typeface="Times New Roman" panose="02020603050405020304" pitchFamily="18" charset="0"/>
              </a:rPr>
              <a:t>r</a:t>
            </a:r>
            <a:r>
              <a:rPr lang="en-US" altLang="zh-CN" i="1" baseline="-25000" dirty="0" err="1">
                <a:solidFill>
                  <a:srgbClr val="F72603"/>
                </a:solidFill>
                <a:latin typeface="Times New Roman" panose="02020603050405020304" pitchFamily="18" charset="0"/>
                <a:ea typeface="黑体" pitchFamily="2" charset="-122"/>
                <a:cs typeface="Times New Roman" panose="02020603050405020304" pitchFamily="18" charset="0"/>
              </a:rPr>
              <a:t>in</a:t>
            </a:r>
            <a:r>
              <a:rPr lang="en-US" altLang="zh-CN" dirty="0">
                <a:solidFill>
                  <a:srgbClr val="F72603"/>
                </a:solidFill>
                <a:latin typeface="Times New Roman" panose="02020603050405020304" pitchFamily="18" charset="0"/>
                <a:ea typeface="黑体" pitchFamily="2" charset="-122"/>
                <a:cs typeface="Times New Roman" panose="02020603050405020304" pitchFamily="18" charset="0"/>
              </a:rPr>
              <a:t>}</a:t>
            </a:r>
          </a:p>
          <a:p>
            <a:pPr marL="609600" indent="-609600" eaLnBrk="1" hangingPunct="1">
              <a:lnSpc>
                <a:spcPct val="120000"/>
              </a:lnSpc>
              <a:buNone/>
            </a:pPr>
            <a:r>
              <a:rPr lang="en-US" altLang="zh-CN" sz="2800" dirty="0">
                <a:solidFill>
                  <a:schemeClr val="tx2"/>
                </a:solidFill>
                <a:ea typeface="黑体" pitchFamily="2" charset="-122"/>
              </a:rPr>
              <a:t>      </a:t>
            </a:r>
            <a:r>
              <a:rPr lang="zh-CN" altLang="en-US" sz="2800" dirty="0">
                <a:solidFill>
                  <a:schemeClr val="tx2"/>
                </a:solidFill>
                <a:ea typeface="黑体" pitchFamily="2" charset="-122"/>
              </a:rPr>
              <a:t>它是</a:t>
            </a:r>
            <a:r>
              <a:rPr lang="zh-CN" altLang="en-US" sz="2800" dirty="0">
                <a:solidFill>
                  <a:srgbClr val="008000"/>
                </a:solidFill>
                <a:ea typeface="黑体" pitchFamily="2" charset="-122"/>
              </a:rPr>
              <a:t>评语集</a:t>
            </a:r>
            <a:r>
              <a:rPr lang="en-US" altLang="zh-CN" sz="2800" dirty="0">
                <a:solidFill>
                  <a:schemeClr val="tx2"/>
                </a:solidFill>
                <a:ea typeface="黑体" pitchFamily="2" charset="-122"/>
              </a:rPr>
              <a:t>V</a:t>
            </a:r>
            <a:r>
              <a:rPr lang="zh-CN" altLang="en-US" sz="2800" dirty="0">
                <a:solidFill>
                  <a:schemeClr val="tx2"/>
                </a:solidFill>
                <a:ea typeface="黑体" pitchFamily="2" charset="-122"/>
              </a:rPr>
              <a:t>上的</a:t>
            </a:r>
            <a:r>
              <a:rPr lang="en-US" altLang="zh-CN" sz="2800" dirty="0">
                <a:solidFill>
                  <a:schemeClr val="tx2"/>
                </a:solidFill>
                <a:ea typeface="黑体" pitchFamily="2" charset="-122"/>
              </a:rPr>
              <a:t>F</a:t>
            </a:r>
            <a:r>
              <a:rPr lang="zh-CN" altLang="en-US" sz="2800" dirty="0">
                <a:solidFill>
                  <a:schemeClr val="tx2"/>
                </a:solidFill>
                <a:ea typeface="黑体" pitchFamily="2" charset="-122"/>
              </a:rPr>
              <a:t>子集，也就是说，给出一个</a:t>
            </a:r>
            <a:r>
              <a:rPr lang="en-US" altLang="zh-CN" sz="2800" dirty="0">
                <a:solidFill>
                  <a:schemeClr val="tx2"/>
                </a:solidFill>
                <a:ea typeface="黑体" pitchFamily="2" charset="-122"/>
              </a:rPr>
              <a:t>F</a:t>
            </a:r>
            <a:r>
              <a:rPr lang="zh-CN" altLang="en-US" sz="2800" dirty="0">
                <a:solidFill>
                  <a:schemeClr val="tx2"/>
                </a:solidFill>
                <a:ea typeface="黑体" pitchFamily="2" charset="-122"/>
              </a:rPr>
              <a:t>映射：</a:t>
            </a:r>
          </a:p>
          <a:p>
            <a:pPr marL="609600" indent="-609600" eaLnBrk="1" hangingPunct="1">
              <a:lnSpc>
                <a:spcPct val="120000"/>
              </a:lnSpc>
              <a:buNone/>
            </a:pPr>
            <a:r>
              <a:rPr lang="zh-CN" altLang="en-US" sz="2800" i="1" dirty="0">
                <a:solidFill>
                  <a:srgbClr val="008000"/>
                </a:solidFill>
                <a:ea typeface="黑体" pitchFamily="2" charset="-122"/>
              </a:rPr>
              <a:t>                    </a:t>
            </a:r>
            <a:r>
              <a:rPr lang="en-US" altLang="zh-CN" sz="2800" i="1" dirty="0">
                <a:solidFill>
                  <a:srgbClr val="008000"/>
                </a:solidFill>
                <a:latin typeface="Monotype Corsiva" pitchFamily="66" charset="0"/>
                <a:ea typeface="黑体" pitchFamily="2" charset="-122"/>
              </a:rPr>
              <a:t>f </a:t>
            </a:r>
            <a:r>
              <a:rPr lang="en-US" altLang="zh-CN" sz="2800" dirty="0">
                <a:solidFill>
                  <a:srgbClr val="008000"/>
                </a:solidFill>
                <a:ea typeface="黑体" pitchFamily="2" charset="-122"/>
              </a:rPr>
              <a:t>: U→</a:t>
            </a:r>
            <a:r>
              <a:rPr lang="en-US" altLang="zh-CN" sz="2800" dirty="0">
                <a:solidFill>
                  <a:srgbClr val="008000"/>
                </a:solidFill>
                <a:latin typeface="Monotype Corsiva" pitchFamily="66" charset="0"/>
                <a:ea typeface="黑体" pitchFamily="2" charset="-122"/>
              </a:rPr>
              <a:t>F</a:t>
            </a:r>
            <a:r>
              <a:rPr lang="en-US" altLang="zh-CN" sz="2800" dirty="0">
                <a:solidFill>
                  <a:srgbClr val="008000"/>
                </a:solidFill>
                <a:ea typeface="黑体" pitchFamily="2" charset="-122"/>
              </a:rPr>
              <a:t>(V)</a:t>
            </a:r>
            <a:r>
              <a:rPr lang="zh-CN" altLang="en-US" sz="2800" dirty="0">
                <a:solidFill>
                  <a:srgbClr val="008000"/>
                </a:solidFill>
                <a:ea typeface="黑体" pitchFamily="2" charset="-122"/>
              </a:rPr>
              <a:t>， </a:t>
            </a:r>
            <a:r>
              <a:rPr lang="en-US" altLang="zh-CN" sz="2800" dirty="0" err="1">
                <a:solidFill>
                  <a:srgbClr val="008000"/>
                </a:solidFill>
                <a:ea typeface="黑体" pitchFamily="2" charset="-122"/>
              </a:rPr>
              <a:t>u</a:t>
            </a:r>
            <a:r>
              <a:rPr lang="en-US" altLang="zh-CN" sz="2800" baseline="-25000" dirty="0" err="1">
                <a:solidFill>
                  <a:srgbClr val="008000"/>
                </a:solidFill>
                <a:ea typeface="黑体" pitchFamily="2" charset="-122"/>
              </a:rPr>
              <a:t>i</a:t>
            </a:r>
            <a:r>
              <a:rPr lang="en-US" altLang="zh-CN" sz="2800" dirty="0">
                <a:solidFill>
                  <a:srgbClr val="008000"/>
                </a:solidFill>
                <a:ea typeface="黑体" pitchFamily="2" charset="-122"/>
              </a:rPr>
              <a:t> | → </a:t>
            </a:r>
            <a:r>
              <a:rPr lang="en-US" altLang="zh-CN" sz="2800" i="1" dirty="0">
                <a:solidFill>
                  <a:srgbClr val="008000"/>
                </a:solidFill>
                <a:latin typeface="Monotype Corsiva" pitchFamily="66" charset="0"/>
                <a:ea typeface="黑体" pitchFamily="2" charset="-122"/>
              </a:rPr>
              <a:t>f </a:t>
            </a:r>
            <a:r>
              <a:rPr lang="en-US" altLang="zh-CN" sz="2800" dirty="0">
                <a:solidFill>
                  <a:srgbClr val="008000"/>
                </a:solidFill>
                <a:ea typeface="黑体" pitchFamily="2" charset="-122"/>
              </a:rPr>
              <a:t>(</a:t>
            </a:r>
            <a:r>
              <a:rPr lang="en-US" altLang="zh-CN" sz="2800" dirty="0" err="1">
                <a:solidFill>
                  <a:srgbClr val="008000"/>
                </a:solidFill>
                <a:ea typeface="黑体" pitchFamily="2" charset="-122"/>
              </a:rPr>
              <a:t>u</a:t>
            </a:r>
            <a:r>
              <a:rPr lang="en-US" altLang="zh-CN" sz="2800" baseline="-25000" dirty="0" err="1">
                <a:solidFill>
                  <a:srgbClr val="008000"/>
                </a:solidFill>
                <a:ea typeface="黑体" pitchFamily="2" charset="-122"/>
              </a:rPr>
              <a:t>i</a:t>
            </a:r>
            <a:r>
              <a:rPr lang="en-US" altLang="zh-CN" sz="2800" dirty="0">
                <a:solidFill>
                  <a:srgbClr val="008000"/>
                </a:solidFill>
                <a:ea typeface="黑体" pitchFamily="2" charset="-122"/>
              </a:rPr>
              <a:t>)</a:t>
            </a:r>
          </a:p>
          <a:p>
            <a:pPr marL="609600" indent="-609600" eaLnBrk="1" hangingPunct="1">
              <a:lnSpc>
                <a:spcPct val="120000"/>
              </a:lnSpc>
              <a:buNone/>
            </a:pPr>
            <a:r>
              <a:rPr lang="en-US" altLang="zh-CN" sz="2800" dirty="0">
                <a:ea typeface="黑体" pitchFamily="2" charset="-122"/>
              </a:rPr>
              <a:t>      </a:t>
            </a:r>
            <a:r>
              <a:rPr lang="zh-CN" altLang="en-US" sz="2800" dirty="0">
                <a:ea typeface="黑体" pitchFamily="2" charset="-122"/>
              </a:rPr>
              <a:t>其中， </a:t>
            </a:r>
            <a:r>
              <a:rPr lang="en-US" altLang="zh-CN" sz="2800" i="1" dirty="0">
                <a:latin typeface="Monotype Corsiva" pitchFamily="66" charset="0"/>
                <a:ea typeface="黑体" pitchFamily="2" charset="-122"/>
              </a:rPr>
              <a:t>f </a:t>
            </a:r>
            <a:r>
              <a:rPr lang="en-US" altLang="zh-CN" sz="2800" dirty="0">
                <a:ea typeface="黑体" pitchFamily="2" charset="-122"/>
              </a:rPr>
              <a:t>(</a:t>
            </a:r>
            <a:r>
              <a:rPr lang="en-US" altLang="zh-CN" sz="2800" dirty="0" err="1">
                <a:ea typeface="黑体" pitchFamily="2" charset="-122"/>
              </a:rPr>
              <a:t>u</a:t>
            </a:r>
            <a:r>
              <a:rPr lang="en-US" altLang="zh-CN" sz="2800" baseline="-25000" dirty="0" err="1">
                <a:ea typeface="黑体" pitchFamily="2" charset="-122"/>
              </a:rPr>
              <a:t>i</a:t>
            </a:r>
            <a:r>
              <a:rPr lang="en-US" altLang="zh-CN" sz="2800" dirty="0">
                <a:ea typeface="黑体" pitchFamily="2" charset="-122"/>
              </a:rPr>
              <a:t>)=R</a:t>
            </a:r>
            <a:r>
              <a:rPr lang="en-US" altLang="zh-CN" sz="2800" baseline="-25000" dirty="0">
                <a:ea typeface="黑体" pitchFamily="2" charset="-122"/>
              </a:rPr>
              <a:t>i</a:t>
            </a:r>
            <a:r>
              <a:rPr lang="en-US" altLang="zh-CN" sz="2800" dirty="0">
                <a:ea typeface="黑体" pitchFamily="2" charset="-122"/>
              </a:rPr>
              <a:t>={</a:t>
            </a:r>
            <a:r>
              <a:rPr lang="en-US" altLang="zh-CN" sz="2800" i="1" dirty="0">
                <a:latin typeface="Times New Roman" panose="02020603050405020304" pitchFamily="18" charset="0"/>
                <a:ea typeface="黑体" pitchFamily="2" charset="-122"/>
                <a:cs typeface="Times New Roman" panose="02020603050405020304" pitchFamily="18" charset="0"/>
              </a:rPr>
              <a:t>r</a:t>
            </a:r>
            <a:r>
              <a:rPr lang="en-US" altLang="zh-CN" sz="2800" i="1" baseline="-25000" dirty="0">
                <a:latin typeface="Times New Roman" panose="02020603050405020304" pitchFamily="18" charset="0"/>
                <a:ea typeface="黑体" pitchFamily="2" charset="-122"/>
                <a:cs typeface="Times New Roman" panose="02020603050405020304" pitchFamily="18" charset="0"/>
              </a:rPr>
              <a:t>i</a:t>
            </a:r>
            <a:r>
              <a:rPr lang="en-US" altLang="zh-CN" sz="2800" baseline="-25000" dirty="0">
                <a:latin typeface="Times New Roman" panose="02020603050405020304" pitchFamily="18" charset="0"/>
                <a:ea typeface="黑体" pitchFamily="2" charset="-122"/>
                <a:cs typeface="Times New Roman" panose="02020603050405020304" pitchFamily="18" charset="0"/>
              </a:rPr>
              <a:t>1</a:t>
            </a:r>
            <a:r>
              <a:rPr lang="en-US" altLang="zh-CN" sz="2800" i="1" dirty="0">
                <a:latin typeface="Times New Roman" panose="02020603050405020304" pitchFamily="18" charset="0"/>
                <a:ea typeface="黑体" pitchFamily="2" charset="-122"/>
                <a:cs typeface="Times New Roman" panose="02020603050405020304" pitchFamily="18" charset="0"/>
              </a:rPr>
              <a:t>,r</a:t>
            </a:r>
            <a:r>
              <a:rPr lang="en-US" altLang="zh-CN" sz="2800" i="1" baseline="-25000" dirty="0">
                <a:latin typeface="Times New Roman" panose="02020603050405020304" pitchFamily="18" charset="0"/>
                <a:ea typeface="黑体" pitchFamily="2" charset="-122"/>
                <a:cs typeface="Times New Roman" panose="02020603050405020304" pitchFamily="18" charset="0"/>
              </a:rPr>
              <a:t>i</a:t>
            </a:r>
            <a:r>
              <a:rPr lang="en-US" altLang="zh-CN" sz="2800" baseline="-25000" dirty="0">
                <a:latin typeface="Times New Roman" panose="02020603050405020304" pitchFamily="18" charset="0"/>
                <a:ea typeface="黑体" pitchFamily="2" charset="-122"/>
                <a:cs typeface="Times New Roman" panose="02020603050405020304" pitchFamily="18" charset="0"/>
              </a:rPr>
              <a:t>2</a:t>
            </a:r>
            <a:r>
              <a:rPr lang="en-US" altLang="zh-CN" sz="2800" i="1" baseline="-25000" dirty="0">
                <a:latin typeface="Times New Roman" panose="02020603050405020304" pitchFamily="18" charset="0"/>
                <a:ea typeface="黑体" pitchFamily="2" charset="-122"/>
                <a:cs typeface="Times New Roman" panose="02020603050405020304" pitchFamily="18" charset="0"/>
              </a:rPr>
              <a:t> </a:t>
            </a:r>
            <a:r>
              <a:rPr lang="en-US" altLang="zh-CN" sz="2800" i="1" dirty="0">
                <a:latin typeface="Times New Roman" panose="02020603050405020304" pitchFamily="18" charset="0"/>
                <a:ea typeface="黑体" pitchFamily="2" charset="-122"/>
                <a:cs typeface="Times New Roman" panose="02020603050405020304" pitchFamily="18" charset="0"/>
              </a:rPr>
              <a:t>,…,</a:t>
            </a:r>
            <a:r>
              <a:rPr lang="en-US" altLang="zh-CN" sz="2800" i="1" dirty="0" err="1">
                <a:latin typeface="Times New Roman" panose="02020603050405020304" pitchFamily="18" charset="0"/>
                <a:ea typeface="黑体" pitchFamily="2" charset="-122"/>
                <a:cs typeface="Times New Roman" panose="02020603050405020304" pitchFamily="18" charset="0"/>
              </a:rPr>
              <a:t>r</a:t>
            </a:r>
            <a:r>
              <a:rPr lang="en-US" altLang="zh-CN" sz="2800" i="1" baseline="-25000" dirty="0" err="1">
                <a:latin typeface="Times New Roman" panose="02020603050405020304" pitchFamily="18" charset="0"/>
                <a:ea typeface="黑体" pitchFamily="2" charset="-122"/>
                <a:cs typeface="Times New Roman" panose="02020603050405020304" pitchFamily="18" charset="0"/>
              </a:rPr>
              <a:t>in</a:t>
            </a:r>
            <a:r>
              <a:rPr lang="en-US" altLang="zh-CN" sz="2800" i="1" baseline="-25000" dirty="0">
                <a:latin typeface="Times New Roman" panose="02020603050405020304" pitchFamily="18" charset="0"/>
                <a:ea typeface="黑体" pitchFamily="2" charset="-122"/>
                <a:cs typeface="Times New Roman" panose="02020603050405020304" pitchFamily="18" charset="0"/>
              </a:rPr>
              <a:t> </a:t>
            </a:r>
            <a:r>
              <a:rPr lang="en-US" altLang="zh-CN" sz="2800" dirty="0">
                <a:ea typeface="黑体" pitchFamily="2" charset="-122"/>
              </a:rPr>
              <a:t>}</a:t>
            </a:r>
          </a:p>
          <a:p>
            <a:pPr marL="609600" indent="-609600" eaLnBrk="1" hangingPunct="1">
              <a:lnSpc>
                <a:spcPct val="120000"/>
              </a:lnSpc>
              <a:buNone/>
            </a:pPr>
            <a:r>
              <a:rPr lang="en-US" altLang="zh-CN" sz="2800" dirty="0">
                <a:ea typeface="黑体" pitchFamily="2" charset="-122"/>
              </a:rPr>
              <a:t>      </a:t>
            </a:r>
            <a:r>
              <a:rPr lang="zh-CN" altLang="en-US" sz="2800" dirty="0">
                <a:ea typeface="黑体" pitchFamily="2" charset="-122"/>
              </a:rPr>
              <a:t>为关于因素</a:t>
            </a:r>
            <a:r>
              <a:rPr lang="en-US" altLang="zh-CN" sz="2800" dirty="0" err="1">
                <a:ea typeface="黑体" pitchFamily="2" charset="-122"/>
              </a:rPr>
              <a:t>u</a:t>
            </a:r>
            <a:r>
              <a:rPr lang="en-US" altLang="zh-CN" sz="2800" baseline="-25000" dirty="0" err="1">
                <a:ea typeface="黑体" pitchFamily="2" charset="-122"/>
              </a:rPr>
              <a:t>i</a:t>
            </a:r>
            <a:r>
              <a:rPr lang="zh-CN" altLang="en-US" sz="2800" dirty="0">
                <a:ea typeface="黑体" pitchFamily="2" charset="-122"/>
              </a:rPr>
              <a:t>的评语</a:t>
            </a:r>
            <a:r>
              <a:rPr lang="en-US" altLang="zh-CN" sz="2800" dirty="0">
                <a:ea typeface="黑体" pitchFamily="2" charset="-122"/>
              </a:rPr>
              <a:t>F</a:t>
            </a:r>
            <a:r>
              <a:rPr lang="zh-CN" altLang="en-US" sz="2800" dirty="0">
                <a:ea typeface="黑体" pitchFamily="2" charset="-122"/>
              </a:rPr>
              <a:t>向量， </a:t>
            </a:r>
            <a:r>
              <a:rPr lang="en-US" altLang="zh-CN" sz="2800" i="1" dirty="0" err="1">
                <a:latin typeface="Times New Roman" panose="02020603050405020304" pitchFamily="18" charset="0"/>
                <a:ea typeface="黑体" pitchFamily="2" charset="-122"/>
                <a:cs typeface="Times New Roman" panose="02020603050405020304" pitchFamily="18" charset="0"/>
              </a:rPr>
              <a:t>r</a:t>
            </a:r>
            <a:r>
              <a:rPr lang="en-US" altLang="zh-CN" sz="2800" i="1" baseline="-25000" dirty="0" err="1">
                <a:latin typeface="Times New Roman" panose="02020603050405020304" pitchFamily="18" charset="0"/>
                <a:ea typeface="黑体" pitchFamily="2" charset="-122"/>
                <a:cs typeface="Times New Roman" panose="02020603050405020304" pitchFamily="18" charset="0"/>
              </a:rPr>
              <a:t>ij</a:t>
            </a:r>
            <a:r>
              <a:rPr lang="zh-CN" altLang="en-US" sz="2800" dirty="0">
                <a:ea typeface="黑体" pitchFamily="2" charset="-122"/>
              </a:rPr>
              <a:t>为关于因素</a:t>
            </a:r>
            <a:r>
              <a:rPr lang="en-US" altLang="zh-CN" sz="2800" dirty="0" err="1">
                <a:ea typeface="黑体" pitchFamily="2" charset="-122"/>
              </a:rPr>
              <a:t>u</a:t>
            </a:r>
            <a:r>
              <a:rPr lang="en-US" altLang="zh-CN" sz="2800" baseline="-25000" dirty="0" err="1">
                <a:ea typeface="黑体" pitchFamily="2" charset="-122"/>
              </a:rPr>
              <a:t>i</a:t>
            </a:r>
            <a:r>
              <a:rPr lang="zh-CN" altLang="en-US" sz="2800" dirty="0">
                <a:ea typeface="黑体" pitchFamily="2" charset="-122"/>
              </a:rPr>
              <a:t>具有评语 </a:t>
            </a:r>
            <a:r>
              <a:rPr lang="en-US" altLang="zh-CN" sz="2800" dirty="0" err="1">
                <a:ea typeface="黑体" pitchFamily="2" charset="-122"/>
              </a:rPr>
              <a:t>v</a:t>
            </a:r>
            <a:r>
              <a:rPr lang="en-US" altLang="zh-CN" sz="2800" baseline="-25000" dirty="0" err="1">
                <a:latin typeface="Times New Roman" pitchFamily="18" charset="0"/>
                <a:ea typeface="黑体" pitchFamily="2" charset="-122"/>
                <a:cs typeface="Times New Roman" pitchFamily="18" charset="0"/>
              </a:rPr>
              <a:t>j</a:t>
            </a:r>
            <a:r>
              <a:rPr lang="zh-CN" altLang="en-US" sz="2800" dirty="0">
                <a:ea typeface="黑体" pitchFamily="2" charset="-122"/>
              </a:rPr>
              <a:t>的程度。</a:t>
            </a:r>
          </a:p>
        </p:txBody>
      </p:sp>
      <p:sp>
        <p:nvSpPr>
          <p:cNvPr id="2" name="灯片编号占位符 1">
            <a:extLst>
              <a:ext uri="{FF2B5EF4-FFF2-40B4-BE49-F238E27FC236}">
                <a16:creationId xmlns:a16="http://schemas.microsoft.com/office/drawing/2014/main" id="{878CF38E-6725-2790-1248-9EB6D94D53C6}"/>
              </a:ext>
            </a:extLst>
          </p:cNvPr>
          <p:cNvSpPr>
            <a:spLocks noGrp="1"/>
          </p:cNvSpPr>
          <p:nvPr>
            <p:ph type="sldNum" sz="quarter" idx="11"/>
          </p:nvPr>
        </p:nvSpPr>
        <p:spPr/>
        <p:txBody>
          <a:bodyPr/>
          <a:lstStyle/>
          <a:p>
            <a:pPr>
              <a:defRPr/>
            </a:pPr>
            <a:fld id="{EF24B7D7-F746-4E05-9A11-DD4FB4529D5B}" type="slidenum">
              <a:rPr lang="en-US" altLang="zh-CN" smtClean="0"/>
              <a:pPr>
                <a:defRPr/>
              </a:pPr>
              <a:t>38</a:t>
            </a:fld>
            <a:endParaRPr lang="en-US" altLang="zh-CN"/>
          </a:p>
        </p:txBody>
      </p:sp>
    </p:spTree>
    <p:extLst>
      <p:ext uri="{BB962C8B-B14F-4D97-AF65-F5344CB8AC3E}">
        <p14:creationId xmlns:p14="http://schemas.microsoft.com/office/powerpoint/2010/main" val="223722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Effect transition="in" filter="wipe(left)">
                                      <p:cBhvr>
                                        <p:cTn id="7" dur="500"/>
                                        <p:tgtEl>
                                          <p:spTgt spid="138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8243">
                                            <p:txEl>
                                              <p:pRg st="1" end="1"/>
                                            </p:txEl>
                                          </p:spTgt>
                                        </p:tgtEl>
                                        <p:attrNameLst>
                                          <p:attrName>style.visibility</p:attrName>
                                        </p:attrNameLst>
                                      </p:cBhvr>
                                      <p:to>
                                        <p:strVal val="visible"/>
                                      </p:to>
                                    </p:set>
                                    <p:animEffect transition="in" filter="wipe(left)">
                                      <p:cBhvr>
                                        <p:cTn id="12" dur="500"/>
                                        <p:tgtEl>
                                          <p:spTgt spid="138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8243">
                                            <p:txEl>
                                              <p:pRg st="2" end="2"/>
                                            </p:txEl>
                                          </p:spTgt>
                                        </p:tgtEl>
                                        <p:attrNameLst>
                                          <p:attrName>style.visibility</p:attrName>
                                        </p:attrNameLst>
                                      </p:cBhvr>
                                      <p:to>
                                        <p:strVal val="visible"/>
                                      </p:to>
                                    </p:set>
                                    <p:animEffect transition="in" filter="wipe(left)">
                                      <p:cBhvr>
                                        <p:cTn id="17" dur="500"/>
                                        <p:tgtEl>
                                          <p:spTgt spid="1382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8243">
                                            <p:txEl>
                                              <p:pRg st="3" end="3"/>
                                            </p:txEl>
                                          </p:spTgt>
                                        </p:tgtEl>
                                        <p:attrNameLst>
                                          <p:attrName>style.visibility</p:attrName>
                                        </p:attrNameLst>
                                      </p:cBhvr>
                                      <p:to>
                                        <p:strVal val="visible"/>
                                      </p:to>
                                    </p:set>
                                    <p:animEffect transition="in" filter="wipe(left)">
                                      <p:cBhvr>
                                        <p:cTn id="22" dur="500"/>
                                        <p:tgtEl>
                                          <p:spTgt spid="1382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8243">
                                            <p:txEl>
                                              <p:pRg st="4" end="4"/>
                                            </p:txEl>
                                          </p:spTgt>
                                        </p:tgtEl>
                                        <p:attrNameLst>
                                          <p:attrName>style.visibility</p:attrName>
                                        </p:attrNameLst>
                                      </p:cBhvr>
                                      <p:to>
                                        <p:strVal val="visible"/>
                                      </p:to>
                                    </p:set>
                                    <p:animEffect transition="in" filter="wipe(left)">
                                      <p:cBhvr>
                                        <p:cTn id="27" dur="500"/>
                                        <p:tgtEl>
                                          <p:spTgt spid="13824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8243">
                                            <p:txEl>
                                              <p:pRg st="5" end="5"/>
                                            </p:txEl>
                                          </p:spTgt>
                                        </p:tgtEl>
                                        <p:attrNameLst>
                                          <p:attrName>style.visibility</p:attrName>
                                        </p:attrNameLst>
                                      </p:cBhvr>
                                      <p:to>
                                        <p:strVal val="visible"/>
                                      </p:to>
                                    </p:set>
                                    <p:animEffect transition="in" filter="wipe(left)">
                                      <p:cBhvr>
                                        <p:cTn id="32" dur="500"/>
                                        <p:tgtEl>
                                          <p:spTgt spid="13824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8243">
                                            <p:txEl>
                                              <p:pRg st="6" end="6"/>
                                            </p:txEl>
                                          </p:spTgt>
                                        </p:tgtEl>
                                        <p:attrNameLst>
                                          <p:attrName>style.visibility</p:attrName>
                                        </p:attrNameLst>
                                      </p:cBhvr>
                                      <p:to>
                                        <p:strVal val="visible"/>
                                      </p:to>
                                    </p:set>
                                    <p:animEffect transition="in" filter="wipe(left)">
                                      <p:cBhvr>
                                        <p:cTn id="37" dur="500"/>
                                        <p:tgtEl>
                                          <p:spTgt spid="1382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992313" y="473076"/>
            <a:ext cx="8077200" cy="982663"/>
          </a:xfrm>
        </p:spPr>
        <p:txBody>
          <a:bodyPr/>
          <a:lstStyle/>
          <a:p>
            <a:pPr algn="ctr" eaLnBrk="1" hangingPunct="1"/>
            <a:r>
              <a:rPr lang="zh-CN" altLang="en-US">
                <a:solidFill>
                  <a:srgbClr val="008000"/>
                </a:solidFill>
                <a:ea typeface="黑体" pitchFamily="2" charset="-122"/>
              </a:rPr>
              <a:t>一级</a:t>
            </a:r>
            <a:r>
              <a:rPr lang="en-US" altLang="zh-CN">
                <a:solidFill>
                  <a:srgbClr val="008000"/>
                </a:solidFill>
                <a:ea typeface="黑体" pitchFamily="2" charset="-122"/>
              </a:rPr>
              <a:t>F</a:t>
            </a:r>
            <a:r>
              <a:rPr lang="zh-CN" altLang="en-US">
                <a:solidFill>
                  <a:srgbClr val="008000"/>
                </a:solidFill>
                <a:ea typeface="黑体" pitchFamily="2" charset="-122"/>
              </a:rPr>
              <a:t>综合评判的步骤</a:t>
            </a:r>
          </a:p>
        </p:txBody>
      </p:sp>
      <p:sp>
        <p:nvSpPr>
          <p:cNvPr id="139267" name="Rectangle 3"/>
          <p:cNvSpPr>
            <a:spLocks noGrp="1" noChangeArrowheads="1"/>
          </p:cNvSpPr>
          <p:nvPr>
            <p:ph type="body" sz="half" idx="1"/>
          </p:nvPr>
        </p:nvSpPr>
        <p:spPr>
          <a:xfrm>
            <a:off x="1199456" y="1341438"/>
            <a:ext cx="9721079" cy="5516562"/>
          </a:xfrm>
        </p:spPr>
        <p:txBody>
          <a:bodyPr/>
          <a:lstStyle/>
          <a:p>
            <a:pPr marL="609600" indent="-609600" eaLnBrk="1" hangingPunct="1">
              <a:buNone/>
            </a:pPr>
            <a:r>
              <a:rPr lang="en-US" altLang="zh-CN" b="1" dirty="0">
                <a:solidFill>
                  <a:srgbClr val="F72603"/>
                </a:solidFill>
                <a:ea typeface="楷体_GB2312" pitchFamily="49" charset="-122"/>
              </a:rPr>
              <a:t>2. </a:t>
            </a:r>
            <a:r>
              <a:rPr lang="zh-CN" altLang="en-US" dirty="0">
                <a:solidFill>
                  <a:srgbClr val="F72603"/>
                </a:solidFill>
                <a:latin typeface="黑体" pitchFamily="2" charset="-122"/>
                <a:ea typeface="黑体" pitchFamily="2" charset="-122"/>
              </a:rPr>
              <a:t>构造综合评判矩阵</a:t>
            </a:r>
          </a:p>
          <a:p>
            <a:pPr marL="609600" indent="-609600" eaLnBrk="1" hangingPunct="1">
              <a:buNone/>
            </a:pPr>
            <a:r>
              <a:rPr lang="zh-CN" altLang="en-US" sz="2800" dirty="0">
                <a:ea typeface="黑体" pitchFamily="2" charset="-122"/>
              </a:rPr>
              <a:t>      把这</a:t>
            </a:r>
            <a:r>
              <a:rPr lang="en-US" altLang="zh-CN" sz="2800" dirty="0">
                <a:ea typeface="黑体" pitchFamily="2" charset="-122"/>
              </a:rPr>
              <a:t>m</a:t>
            </a:r>
            <a:r>
              <a:rPr lang="zh-CN" altLang="en-US" sz="2800" dirty="0">
                <a:ea typeface="黑体" pitchFamily="2" charset="-122"/>
              </a:rPr>
              <a:t>个单因素评价集作为行，即得一个总的评价矩阵</a:t>
            </a:r>
          </a:p>
          <a:p>
            <a:pPr marL="609600" indent="-609600" eaLnBrk="1" hangingPunct="1">
              <a:buNone/>
            </a:pPr>
            <a:endParaRPr lang="zh-CN" altLang="en-US" sz="2800" dirty="0">
              <a:ea typeface="黑体" pitchFamily="2" charset="-122"/>
            </a:endParaRPr>
          </a:p>
          <a:p>
            <a:pPr marL="609600" indent="-609600" eaLnBrk="1" hangingPunct="1">
              <a:buNone/>
            </a:pPr>
            <a:endParaRPr lang="zh-CN" altLang="en-US" sz="2800" dirty="0">
              <a:ea typeface="黑体" pitchFamily="2" charset="-122"/>
            </a:endParaRPr>
          </a:p>
          <a:p>
            <a:pPr marL="609600" indent="-609600" eaLnBrk="1" hangingPunct="1">
              <a:buNone/>
            </a:pPr>
            <a:endParaRPr lang="en-US" altLang="zh-CN" dirty="0">
              <a:ea typeface="黑体" pitchFamily="2" charset="-122"/>
            </a:endParaRPr>
          </a:p>
          <a:p>
            <a:pPr marL="609600" indent="-609600" eaLnBrk="1" hangingPunct="1">
              <a:buNone/>
            </a:pPr>
            <a:endParaRPr lang="zh-CN" altLang="en-US" dirty="0">
              <a:ea typeface="黑体" pitchFamily="2" charset="-122"/>
            </a:endParaRPr>
          </a:p>
          <a:p>
            <a:pPr marL="609600" indent="-609600" eaLnBrk="1" hangingPunct="1">
              <a:buNone/>
            </a:pPr>
            <a:r>
              <a:rPr lang="zh-CN" altLang="en-US" sz="2800" dirty="0">
                <a:solidFill>
                  <a:srgbClr val="008000"/>
                </a:solidFill>
                <a:ea typeface="黑体" pitchFamily="2" charset="-122"/>
              </a:rPr>
              <a:t>       即由</a:t>
            </a:r>
            <a:r>
              <a:rPr lang="en-US" altLang="zh-CN" sz="2800" dirty="0">
                <a:solidFill>
                  <a:srgbClr val="008000"/>
                </a:solidFill>
                <a:ea typeface="黑体" pitchFamily="2" charset="-122"/>
              </a:rPr>
              <a:t>F</a:t>
            </a:r>
            <a:r>
              <a:rPr lang="zh-CN" altLang="en-US" sz="2800" dirty="0">
                <a:solidFill>
                  <a:srgbClr val="008000"/>
                </a:solidFill>
                <a:ea typeface="黑体" pitchFamily="2" charset="-122"/>
              </a:rPr>
              <a:t>映射</a:t>
            </a:r>
            <a:r>
              <a:rPr lang="en-US" altLang="zh-CN" sz="2800" dirty="0">
                <a:solidFill>
                  <a:srgbClr val="008000"/>
                </a:solidFill>
                <a:latin typeface="Monotype Corsiva" pitchFamily="66" charset="0"/>
                <a:ea typeface="黑体" pitchFamily="2" charset="-122"/>
              </a:rPr>
              <a:t>f  </a:t>
            </a:r>
            <a:r>
              <a:rPr lang="zh-CN" altLang="en-US" sz="2800" dirty="0">
                <a:solidFill>
                  <a:srgbClr val="008000"/>
                </a:solidFill>
                <a:ea typeface="黑体" pitchFamily="2" charset="-122"/>
              </a:rPr>
              <a:t>导出</a:t>
            </a:r>
            <a:r>
              <a:rPr lang="en-US" altLang="zh-CN" sz="2800" dirty="0">
                <a:solidFill>
                  <a:srgbClr val="008000"/>
                </a:solidFill>
                <a:ea typeface="黑体" pitchFamily="2" charset="-122"/>
              </a:rPr>
              <a:t>U</a:t>
            </a:r>
            <a:r>
              <a:rPr lang="zh-CN" altLang="en-US" sz="2800" dirty="0">
                <a:solidFill>
                  <a:srgbClr val="008000"/>
                </a:solidFill>
                <a:ea typeface="黑体" pitchFamily="2" charset="-122"/>
              </a:rPr>
              <a:t>到</a:t>
            </a:r>
            <a:r>
              <a:rPr lang="en-US" altLang="zh-CN" sz="2800" dirty="0">
                <a:solidFill>
                  <a:srgbClr val="008000"/>
                </a:solidFill>
                <a:ea typeface="黑体" pitchFamily="2" charset="-122"/>
              </a:rPr>
              <a:t>V</a:t>
            </a:r>
            <a:r>
              <a:rPr lang="zh-CN" altLang="en-US" sz="2800" dirty="0">
                <a:solidFill>
                  <a:srgbClr val="008000"/>
                </a:solidFill>
                <a:ea typeface="黑体" pitchFamily="2" charset="-122"/>
              </a:rPr>
              <a:t>的</a:t>
            </a:r>
            <a:r>
              <a:rPr lang="en-US" altLang="zh-CN" sz="2800" dirty="0">
                <a:solidFill>
                  <a:srgbClr val="008000"/>
                </a:solidFill>
                <a:ea typeface="黑体" pitchFamily="2" charset="-122"/>
              </a:rPr>
              <a:t>F</a:t>
            </a:r>
            <a:r>
              <a:rPr lang="zh-CN" altLang="en-US" sz="2800" dirty="0">
                <a:solidFill>
                  <a:srgbClr val="008000"/>
                </a:solidFill>
                <a:ea typeface="黑体" pitchFamily="2" charset="-122"/>
              </a:rPr>
              <a:t>关系</a:t>
            </a:r>
            <a:r>
              <a:rPr lang="en-US" altLang="zh-CN" sz="2800" dirty="0" err="1">
                <a:solidFill>
                  <a:srgbClr val="008000"/>
                </a:solidFill>
                <a:ea typeface="黑体" pitchFamily="2" charset="-122"/>
              </a:rPr>
              <a:t>R</a:t>
            </a:r>
            <a:r>
              <a:rPr lang="en-US" altLang="zh-CN" sz="2800" baseline="-25000" dirty="0" err="1">
                <a:solidFill>
                  <a:srgbClr val="008000"/>
                </a:solidFill>
                <a:latin typeface="Monotype Corsiva" pitchFamily="66" charset="0"/>
                <a:ea typeface="黑体" pitchFamily="2" charset="-122"/>
              </a:rPr>
              <a:t>f</a:t>
            </a:r>
            <a:r>
              <a:rPr kumimoji="1" lang="en-US" altLang="en-US" sz="2800" dirty="0" err="1">
                <a:solidFill>
                  <a:srgbClr val="008000"/>
                </a:solidFill>
                <a:latin typeface="Times New Roman" pitchFamily="18" charset="0"/>
                <a:sym typeface="Symbol" panose="05050102010706020507" pitchFamily="18" charset="2"/>
              </a:rPr>
              <a:t></a:t>
            </a:r>
            <a:r>
              <a:rPr kumimoji="1" lang="en-US" altLang="zh-CN" sz="2800" dirty="0" err="1">
                <a:solidFill>
                  <a:srgbClr val="008000"/>
                </a:solidFill>
                <a:latin typeface="Monotype Corsiva" pitchFamily="66" charset="0"/>
              </a:rPr>
              <a:t>F</a:t>
            </a:r>
            <a:r>
              <a:rPr kumimoji="1" lang="en-US" altLang="zh-CN" sz="2800" dirty="0">
                <a:solidFill>
                  <a:srgbClr val="008000"/>
                </a:solidFill>
                <a:latin typeface="Times New Roman" pitchFamily="18" charset="0"/>
              </a:rPr>
              <a:t>(U</a:t>
            </a:r>
            <a:r>
              <a:rPr kumimoji="1" lang="en-US" altLang="en-US" sz="2800" dirty="0">
                <a:solidFill>
                  <a:srgbClr val="008000"/>
                </a:solidFill>
                <a:latin typeface="Times New Roman" pitchFamily="18" charset="0"/>
                <a:sym typeface="Symbol"/>
              </a:rPr>
              <a:t></a:t>
            </a:r>
            <a:r>
              <a:rPr kumimoji="1" lang="en-US" altLang="zh-CN" sz="2800" dirty="0">
                <a:solidFill>
                  <a:srgbClr val="008000"/>
                </a:solidFill>
                <a:latin typeface="Times New Roman" pitchFamily="18" charset="0"/>
              </a:rPr>
              <a:t>V)</a:t>
            </a:r>
          </a:p>
          <a:p>
            <a:pPr marL="609600" indent="-609600" eaLnBrk="1" hangingPunct="1">
              <a:buNone/>
            </a:pPr>
            <a:r>
              <a:rPr kumimoji="1" lang="en-US" altLang="zh-CN" sz="2800" dirty="0">
                <a:ea typeface="黑体" pitchFamily="2" charset="-122"/>
              </a:rPr>
              <a:t>       </a:t>
            </a:r>
            <a:r>
              <a:rPr kumimoji="1" lang="zh-CN" altLang="en-US" sz="2800" dirty="0">
                <a:ea typeface="黑体" pitchFamily="2" charset="-122"/>
              </a:rPr>
              <a:t>使</a:t>
            </a:r>
          </a:p>
          <a:p>
            <a:pPr marL="609600" indent="-609600" eaLnBrk="1" hangingPunct="1">
              <a:buNone/>
            </a:pPr>
            <a:endParaRPr kumimoji="1" lang="zh-CN" altLang="en-US" sz="2800" dirty="0">
              <a:ea typeface="黑体" pitchFamily="2" charset="-122"/>
            </a:endParaRPr>
          </a:p>
          <a:p>
            <a:pPr marL="609600" indent="-609600" eaLnBrk="1" hangingPunct="1">
              <a:buNone/>
            </a:pPr>
            <a:r>
              <a:rPr kumimoji="1" lang="zh-CN" altLang="en-US" dirty="0">
                <a:ea typeface="黑体" pitchFamily="2" charset="-122"/>
              </a:rPr>
              <a:t>      称</a:t>
            </a:r>
            <a:r>
              <a:rPr kumimoji="1" lang="en-US" altLang="zh-CN" dirty="0">
                <a:ea typeface="黑体" pitchFamily="2" charset="-122"/>
              </a:rPr>
              <a:t>R</a:t>
            </a:r>
            <a:r>
              <a:rPr kumimoji="1" lang="zh-CN" altLang="en-US" dirty="0">
                <a:ea typeface="黑体" pitchFamily="2" charset="-122"/>
              </a:rPr>
              <a:t>为</a:t>
            </a:r>
            <a:r>
              <a:rPr kumimoji="1" lang="zh-CN" altLang="en-US" dirty="0">
                <a:solidFill>
                  <a:srgbClr val="F72603"/>
                </a:solidFill>
                <a:ea typeface="黑体" pitchFamily="2" charset="-122"/>
              </a:rPr>
              <a:t>综合评判矩阵</a:t>
            </a:r>
            <a:r>
              <a:rPr kumimoji="1" lang="zh-CN" altLang="en-US" dirty="0">
                <a:ea typeface="黑体" pitchFamily="2" charset="-122"/>
              </a:rPr>
              <a:t>。</a:t>
            </a:r>
            <a:endParaRPr kumimoji="1" lang="zh-CN" altLang="en-US" dirty="0">
              <a:latin typeface="Times New Roman" pitchFamily="18" charset="0"/>
            </a:endParaRPr>
          </a:p>
        </p:txBody>
      </p:sp>
      <p:graphicFrame>
        <p:nvGraphicFramePr>
          <p:cNvPr id="139268" name="Object 4"/>
          <p:cNvGraphicFramePr>
            <a:graphicFrameLocks noGrp="1" noChangeAspect="1"/>
          </p:cNvGraphicFramePr>
          <p:nvPr>
            <p:ph sz="quarter" idx="2"/>
            <p:extLst>
              <p:ext uri="{D42A27DB-BD31-4B8C-83A1-F6EECF244321}">
                <p14:modId xmlns:p14="http://schemas.microsoft.com/office/powerpoint/2010/main" val="1123855423"/>
              </p:ext>
            </p:extLst>
          </p:nvPr>
        </p:nvGraphicFramePr>
        <p:xfrm>
          <a:off x="3719736" y="2430463"/>
          <a:ext cx="3313113" cy="2112962"/>
        </p:xfrm>
        <a:graphic>
          <a:graphicData uri="http://schemas.openxmlformats.org/presentationml/2006/ole">
            <mc:AlternateContent xmlns:mc="http://schemas.openxmlformats.org/markup-compatibility/2006">
              <mc:Choice xmlns:v="urn:schemas-microsoft-com:vml" Requires="v">
                <p:oleObj name="公式" r:id="rId3" imgW="1473200" imgH="939800" progId="Equation.3">
                  <p:embed/>
                </p:oleObj>
              </mc:Choice>
              <mc:Fallback>
                <p:oleObj name="公式" r:id="rId3" imgW="1473200" imgH="939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9736" y="2430463"/>
                        <a:ext cx="3313113" cy="2112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70" name="Object 6"/>
          <p:cNvGraphicFramePr>
            <a:graphicFrameLocks noGrp="1" noChangeAspect="1"/>
          </p:cNvGraphicFramePr>
          <p:nvPr>
            <p:ph sz="quarter" idx="3"/>
            <p:extLst>
              <p:ext uri="{D42A27DB-BD31-4B8C-83A1-F6EECF244321}">
                <p14:modId xmlns:p14="http://schemas.microsoft.com/office/powerpoint/2010/main" val="2891120532"/>
              </p:ext>
            </p:extLst>
          </p:nvPr>
        </p:nvGraphicFramePr>
        <p:xfrm>
          <a:off x="3719736" y="5368131"/>
          <a:ext cx="2800350" cy="665162"/>
        </p:xfrm>
        <a:graphic>
          <a:graphicData uri="http://schemas.openxmlformats.org/presentationml/2006/ole">
            <mc:AlternateContent xmlns:mc="http://schemas.openxmlformats.org/markup-compatibility/2006">
              <mc:Choice xmlns:v="urn:schemas-microsoft-com:vml" Requires="v">
                <p:oleObj name="公式" r:id="rId5" imgW="1016000" imgH="241300" progId="Equation.3">
                  <p:embed/>
                </p:oleObj>
              </mc:Choice>
              <mc:Fallback>
                <p:oleObj name="公式" r:id="rId5" imgW="1016000" imgH="241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9736" y="5368131"/>
                        <a:ext cx="2800350" cy="665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32FC6E88-91AE-C262-172C-33D8BBF75469}"/>
              </a:ext>
            </a:extLst>
          </p:cNvPr>
          <p:cNvSpPr>
            <a:spLocks noGrp="1"/>
          </p:cNvSpPr>
          <p:nvPr>
            <p:ph type="sldNum" sz="quarter" idx="11"/>
          </p:nvPr>
        </p:nvSpPr>
        <p:spPr/>
        <p:txBody>
          <a:bodyPr/>
          <a:lstStyle/>
          <a:p>
            <a:pPr>
              <a:defRPr/>
            </a:pPr>
            <a:fld id="{B1928985-958F-4925-BAAA-4C45D70B67B4}" type="slidenum">
              <a:rPr lang="en-US" altLang="zh-CN" smtClean="0"/>
              <a:pPr>
                <a:defRPr/>
              </a:pPr>
              <a:t>39</a:t>
            </a:fld>
            <a:endParaRPr lang="en-US" altLang="zh-CN"/>
          </a:p>
        </p:txBody>
      </p:sp>
    </p:spTree>
    <p:extLst>
      <p:ext uri="{BB962C8B-B14F-4D97-AF65-F5344CB8AC3E}">
        <p14:creationId xmlns:p14="http://schemas.microsoft.com/office/powerpoint/2010/main" val="21879449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Effect transition="in" filter="wipe(left)">
                                      <p:cBhvr>
                                        <p:cTn id="7" dur="500"/>
                                        <p:tgtEl>
                                          <p:spTgt spid="139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9267">
                                            <p:txEl>
                                              <p:pRg st="1" end="1"/>
                                            </p:txEl>
                                          </p:spTgt>
                                        </p:tgtEl>
                                        <p:attrNameLst>
                                          <p:attrName>style.visibility</p:attrName>
                                        </p:attrNameLst>
                                      </p:cBhvr>
                                      <p:to>
                                        <p:strVal val="visible"/>
                                      </p:to>
                                    </p:set>
                                    <p:animEffect transition="in" filter="wipe(left)">
                                      <p:cBhvr>
                                        <p:cTn id="12" dur="500"/>
                                        <p:tgtEl>
                                          <p:spTgt spid="1392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9268"/>
                                        </p:tgtEl>
                                        <p:attrNameLst>
                                          <p:attrName>style.visibility</p:attrName>
                                        </p:attrNameLst>
                                      </p:cBhvr>
                                      <p:to>
                                        <p:strVal val="visible"/>
                                      </p:to>
                                    </p:set>
                                    <p:animEffect transition="in" filter="wipe(left)">
                                      <p:cBhvr>
                                        <p:cTn id="17" dur="500"/>
                                        <p:tgtEl>
                                          <p:spTgt spid="1392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9267">
                                            <p:txEl>
                                              <p:pRg st="6" end="6"/>
                                            </p:txEl>
                                          </p:spTgt>
                                        </p:tgtEl>
                                        <p:attrNameLst>
                                          <p:attrName>style.visibility</p:attrName>
                                        </p:attrNameLst>
                                      </p:cBhvr>
                                      <p:to>
                                        <p:strVal val="visible"/>
                                      </p:to>
                                    </p:set>
                                    <p:animEffect transition="in" filter="wipe(left)">
                                      <p:cBhvr>
                                        <p:cTn id="22" dur="500"/>
                                        <p:tgtEl>
                                          <p:spTgt spid="139267">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9267">
                                            <p:txEl>
                                              <p:pRg st="7" end="7"/>
                                            </p:txEl>
                                          </p:spTgt>
                                        </p:tgtEl>
                                        <p:attrNameLst>
                                          <p:attrName>style.visibility</p:attrName>
                                        </p:attrNameLst>
                                      </p:cBhvr>
                                      <p:to>
                                        <p:strVal val="visible"/>
                                      </p:to>
                                    </p:set>
                                    <p:animEffect transition="in" filter="wipe(left)">
                                      <p:cBhvr>
                                        <p:cTn id="27" dur="500"/>
                                        <p:tgtEl>
                                          <p:spTgt spid="139267">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39270"/>
                                        </p:tgtEl>
                                        <p:attrNameLst>
                                          <p:attrName>style.visibility</p:attrName>
                                        </p:attrNameLst>
                                      </p:cBhvr>
                                      <p:to>
                                        <p:strVal val="visible"/>
                                      </p:to>
                                    </p:set>
                                    <p:animEffect transition="in" filter="wipe(left)">
                                      <p:cBhvr>
                                        <p:cTn id="32" dur="500"/>
                                        <p:tgtEl>
                                          <p:spTgt spid="13927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9267">
                                            <p:txEl>
                                              <p:pRg st="9" end="9"/>
                                            </p:txEl>
                                          </p:spTgt>
                                        </p:tgtEl>
                                        <p:attrNameLst>
                                          <p:attrName>style.visibility</p:attrName>
                                        </p:attrNameLst>
                                      </p:cBhvr>
                                      <p:to>
                                        <p:strVal val="visible"/>
                                      </p:to>
                                    </p:set>
                                    <p:animEffect transition="in" filter="wipe(left)">
                                      <p:cBhvr>
                                        <p:cTn id="37" dur="500"/>
                                        <p:tgtEl>
                                          <p:spTgt spid="13926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981200" y="457201"/>
            <a:ext cx="8229600" cy="955675"/>
          </a:xfrm>
        </p:spPr>
        <p:txBody>
          <a:bodyPr/>
          <a:lstStyle/>
          <a:p>
            <a:pPr algn="ctr" eaLnBrk="1" hangingPunct="1"/>
            <a:r>
              <a:rPr lang="zh-CN" altLang="en-US">
                <a:solidFill>
                  <a:srgbClr val="008000"/>
                </a:solidFill>
                <a:ea typeface="黑体" pitchFamily="2" charset="-122"/>
              </a:rPr>
              <a:t>一级</a:t>
            </a:r>
            <a:r>
              <a:rPr lang="en-US" altLang="zh-CN">
                <a:solidFill>
                  <a:srgbClr val="008000"/>
                </a:solidFill>
                <a:ea typeface="黑体" pitchFamily="2" charset="-122"/>
              </a:rPr>
              <a:t>F</a:t>
            </a:r>
            <a:r>
              <a:rPr lang="zh-CN" altLang="en-US">
                <a:solidFill>
                  <a:srgbClr val="008000"/>
                </a:solidFill>
                <a:ea typeface="黑体" pitchFamily="2" charset="-122"/>
              </a:rPr>
              <a:t>综合评判的步骤</a:t>
            </a:r>
          </a:p>
        </p:txBody>
      </p:sp>
      <p:sp>
        <p:nvSpPr>
          <p:cNvPr id="140291" name="Rectangle 3"/>
          <p:cNvSpPr>
            <a:spLocks noGrp="1" noChangeArrowheads="1"/>
          </p:cNvSpPr>
          <p:nvPr>
            <p:ph type="body" idx="1"/>
          </p:nvPr>
        </p:nvSpPr>
        <p:spPr>
          <a:xfrm>
            <a:off x="983432" y="1412876"/>
            <a:ext cx="9865096" cy="5328493"/>
          </a:xfrm>
        </p:spPr>
        <p:txBody>
          <a:bodyPr/>
          <a:lstStyle/>
          <a:p>
            <a:pPr marL="609600" indent="-609600" eaLnBrk="1" hangingPunct="1">
              <a:lnSpc>
                <a:spcPct val="110000"/>
              </a:lnSpc>
              <a:buNone/>
            </a:pPr>
            <a:r>
              <a:rPr lang="en-US" altLang="zh-CN" b="1" dirty="0">
                <a:solidFill>
                  <a:srgbClr val="F72603"/>
                </a:solidFill>
                <a:ea typeface="楷体_GB2312" pitchFamily="49" charset="-122"/>
              </a:rPr>
              <a:t>3. </a:t>
            </a:r>
            <a:r>
              <a:rPr lang="zh-CN" altLang="en-US" dirty="0">
                <a:solidFill>
                  <a:srgbClr val="F72603"/>
                </a:solidFill>
                <a:ea typeface="黑体" pitchFamily="2" charset="-122"/>
              </a:rPr>
              <a:t>确定因素重要程度</a:t>
            </a:r>
            <a:r>
              <a:rPr lang="en-US" altLang="zh-CN" dirty="0">
                <a:solidFill>
                  <a:srgbClr val="F72603"/>
                </a:solidFill>
                <a:ea typeface="黑体" pitchFamily="2" charset="-122"/>
              </a:rPr>
              <a:t>F</a:t>
            </a:r>
            <a:r>
              <a:rPr lang="zh-CN" altLang="en-US" dirty="0">
                <a:solidFill>
                  <a:srgbClr val="F72603"/>
                </a:solidFill>
                <a:ea typeface="黑体" pitchFamily="2" charset="-122"/>
              </a:rPr>
              <a:t>集</a:t>
            </a:r>
          </a:p>
          <a:p>
            <a:pPr marL="609600" indent="-609600" eaLnBrk="1" hangingPunct="1">
              <a:lnSpc>
                <a:spcPct val="110000"/>
              </a:lnSpc>
              <a:buNone/>
            </a:pPr>
            <a:r>
              <a:rPr lang="zh-CN" altLang="en-US" dirty="0">
                <a:ea typeface="黑体" pitchFamily="2" charset="-122"/>
              </a:rPr>
              <a:t>    </a:t>
            </a:r>
            <a:r>
              <a:rPr lang="zh-CN" altLang="en-US" sz="2800" dirty="0">
                <a:ea typeface="黑体" pitchFamily="2" charset="-122"/>
              </a:rPr>
              <a:t>给出各因素在总评价中的重要程度，即在因素论域</a:t>
            </a:r>
            <a:r>
              <a:rPr lang="en-US" altLang="zh-CN" sz="2800" dirty="0">
                <a:ea typeface="黑体" pitchFamily="2" charset="-122"/>
              </a:rPr>
              <a:t>U</a:t>
            </a:r>
            <a:r>
              <a:rPr lang="zh-CN" altLang="en-US" sz="2800" dirty="0">
                <a:ea typeface="黑体" pitchFamily="2" charset="-122"/>
              </a:rPr>
              <a:t>上给出一个</a:t>
            </a:r>
            <a:r>
              <a:rPr lang="en-US" altLang="zh-CN" sz="2800" dirty="0">
                <a:ea typeface="黑体" pitchFamily="2" charset="-122"/>
              </a:rPr>
              <a:t>F</a:t>
            </a:r>
            <a:r>
              <a:rPr lang="zh-CN" altLang="en-US" sz="2800" dirty="0">
                <a:ea typeface="黑体" pitchFamily="2" charset="-122"/>
              </a:rPr>
              <a:t>子集</a:t>
            </a:r>
            <a:r>
              <a:rPr lang="en-US" altLang="zh-CN" sz="2800" dirty="0">
                <a:ea typeface="黑体" pitchFamily="2" charset="-122"/>
              </a:rPr>
              <a:t>A</a:t>
            </a:r>
          </a:p>
          <a:p>
            <a:pPr marL="990600" lvl="1" indent="-533400" eaLnBrk="1" hangingPunct="1">
              <a:lnSpc>
                <a:spcPct val="110000"/>
              </a:lnSpc>
              <a:buNone/>
            </a:pPr>
            <a:r>
              <a:rPr lang="en-US" altLang="zh-CN" dirty="0">
                <a:solidFill>
                  <a:srgbClr val="3333FF"/>
                </a:solidFill>
                <a:ea typeface="黑体" pitchFamily="2" charset="-122"/>
              </a:rPr>
              <a:t>            A={a</a:t>
            </a:r>
            <a:r>
              <a:rPr lang="en-US" altLang="zh-CN" baseline="-25000" dirty="0">
                <a:solidFill>
                  <a:srgbClr val="3333FF"/>
                </a:solidFill>
                <a:ea typeface="黑体" pitchFamily="2" charset="-122"/>
              </a:rPr>
              <a:t>1</a:t>
            </a:r>
            <a:r>
              <a:rPr lang="en-US" altLang="zh-CN" dirty="0">
                <a:solidFill>
                  <a:srgbClr val="3333FF"/>
                </a:solidFill>
                <a:ea typeface="黑体" pitchFamily="2" charset="-122"/>
              </a:rPr>
              <a:t>,a</a:t>
            </a:r>
            <a:r>
              <a:rPr lang="en-US" altLang="zh-CN" baseline="-25000" dirty="0">
                <a:solidFill>
                  <a:srgbClr val="3333FF"/>
                </a:solidFill>
                <a:ea typeface="黑体" pitchFamily="2" charset="-122"/>
              </a:rPr>
              <a:t>2 </a:t>
            </a:r>
            <a:r>
              <a:rPr lang="en-US" altLang="zh-CN" dirty="0">
                <a:solidFill>
                  <a:srgbClr val="3333FF"/>
                </a:solidFill>
                <a:ea typeface="黑体" pitchFamily="2" charset="-122"/>
              </a:rPr>
              <a:t>,…,a</a:t>
            </a:r>
            <a:r>
              <a:rPr lang="en-US" altLang="zh-CN" baseline="-25000" dirty="0">
                <a:solidFill>
                  <a:srgbClr val="3333FF"/>
                </a:solidFill>
                <a:ea typeface="黑体" pitchFamily="2" charset="-122"/>
              </a:rPr>
              <a:t>m</a:t>
            </a:r>
            <a:r>
              <a:rPr lang="en-US" altLang="zh-CN" dirty="0">
                <a:solidFill>
                  <a:srgbClr val="3333FF"/>
                </a:solidFill>
                <a:ea typeface="黑体" pitchFamily="2" charset="-122"/>
              </a:rPr>
              <a:t>}</a:t>
            </a:r>
          </a:p>
          <a:p>
            <a:pPr marL="609600" indent="-609600" eaLnBrk="1" hangingPunct="1">
              <a:lnSpc>
                <a:spcPct val="110000"/>
              </a:lnSpc>
              <a:buNone/>
            </a:pPr>
            <a:r>
              <a:rPr lang="en-US" altLang="zh-CN" sz="2800" dirty="0">
                <a:ea typeface="黑体" pitchFamily="2" charset="-122"/>
              </a:rPr>
              <a:t>     </a:t>
            </a:r>
            <a:r>
              <a:rPr lang="zh-CN" altLang="en-US" sz="2800" dirty="0">
                <a:ea typeface="黑体" pitchFamily="2" charset="-122"/>
              </a:rPr>
              <a:t>其中，</a:t>
            </a:r>
            <a:r>
              <a:rPr lang="en-US" altLang="zh-CN" sz="2800" dirty="0" err="1">
                <a:ea typeface="黑体" pitchFamily="2" charset="-122"/>
              </a:rPr>
              <a:t>a</a:t>
            </a:r>
            <a:r>
              <a:rPr lang="en-US" altLang="zh-CN" sz="2800" baseline="-25000" dirty="0" err="1">
                <a:ea typeface="黑体" pitchFamily="2" charset="-122"/>
              </a:rPr>
              <a:t>i</a:t>
            </a:r>
            <a:r>
              <a:rPr lang="zh-CN" altLang="en-US" sz="2800" dirty="0">
                <a:ea typeface="黑体" pitchFamily="2" charset="-122"/>
              </a:rPr>
              <a:t>为因素</a:t>
            </a:r>
            <a:r>
              <a:rPr lang="en-US" altLang="zh-CN" sz="2800" dirty="0" err="1">
                <a:ea typeface="黑体" pitchFamily="2" charset="-122"/>
              </a:rPr>
              <a:t>u</a:t>
            </a:r>
            <a:r>
              <a:rPr lang="en-US" altLang="zh-CN" sz="2800" baseline="-25000" dirty="0" err="1">
                <a:ea typeface="黑体" pitchFamily="2" charset="-122"/>
              </a:rPr>
              <a:t>i</a:t>
            </a:r>
            <a:r>
              <a:rPr lang="en-US" altLang="zh-CN" sz="2800" dirty="0">
                <a:ea typeface="黑体" pitchFamily="2" charset="-122"/>
              </a:rPr>
              <a:t>(</a:t>
            </a:r>
            <a:r>
              <a:rPr lang="en-US" altLang="zh-CN" sz="2800" dirty="0" err="1">
                <a:ea typeface="黑体" pitchFamily="2" charset="-122"/>
              </a:rPr>
              <a:t>i</a:t>
            </a:r>
            <a:r>
              <a:rPr lang="en-US" altLang="zh-CN" sz="2800" dirty="0">
                <a:ea typeface="黑体" pitchFamily="2" charset="-122"/>
              </a:rPr>
              <a:t>=1,2,…m)</a:t>
            </a:r>
            <a:r>
              <a:rPr lang="zh-CN" altLang="en-US" sz="2800" dirty="0">
                <a:ea typeface="黑体" pitchFamily="2" charset="-122"/>
              </a:rPr>
              <a:t>在总评价中的影响程度大小的度量，在一定程度上也代表根据单因素</a:t>
            </a:r>
            <a:r>
              <a:rPr lang="en-US" altLang="zh-CN" sz="2800" dirty="0" err="1">
                <a:ea typeface="黑体" pitchFamily="2" charset="-122"/>
              </a:rPr>
              <a:t>u</a:t>
            </a:r>
            <a:r>
              <a:rPr lang="en-US" altLang="zh-CN" sz="2800" baseline="-25000" dirty="0" err="1">
                <a:ea typeface="黑体" pitchFamily="2" charset="-122"/>
              </a:rPr>
              <a:t>i</a:t>
            </a:r>
            <a:r>
              <a:rPr lang="zh-CN" altLang="en-US" sz="2800" dirty="0">
                <a:ea typeface="黑体" pitchFamily="2" charset="-122"/>
              </a:rPr>
              <a:t>评定等级的能力</a:t>
            </a:r>
            <a:r>
              <a:rPr lang="en-US" altLang="zh-CN" sz="2800" dirty="0">
                <a:ea typeface="黑体" pitchFamily="2" charset="-122"/>
              </a:rPr>
              <a:t>,</a:t>
            </a:r>
          </a:p>
          <a:p>
            <a:pPr marL="609600" indent="-609600" eaLnBrk="1" hangingPunct="1">
              <a:lnSpc>
                <a:spcPct val="110000"/>
              </a:lnSpc>
              <a:buNone/>
            </a:pPr>
            <a:r>
              <a:rPr lang="en-US" altLang="zh-CN" sz="2800" dirty="0">
                <a:ea typeface="黑体" pitchFamily="2" charset="-122"/>
              </a:rPr>
              <a:t>      </a:t>
            </a:r>
            <a:r>
              <a:rPr lang="zh-CN" altLang="en-US" sz="2800" dirty="0">
                <a:ea typeface="黑体" pitchFamily="2" charset="-122"/>
              </a:rPr>
              <a:t>我们称</a:t>
            </a:r>
            <a:r>
              <a:rPr lang="en-US" altLang="zh-CN" sz="2800" dirty="0">
                <a:solidFill>
                  <a:srgbClr val="3333FF"/>
                </a:solidFill>
                <a:ea typeface="黑体" pitchFamily="2" charset="-122"/>
              </a:rPr>
              <a:t>A</a:t>
            </a:r>
            <a:r>
              <a:rPr lang="zh-CN" altLang="en-US" sz="2800" dirty="0">
                <a:solidFill>
                  <a:srgbClr val="3333FF"/>
                </a:solidFill>
                <a:ea typeface="黑体" pitchFamily="2" charset="-122"/>
              </a:rPr>
              <a:t>为</a:t>
            </a:r>
            <a:r>
              <a:rPr lang="en-US" altLang="zh-CN" sz="2800" dirty="0">
                <a:solidFill>
                  <a:srgbClr val="3333FF"/>
                </a:solidFill>
                <a:ea typeface="黑体" pitchFamily="2" charset="-122"/>
              </a:rPr>
              <a:t>U</a:t>
            </a:r>
            <a:r>
              <a:rPr lang="zh-CN" altLang="en-US" sz="2800" dirty="0">
                <a:solidFill>
                  <a:srgbClr val="3333FF"/>
                </a:solidFill>
                <a:ea typeface="黑体" pitchFamily="2" charset="-122"/>
              </a:rPr>
              <a:t>上因素重要程度</a:t>
            </a:r>
            <a:r>
              <a:rPr lang="en-US" altLang="zh-CN" sz="2800" dirty="0">
                <a:solidFill>
                  <a:srgbClr val="3333FF"/>
                </a:solidFill>
                <a:ea typeface="黑体" pitchFamily="2" charset="-122"/>
              </a:rPr>
              <a:t>F</a:t>
            </a:r>
            <a:r>
              <a:rPr lang="zh-CN" altLang="en-US" sz="2800" dirty="0">
                <a:solidFill>
                  <a:srgbClr val="3333FF"/>
                </a:solidFill>
                <a:ea typeface="黑体" pitchFamily="2" charset="-122"/>
              </a:rPr>
              <a:t>子集</a:t>
            </a:r>
            <a:r>
              <a:rPr lang="zh-CN" altLang="en-US" sz="2800" dirty="0">
                <a:ea typeface="黑体" pitchFamily="2" charset="-122"/>
              </a:rPr>
              <a:t>，而称</a:t>
            </a:r>
            <a:r>
              <a:rPr lang="en-US" altLang="zh-CN" sz="2800" dirty="0" err="1">
                <a:solidFill>
                  <a:srgbClr val="3333FF"/>
                </a:solidFill>
                <a:ea typeface="黑体" pitchFamily="2" charset="-122"/>
              </a:rPr>
              <a:t>a</a:t>
            </a:r>
            <a:r>
              <a:rPr lang="en-US" altLang="zh-CN" sz="2800" baseline="-25000" dirty="0" err="1">
                <a:solidFill>
                  <a:srgbClr val="3333FF"/>
                </a:solidFill>
                <a:ea typeface="黑体" pitchFamily="2" charset="-122"/>
              </a:rPr>
              <a:t>i</a:t>
            </a:r>
            <a:r>
              <a:rPr lang="zh-CN" altLang="en-US" sz="2800" dirty="0">
                <a:solidFill>
                  <a:srgbClr val="3333FF"/>
                </a:solidFill>
                <a:ea typeface="黑体" pitchFamily="2" charset="-122"/>
              </a:rPr>
              <a:t>为因素</a:t>
            </a:r>
            <a:r>
              <a:rPr lang="en-US" altLang="zh-CN" sz="2800" dirty="0" err="1">
                <a:solidFill>
                  <a:srgbClr val="3333FF"/>
                </a:solidFill>
                <a:ea typeface="黑体" pitchFamily="2" charset="-122"/>
              </a:rPr>
              <a:t>u</a:t>
            </a:r>
            <a:r>
              <a:rPr lang="en-US" altLang="zh-CN" sz="2800" baseline="-25000" dirty="0" err="1">
                <a:solidFill>
                  <a:srgbClr val="3333FF"/>
                </a:solidFill>
                <a:ea typeface="黑体" pitchFamily="2" charset="-122"/>
              </a:rPr>
              <a:t>i</a:t>
            </a:r>
            <a:r>
              <a:rPr lang="zh-CN" altLang="en-US" sz="2800" dirty="0">
                <a:solidFill>
                  <a:srgbClr val="3333FF"/>
                </a:solidFill>
                <a:ea typeface="黑体" pitchFamily="2" charset="-122"/>
              </a:rPr>
              <a:t>的重要程度系数。</a:t>
            </a:r>
          </a:p>
          <a:p>
            <a:pPr marL="990600" lvl="1" indent="-533400" eaLnBrk="1" hangingPunct="1">
              <a:lnSpc>
                <a:spcPct val="110000"/>
              </a:lnSpc>
              <a:buNone/>
            </a:pPr>
            <a:r>
              <a:rPr lang="en-US" altLang="zh-CN" sz="3200" b="1" dirty="0">
                <a:solidFill>
                  <a:srgbClr val="008000"/>
                </a:solidFill>
                <a:ea typeface="华文楷体" pitchFamily="2" charset="-122"/>
              </a:rPr>
              <a:t>A</a:t>
            </a:r>
            <a:r>
              <a:rPr lang="zh-CN" altLang="en-US" sz="3200" b="1" dirty="0">
                <a:solidFill>
                  <a:srgbClr val="008000"/>
                </a:solidFill>
                <a:ea typeface="华文楷体" pitchFamily="2" charset="-122"/>
              </a:rPr>
              <a:t>的确定方法在后面介绍。</a:t>
            </a:r>
          </a:p>
        </p:txBody>
      </p:sp>
      <p:sp>
        <p:nvSpPr>
          <p:cNvPr id="2" name="灯片编号占位符 1">
            <a:extLst>
              <a:ext uri="{FF2B5EF4-FFF2-40B4-BE49-F238E27FC236}">
                <a16:creationId xmlns:a16="http://schemas.microsoft.com/office/drawing/2014/main" id="{CC42BB00-2BD6-3059-47AB-B1E6CAAB98B2}"/>
              </a:ext>
            </a:extLst>
          </p:cNvPr>
          <p:cNvSpPr>
            <a:spLocks noGrp="1"/>
          </p:cNvSpPr>
          <p:nvPr>
            <p:ph type="sldNum" sz="quarter" idx="11"/>
          </p:nvPr>
        </p:nvSpPr>
        <p:spPr/>
        <p:txBody>
          <a:bodyPr/>
          <a:lstStyle/>
          <a:p>
            <a:pPr>
              <a:defRPr/>
            </a:pPr>
            <a:fld id="{EF24B7D7-F746-4E05-9A11-DD4FB4529D5B}" type="slidenum">
              <a:rPr lang="en-US" altLang="zh-CN" smtClean="0"/>
              <a:pPr>
                <a:defRPr/>
              </a:pPr>
              <a:t>40</a:t>
            </a:fld>
            <a:endParaRPr lang="en-US" altLang="zh-CN"/>
          </a:p>
        </p:txBody>
      </p:sp>
    </p:spTree>
    <p:extLst>
      <p:ext uri="{BB962C8B-B14F-4D97-AF65-F5344CB8AC3E}">
        <p14:creationId xmlns:p14="http://schemas.microsoft.com/office/powerpoint/2010/main" val="42170935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wipe(left)">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wipe(left)">
                                      <p:cBhvr>
                                        <p:cTn id="12" dur="500"/>
                                        <p:tgtEl>
                                          <p:spTgt spid="140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wipe(left)">
                                      <p:cBhvr>
                                        <p:cTn id="17" dur="500"/>
                                        <p:tgtEl>
                                          <p:spTgt spid="140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wipe(left)">
                                      <p:cBhvr>
                                        <p:cTn id="22" dur="500"/>
                                        <p:tgtEl>
                                          <p:spTgt spid="140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0291">
                                            <p:txEl>
                                              <p:pRg st="4" end="4"/>
                                            </p:txEl>
                                          </p:spTgt>
                                        </p:tgtEl>
                                        <p:attrNameLst>
                                          <p:attrName>style.visibility</p:attrName>
                                        </p:attrNameLst>
                                      </p:cBhvr>
                                      <p:to>
                                        <p:strVal val="visible"/>
                                      </p:to>
                                    </p:set>
                                    <p:animEffect transition="in" filter="wipe(left)">
                                      <p:cBhvr>
                                        <p:cTn id="27" dur="500"/>
                                        <p:tgtEl>
                                          <p:spTgt spid="1402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0291">
                                            <p:txEl>
                                              <p:pRg st="5" end="5"/>
                                            </p:txEl>
                                          </p:spTgt>
                                        </p:tgtEl>
                                        <p:attrNameLst>
                                          <p:attrName>style.visibility</p:attrName>
                                        </p:attrNameLst>
                                      </p:cBhvr>
                                      <p:to>
                                        <p:strVal val="visible"/>
                                      </p:to>
                                    </p:set>
                                    <p:animEffect transition="in" filter="wipe(left)">
                                      <p:cBhvr>
                                        <p:cTn id="32" dur="500"/>
                                        <p:tgtEl>
                                          <p:spTgt spid="1402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22" name="Rectangle 10"/>
          <p:cNvSpPr>
            <a:spLocks noChangeArrowheads="1"/>
          </p:cNvSpPr>
          <p:nvPr/>
        </p:nvSpPr>
        <p:spPr bwMode="auto">
          <a:xfrm>
            <a:off x="6888088" y="6021388"/>
            <a:ext cx="1223962" cy="647700"/>
          </a:xfrm>
          <a:prstGeom prst="rect">
            <a:avLst/>
          </a:prstGeom>
          <a:solidFill>
            <a:srgbClr val="BDFB9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1" name="Rectangle 2"/>
          <p:cNvSpPr>
            <a:spLocks noGrp="1" noChangeArrowheads="1"/>
          </p:cNvSpPr>
          <p:nvPr>
            <p:ph type="title"/>
          </p:nvPr>
        </p:nvSpPr>
        <p:spPr>
          <a:xfrm>
            <a:off x="1992313" y="333375"/>
            <a:ext cx="8077200" cy="914400"/>
          </a:xfrm>
        </p:spPr>
        <p:txBody>
          <a:bodyPr/>
          <a:lstStyle/>
          <a:p>
            <a:pPr algn="ctr" eaLnBrk="1" hangingPunct="1"/>
            <a:r>
              <a:rPr lang="zh-CN" altLang="en-US">
                <a:solidFill>
                  <a:srgbClr val="008000"/>
                </a:solidFill>
                <a:ea typeface="黑体" pitchFamily="2" charset="-122"/>
              </a:rPr>
              <a:t>一级</a:t>
            </a:r>
            <a:r>
              <a:rPr lang="en-US" altLang="zh-CN">
                <a:solidFill>
                  <a:srgbClr val="008000"/>
                </a:solidFill>
                <a:ea typeface="黑体" pitchFamily="2" charset="-122"/>
              </a:rPr>
              <a:t>F</a:t>
            </a:r>
            <a:r>
              <a:rPr lang="zh-CN" altLang="en-US">
                <a:solidFill>
                  <a:srgbClr val="008000"/>
                </a:solidFill>
                <a:ea typeface="黑体" pitchFamily="2" charset="-122"/>
              </a:rPr>
              <a:t>综合评判的步骤</a:t>
            </a:r>
          </a:p>
        </p:txBody>
      </p:sp>
      <p:sp>
        <p:nvSpPr>
          <p:cNvPr id="141315" name="Rectangle 3"/>
          <p:cNvSpPr>
            <a:spLocks noGrp="1" noChangeArrowheads="1"/>
          </p:cNvSpPr>
          <p:nvPr>
            <p:ph type="body" sz="half" idx="1"/>
          </p:nvPr>
        </p:nvSpPr>
        <p:spPr>
          <a:xfrm>
            <a:off x="983432" y="1268414"/>
            <a:ext cx="9865096" cy="5589587"/>
          </a:xfrm>
        </p:spPr>
        <p:txBody>
          <a:bodyPr/>
          <a:lstStyle/>
          <a:p>
            <a:pPr marL="609600" indent="-609600" eaLnBrk="1" hangingPunct="1">
              <a:buNone/>
              <a:defRPr/>
            </a:pPr>
            <a:r>
              <a:rPr lang="en-US" altLang="zh-CN" sz="2800" b="1" dirty="0">
                <a:solidFill>
                  <a:srgbClr val="F72603"/>
                </a:solidFill>
                <a:ea typeface="楷体_GB2312" pitchFamily="49" charset="-122"/>
              </a:rPr>
              <a:t>4.  </a:t>
            </a:r>
            <a:r>
              <a:rPr lang="zh-CN" altLang="en-US" sz="2800" dirty="0">
                <a:solidFill>
                  <a:srgbClr val="F72603"/>
                </a:solidFill>
                <a:ea typeface="黑体" pitchFamily="49" charset="-122"/>
              </a:rPr>
              <a:t>确定综合评价模型，求出</a:t>
            </a:r>
            <a:r>
              <a:rPr lang="en-US" altLang="zh-CN" sz="2800" dirty="0">
                <a:solidFill>
                  <a:srgbClr val="F72603"/>
                </a:solidFill>
                <a:ea typeface="黑体" pitchFamily="49" charset="-122"/>
              </a:rPr>
              <a:t>F</a:t>
            </a:r>
            <a:r>
              <a:rPr lang="zh-CN" altLang="en-US" sz="2800" dirty="0">
                <a:solidFill>
                  <a:srgbClr val="F72603"/>
                </a:solidFill>
                <a:ea typeface="黑体" pitchFamily="49" charset="-122"/>
              </a:rPr>
              <a:t>综合评价集</a:t>
            </a:r>
          </a:p>
          <a:p>
            <a:pPr marL="609600" indent="-609600" eaLnBrk="1" hangingPunct="1">
              <a:buNone/>
              <a:defRPr/>
            </a:pPr>
            <a:r>
              <a:rPr lang="zh-CN" altLang="en-US" sz="2400" dirty="0">
                <a:ea typeface="黑体" pitchFamily="2" charset="-122"/>
              </a:rPr>
              <a:t>      当</a:t>
            </a:r>
            <a:r>
              <a:rPr lang="zh-CN" altLang="en-US" sz="2400" u="sng" dirty="0">
                <a:solidFill>
                  <a:srgbClr val="008000"/>
                </a:solidFill>
                <a:ea typeface="黑体" pitchFamily="2" charset="-122"/>
              </a:rPr>
              <a:t>因素重要程度</a:t>
            </a:r>
            <a:r>
              <a:rPr lang="en-US" altLang="zh-CN" sz="2400" u="sng" dirty="0">
                <a:solidFill>
                  <a:srgbClr val="008000"/>
                </a:solidFill>
                <a:ea typeface="黑体" pitchFamily="2" charset="-122"/>
              </a:rPr>
              <a:t>F</a:t>
            </a:r>
            <a:r>
              <a:rPr lang="zh-CN" altLang="en-US" sz="2400" u="sng" dirty="0">
                <a:solidFill>
                  <a:srgbClr val="008000"/>
                </a:solidFill>
                <a:ea typeface="黑体" pitchFamily="2" charset="-122"/>
              </a:rPr>
              <a:t>集</a:t>
            </a:r>
            <a:r>
              <a:rPr lang="en-US" altLang="zh-CN" sz="2400" u="sng" dirty="0">
                <a:solidFill>
                  <a:srgbClr val="008000"/>
                </a:solidFill>
                <a:ea typeface="黑体" pitchFamily="2" charset="-122"/>
              </a:rPr>
              <a:t>A</a:t>
            </a:r>
            <a:r>
              <a:rPr lang="zh-CN" altLang="en-US" sz="2400" dirty="0">
                <a:ea typeface="黑体" pitchFamily="2" charset="-122"/>
              </a:rPr>
              <a:t>和</a:t>
            </a:r>
            <a:r>
              <a:rPr lang="zh-CN" altLang="en-US" sz="2400" u="sng" dirty="0">
                <a:solidFill>
                  <a:srgbClr val="008000"/>
                </a:solidFill>
                <a:ea typeface="黑体" pitchFamily="2" charset="-122"/>
              </a:rPr>
              <a:t>综合评判矩阵</a:t>
            </a:r>
            <a:r>
              <a:rPr lang="en-US" altLang="zh-CN" sz="2400" u="sng" dirty="0">
                <a:solidFill>
                  <a:srgbClr val="008000"/>
                </a:solidFill>
                <a:ea typeface="黑体" pitchFamily="2" charset="-122"/>
              </a:rPr>
              <a:t>R</a:t>
            </a:r>
            <a:r>
              <a:rPr lang="zh-CN" altLang="en-US" sz="2400" dirty="0">
                <a:ea typeface="黑体" pitchFamily="2" charset="-122"/>
              </a:rPr>
              <a:t>已知时，通过</a:t>
            </a:r>
            <a:r>
              <a:rPr lang="en-US" altLang="zh-CN" sz="2400" dirty="0">
                <a:ea typeface="黑体" pitchFamily="2" charset="-122"/>
              </a:rPr>
              <a:t>R</a:t>
            </a:r>
            <a:r>
              <a:rPr lang="zh-CN" altLang="en-US" sz="2400" dirty="0">
                <a:ea typeface="黑体" pitchFamily="2" charset="-122"/>
              </a:rPr>
              <a:t>作</a:t>
            </a:r>
            <a:r>
              <a:rPr lang="en-US" altLang="zh-CN" sz="2400" dirty="0">
                <a:ea typeface="黑体" pitchFamily="2" charset="-122"/>
              </a:rPr>
              <a:t>F</a:t>
            </a:r>
            <a:r>
              <a:rPr lang="zh-CN" altLang="en-US" sz="2400" dirty="0">
                <a:ea typeface="黑体" pitchFamily="2" charset="-122"/>
              </a:rPr>
              <a:t>线性变换，把</a:t>
            </a:r>
            <a:r>
              <a:rPr lang="en-US" altLang="zh-CN" sz="2400" dirty="0">
                <a:ea typeface="黑体" pitchFamily="2" charset="-122"/>
              </a:rPr>
              <a:t>A</a:t>
            </a:r>
            <a:r>
              <a:rPr lang="zh-CN" altLang="en-US" sz="2400" dirty="0">
                <a:ea typeface="黑体" pitchFamily="2" charset="-122"/>
              </a:rPr>
              <a:t>变换为评语集</a:t>
            </a:r>
            <a:r>
              <a:rPr lang="en-US" altLang="zh-CN" sz="2400" dirty="0">
                <a:ea typeface="黑体" pitchFamily="2" charset="-122"/>
              </a:rPr>
              <a:t>V</a:t>
            </a:r>
            <a:r>
              <a:rPr lang="zh-CN" altLang="en-US" sz="2400" dirty="0">
                <a:ea typeface="黑体" pitchFamily="2" charset="-122"/>
              </a:rPr>
              <a:t>上的</a:t>
            </a:r>
            <a:r>
              <a:rPr lang="en-US" altLang="zh-CN" sz="2400" dirty="0">
                <a:ea typeface="黑体" pitchFamily="2" charset="-122"/>
              </a:rPr>
              <a:t>F</a:t>
            </a:r>
            <a:r>
              <a:rPr lang="zh-CN" altLang="en-US" sz="2400" dirty="0">
                <a:ea typeface="黑体" pitchFamily="2" charset="-122"/>
              </a:rPr>
              <a:t>子集：</a:t>
            </a:r>
          </a:p>
          <a:p>
            <a:pPr marL="609600" indent="-609600" eaLnBrk="1" hangingPunct="1">
              <a:buNone/>
              <a:defRPr/>
            </a:pPr>
            <a:r>
              <a:rPr lang="zh-CN" altLang="en-US" sz="2800" dirty="0">
                <a:solidFill>
                  <a:srgbClr val="008000"/>
                </a:solidFill>
                <a:ea typeface="黑体" pitchFamily="2" charset="-122"/>
              </a:rPr>
              <a:t>                 </a:t>
            </a:r>
            <a:r>
              <a:rPr lang="en-US" altLang="zh-CN" sz="2800" dirty="0">
                <a:solidFill>
                  <a:srgbClr val="CC00CC"/>
                </a:solidFill>
                <a:ea typeface="黑体" pitchFamily="2" charset="-122"/>
              </a:rPr>
              <a:t>B=A</a:t>
            </a:r>
            <a:r>
              <a:rPr lang="zh-CN" altLang="en-US" sz="2800" dirty="0">
                <a:solidFill>
                  <a:srgbClr val="CC00CC"/>
                </a:solidFill>
                <a:latin typeface="黑体" pitchFamily="2" charset="-122"/>
                <a:ea typeface="黑体" pitchFamily="2" charset="-122"/>
              </a:rPr>
              <a:t>*</a:t>
            </a:r>
            <a:r>
              <a:rPr lang="en-US" altLang="zh-CN" sz="2800" dirty="0">
                <a:solidFill>
                  <a:srgbClr val="CC00CC"/>
                </a:solidFill>
              </a:rPr>
              <a:t>R=</a:t>
            </a:r>
            <a:r>
              <a:rPr lang="zh-CN" altLang="en-US" sz="2800" dirty="0">
                <a:solidFill>
                  <a:srgbClr val="CC00CC"/>
                </a:solidFill>
              </a:rPr>
              <a:t>（</a:t>
            </a:r>
            <a:r>
              <a:rPr lang="en-US" altLang="zh-CN" sz="2800" dirty="0">
                <a:solidFill>
                  <a:srgbClr val="CC00CC"/>
                </a:solidFill>
              </a:rPr>
              <a:t>b</a:t>
            </a:r>
            <a:r>
              <a:rPr lang="en-US" altLang="zh-CN" sz="2800" baseline="-25000" dirty="0">
                <a:solidFill>
                  <a:srgbClr val="CC00CC"/>
                </a:solidFill>
                <a:ea typeface="黑体" pitchFamily="2" charset="-122"/>
              </a:rPr>
              <a:t>1</a:t>
            </a:r>
            <a:r>
              <a:rPr lang="en-US" altLang="zh-CN" sz="2800" dirty="0">
                <a:solidFill>
                  <a:srgbClr val="CC00CC"/>
                </a:solidFill>
                <a:ea typeface="黑体" pitchFamily="2" charset="-122"/>
              </a:rPr>
              <a:t>,b</a:t>
            </a:r>
            <a:r>
              <a:rPr lang="en-US" altLang="zh-CN" sz="2800" baseline="-25000" dirty="0">
                <a:solidFill>
                  <a:srgbClr val="CC00CC"/>
                </a:solidFill>
                <a:ea typeface="黑体" pitchFamily="2" charset="-122"/>
              </a:rPr>
              <a:t>2 </a:t>
            </a:r>
            <a:r>
              <a:rPr lang="en-US" altLang="zh-CN" sz="2800" dirty="0">
                <a:solidFill>
                  <a:srgbClr val="CC00CC"/>
                </a:solidFill>
                <a:ea typeface="黑体" pitchFamily="2" charset="-122"/>
              </a:rPr>
              <a:t>,…,</a:t>
            </a:r>
            <a:r>
              <a:rPr lang="en-US" altLang="zh-CN" sz="2800" dirty="0" err="1">
                <a:solidFill>
                  <a:srgbClr val="CC00CC"/>
                </a:solidFill>
                <a:ea typeface="黑体" pitchFamily="2" charset="-122"/>
              </a:rPr>
              <a:t>b</a:t>
            </a:r>
            <a:r>
              <a:rPr lang="en-US" altLang="zh-CN" sz="2800" baseline="-25000" dirty="0" err="1">
                <a:solidFill>
                  <a:srgbClr val="CC00CC"/>
                </a:solidFill>
                <a:ea typeface="黑体" pitchFamily="2" charset="-122"/>
              </a:rPr>
              <a:t>n</a:t>
            </a:r>
            <a:r>
              <a:rPr lang="zh-CN" altLang="en-US" sz="2800" dirty="0">
                <a:solidFill>
                  <a:srgbClr val="CC00CC"/>
                </a:solidFill>
                <a:ea typeface="黑体" pitchFamily="2" charset="-122"/>
              </a:rPr>
              <a:t>）</a:t>
            </a:r>
          </a:p>
          <a:p>
            <a:pPr marL="609600" indent="-609600" eaLnBrk="1" hangingPunct="1">
              <a:buNone/>
              <a:defRPr/>
            </a:pPr>
            <a:r>
              <a:rPr lang="zh-CN" altLang="en-US" sz="2400" dirty="0">
                <a:latin typeface="黑体" pitchFamily="2" charset="-122"/>
                <a:ea typeface="黑体" pitchFamily="2" charset="-122"/>
              </a:rPr>
              <a:t>    其中</a:t>
            </a:r>
            <a:r>
              <a:rPr lang="zh-CN" altLang="en-US" sz="2400" dirty="0">
                <a:solidFill>
                  <a:srgbClr val="CC00CC"/>
                </a:solidFill>
                <a:latin typeface="黑体" pitchFamily="2" charset="-122"/>
                <a:ea typeface="黑体" pitchFamily="2" charset="-122"/>
              </a:rPr>
              <a:t>，</a:t>
            </a:r>
            <a:r>
              <a:rPr lang="zh-CN" altLang="en-US" sz="2400" dirty="0">
                <a:solidFill>
                  <a:srgbClr val="CC00CC"/>
                </a:solidFill>
                <a:ea typeface="黑体" pitchFamily="2" charset="-122"/>
              </a:rPr>
              <a:t>“</a:t>
            </a:r>
            <a:r>
              <a:rPr lang="zh-CN" altLang="en-US" sz="2400" dirty="0">
                <a:solidFill>
                  <a:srgbClr val="CC00CC"/>
                </a:solidFill>
                <a:latin typeface="黑体" pitchFamily="2" charset="-122"/>
                <a:ea typeface="黑体" pitchFamily="2" charset="-122"/>
              </a:rPr>
              <a:t>*</a:t>
            </a:r>
            <a:r>
              <a:rPr lang="zh-CN" altLang="en-US" sz="2400" dirty="0">
                <a:solidFill>
                  <a:srgbClr val="CC00CC"/>
                </a:solidFill>
                <a:ea typeface="黑体" pitchFamily="2" charset="-122"/>
              </a:rPr>
              <a:t>”</a:t>
            </a:r>
            <a:r>
              <a:rPr lang="zh-CN" altLang="en-US" sz="2400" dirty="0">
                <a:solidFill>
                  <a:srgbClr val="CC00CC"/>
                </a:solidFill>
                <a:latin typeface="黑体" pitchFamily="2" charset="-122"/>
                <a:ea typeface="黑体" pitchFamily="2" charset="-122"/>
              </a:rPr>
              <a:t>表示</a:t>
            </a:r>
            <a:r>
              <a:rPr lang="zh-CN" altLang="en-US" sz="2400" u="sng" dirty="0">
                <a:solidFill>
                  <a:srgbClr val="CC00CC"/>
                </a:solidFill>
                <a:latin typeface="黑体" pitchFamily="2" charset="-122"/>
                <a:ea typeface="黑体" pitchFamily="2" charset="-122"/>
              </a:rPr>
              <a:t>广义</a:t>
            </a:r>
            <a:r>
              <a:rPr lang="en-US" altLang="zh-CN" sz="2400" u="sng" dirty="0">
                <a:solidFill>
                  <a:srgbClr val="CC00CC"/>
                </a:solidFill>
                <a:latin typeface="黑体" pitchFamily="2" charset="-122"/>
                <a:ea typeface="黑体" pitchFamily="2" charset="-122"/>
              </a:rPr>
              <a:t>F</a:t>
            </a:r>
            <a:r>
              <a:rPr lang="zh-CN" altLang="en-US" sz="2400" u="sng" dirty="0">
                <a:solidFill>
                  <a:srgbClr val="CC00CC"/>
                </a:solidFill>
                <a:latin typeface="黑体" pitchFamily="2" charset="-122"/>
                <a:ea typeface="黑体" pitchFamily="2" charset="-122"/>
              </a:rPr>
              <a:t>合成运算</a:t>
            </a:r>
            <a:r>
              <a:rPr lang="zh-CN" altLang="en-US" sz="2400" dirty="0">
                <a:latin typeface="黑体" pitchFamily="2" charset="-122"/>
                <a:ea typeface="黑体" pitchFamily="2" charset="-122"/>
              </a:rPr>
              <a:t>，即</a:t>
            </a:r>
          </a:p>
          <a:p>
            <a:pPr marL="609600" indent="-609600" eaLnBrk="1" hangingPunct="1">
              <a:buNone/>
              <a:defRPr/>
            </a:pPr>
            <a:endParaRPr lang="zh-CN" altLang="en-US" sz="2400" dirty="0">
              <a:latin typeface="黑体" pitchFamily="2" charset="-122"/>
              <a:ea typeface="黑体" pitchFamily="2" charset="-122"/>
            </a:endParaRPr>
          </a:p>
          <a:p>
            <a:pPr marL="609600" indent="-609600" eaLnBrk="1" hangingPunct="1">
              <a:buNone/>
              <a:defRPr/>
            </a:pPr>
            <a:endParaRPr lang="zh-CN" altLang="en-US" sz="3600" dirty="0">
              <a:latin typeface="黑体" pitchFamily="2" charset="-122"/>
              <a:ea typeface="黑体" pitchFamily="2" charset="-122"/>
            </a:endParaRPr>
          </a:p>
          <a:p>
            <a:pPr marL="609600" indent="-609600" eaLnBrk="1" hangingPunct="1">
              <a:buNone/>
              <a:defRPr/>
            </a:pPr>
            <a:r>
              <a:rPr lang="zh-CN" altLang="en-US" sz="2400" dirty="0">
                <a:ea typeface="黑体" pitchFamily="2" charset="-122"/>
              </a:rPr>
              <a:t>   这里 </a:t>
            </a:r>
            <a:r>
              <a:rPr lang="zh-CN" altLang="en-US" sz="2400" dirty="0">
                <a:solidFill>
                  <a:srgbClr val="CC00CC"/>
                </a:solidFill>
                <a:ea typeface="黑体" pitchFamily="2" charset="-122"/>
              </a:rPr>
              <a:t>“   ”：广义</a:t>
            </a:r>
            <a:r>
              <a:rPr lang="en-US" altLang="zh-CN" sz="2400" dirty="0">
                <a:solidFill>
                  <a:srgbClr val="CC00CC"/>
                </a:solidFill>
                <a:ea typeface="黑体" pitchFamily="2" charset="-122"/>
              </a:rPr>
              <a:t>F“</a:t>
            </a:r>
            <a:r>
              <a:rPr lang="zh-CN" altLang="en-US" sz="2400" dirty="0">
                <a:solidFill>
                  <a:srgbClr val="CC00CC"/>
                </a:solidFill>
                <a:ea typeface="黑体" pitchFamily="2" charset="-122"/>
              </a:rPr>
              <a:t>与”运算，“    ”：广义</a:t>
            </a:r>
            <a:r>
              <a:rPr lang="en-US" altLang="zh-CN" sz="2400" dirty="0">
                <a:solidFill>
                  <a:srgbClr val="CC00CC"/>
                </a:solidFill>
                <a:ea typeface="黑体" pitchFamily="2" charset="-122"/>
              </a:rPr>
              <a:t>F“</a:t>
            </a:r>
            <a:r>
              <a:rPr lang="zh-CN" altLang="en-US" sz="2400" dirty="0">
                <a:solidFill>
                  <a:srgbClr val="CC00CC"/>
                </a:solidFill>
                <a:ea typeface="黑体" pitchFamily="2" charset="-122"/>
              </a:rPr>
              <a:t>或”运算</a:t>
            </a:r>
          </a:p>
          <a:p>
            <a:pPr marL="609600" indent="-609600" eaLnBrk="1" hangingPunct="1">
              <a:buNone/>
              <a:defRPr/>
            </a:pPr>
            <a:r>
              <a:rPr lang="zh-CN" altLang="en-US" sz="2400" b="1" dirty="0">
                <a:solidFill>
                  <a:srgbClr val="3333FF"/>
                </a:solidFill>
                <a:ea typeface="华文楷体" pitchFamily="2" charset="-122"/>
              </a:rPr>
              <a:t>     称</a:t>
            </a:r>
            <a:r>
              <a:rPr lang="en-US" altLang="zh-CN" sz="2400" b="1" dirty="0">
                <a:solidFill>
                  <a:srgbClr val="3333FF"/>
                </a:solidFill>
                <a:ea typeface="华文楷体" pitchFamily="2" charset="-122"/>
              </a:rPr>
              <a:t>B</a:t>
            </a:r>
            <a:r>
              <a:rPr lang="zh-CN" altLang="en-US" sz="2400" b="1" dirty="0">
                <a:solidFill>
                  <a:srgbClr val="3333FF"/>
                </a:solidFill>
                <a:ea typeface="华文楷体" pitchFamily="2" charset="-122"/>
              </a:rPr>
              <a:t>为评语集</a:t>
            </a:r>
            <a:r>
              <a:rPr lang="en-US" altLang="zh-CN" sz="2400" b="1" dirty="0">
                <a:solidFill>
                  <a:srgbClr val="3333FF"/>
                </a:solidFill>
                <a:ea typeface="华文楷体" pitchFamily="2" charset="-122"/>
              </a:rPr>
              <a:t>V</a:t>
            </a:r>
            <a:r>
              <a:rPr lang="zh-CN" altLang="en-US" sz="2400" b="1" dirty="0">
                <a:solidFill>
                  <a:srgbClr val="3333FF"/>
                </a:solidFill>
                <a:ea typeface="华文楷体" pitchFamily="2" charset="-122"/>
              </a:rPr>
              <a:t>上的</a:t>
            </a:r>
            <a:r>
              <a:rPr lang="en-US" altLang="zh-CN" sz="2400" b="1" u="sng" dirty="0">
                <a:solidFill>
                  <a:srgbClr val="3333FF"/>
                </a:solidFill>
                <a:ea typeface="华文楷体" pitchFamily="2" charset="-122"/>
              </a:rPr>
              <a:t>F</a:t>
            </a:r>
            <a:r>
              <a:rPr lang="zh-CN" altLang="en-US" sz="2400" b="1" u="sng" dirty="0">
                <a:solidFill>
                  <a:srgbClr val="3333FF"/>
                </a:solidFill>
                <a:ea typeface="华文楷体" pitchFamily="2" charset="-122"/>
              </a:rPr>
              <a:t>综合评价集</a:t>
            </a:r>
            <a:r>
              <a:rPr lang="zh-CN" altLang="en-US" sz="2400" b="1" dirty="0">
                <a:solidFill>
                  <a:srgbClr val="3333FF"/>
                </a:solidFill>
                <a:ea typeface="华文楷体" pitchFamily="2" charset="-122"/>
              </a:rPr>
              <a:t>，</a:t>
            </a:r>
            <a:r>
              <a:rPr lang="en-US" altLang="zh-CN" sz="2400" b="1" dirty="0" err="1">
                <a:solidFill>
                  <a:srgbClr val="3333FF"/>
                </a:solidFill>
                <a:ea typeface="华文楷体" pitchFamily="2" charset="-122"/>
              </a:rPr>
              <a:t>b</a:t>
            </a:r>
            <a:r>
              <a:rPr lang="en-US" altLang="zh-CN" sz="2400" b="1" baseline="-25000" dirty="0" err="1">
                <a:solidFill>
                  <a:srgbClr val="3333FF"/>
                </a:solidFill>
                <a:ea typeface="华文楷体" pitchFamily="2" charset="-122"/>
              </a:rPr>
              <a:t>j</a:t>
            </a:r>
            <a:r>
              <a:rPr lang="en-US" altLang="zh-CN" sz="2400" b="1" dirty="0">
                <a:solidFill>
                  <a:srgbClr val="3333FF"/>
                </a:solidFill>
                <a:ea typeface="华文楷体" pitchFamily="2" charset="-122"/>
              </a:rPr>
              <a:t>(j=1,2,…,n)</a:t>
            </a:r>
            <a:r>
              <a:rPr lang="zh-CN" altLang="en-US" sz="2400" b="1" dirty="0">
                <a:solidFill>
                  <a:srgbClr val="3333FF"/>
                </a:solidFill>
                <a:ea typeface="华文楷体" pitchFamily="2" charset="-122"/>
              </a:rPr>
              <a:t>为等级（评语）</a:t>
            </a:r>
            <a:r>
              <a:rPr lang="en-US" altLang="zh-CN" sz="2400" b="1" dirty="0" err="1">
                <a:solidFill>
                  <a:srgbClr val="3333FF"/>
                </a:solidFill>
                <a:ea typeface="华文楷体" pitchFamily="2" charset="-122"/>
              </a:rPr>
              <a:t>v</a:t>
            </a:r>
            <a:r>
              <a:rPr lang="en-US" altLang="zh-CN" sz="2400" b="1" baseline="-25000" dirty="0" err="1">
                <a:solidFill>
                  <a:srgbClr val="3333FF"/>
                </a:solidFill>
                <a:ea typeface="华文楷体" pitchFamily="2" charset="-122"/>
              </a:rPr>
              <a:t>j</a:t>
            </a:r>
            <a:r>
              <a:rPr lang="zh-CN" altLang="en-US" sz="2400" b="1" dirty="0">
                <a:solidFill>
                  <a:srgbClr val="3333FF"/>
                </a:solidFill>
                <a:ea typeface="华文楷体" pitchFamily="2" charset="-122"/>
              </a:rPr>
              <a:t>对综合评判评价集</a:t>
            </a:r>
            <a:r>
              <a:rPr lang="en-US" altLang="zh-CN" sz="2400" b="1" dirty="0">
                <a:solidFill>
                  <a:srgbClr val="3333FF"/>
                </a:solidFill>
                <a:ea typeface="华文楷体" pitchFamily="2" charset="-122"/>
              </a:rPr>
              <a:t>B</a:t>
            </a:r>
            <a:r>
              <a:rPr lang="zh-CN" altLang="en-US" sz="2400" b="1" dirty="0">
                <a:solidFill>
                  <a:srgbClr val="3333FF"/>
                </a:solidFill>
                <a:ea typeface="华文楷体" pitchFamily="2" charset="-122"/>
              </a:rPr>
              <a:t>的隶属度，</a:t>
            </a:r>
            <a:endParaRPr lang="en-US" altLang="zh-CN" sz="2400" b="1" dirty="0">
              <a:solidFill>
                <a:srgbClr val="3333FF"/>
              </a:solidFill>
              <a:ea typeface="华文楷体" pitchFamily="2" charset="-122"/>
            </a:endParaRPr>
          </a:p>
          <a:p>
            <a:pPr marL="609600" indent="-609600" eaLnBrk="1" hangingPunct="1">
              <a:buNone/>
              <a:defRPr/>
            </a:pPr>
            <a:endParaRPr lang="zh-CN" altLang="en-US" sz="1050" dirty="0">
              <a:solidFill>
                <a:srgbClr val="3333FF"/>
              </a:solidFill>
              <a:ea typeface="黑体" pitchFamily="2" charset="-122"/>
            </a:endParaRPr>
          </a:p>
          <a:p>
            <a:pPr marL="609600" indent="-609600" eaLnBrk="1" hangingPunct="1">
              <a:buNone/>
              <a:defRPr/>
            </a:pPr>
            <a:r>
              <a:rPr lang="zh-CN" altLang="en-US" sz="2400" dirty="0">
                <a:ea typeface="黑体" pitchFamily="2" charset="-122"/>
              </a:rPr>
              <a:t>         上式称为</a:t>
            </a:r>
            <a:r>
              <a:rPr lang="zh-CN" altLang="en-US" sz="2800" b="1" dirty="0">
                <a:solidFill>
                  <a:srgbClr val="F72603"/>
                </a:solidFill>
                <a:ea typeface="楷体_GB2312" pitchFamily="49" charset="-122"/>
              </a:rPr>
              <a:t>综合评价模型</a:t>
            </a:r>
            <a:r>
              <a:rPr lang="zh-CN" altLang="en-US" sz="2400" dirty="0">
                <a:ea typeface="黑体" pitchFamily="2" charset="-122"/>
              </a:rPr>
              <a:t>，记作模型</a:t>
            </a:r>
          </a:p>
        </p:txBody>
      </p:sp>
      <p:graphicFrame>
        <p:nvGraphicFramePr>
          <p:cNvPr id="141316" name="Object 4"/>
          <p:cNvGraphicFramePr>
            <a:graphicFrameLocks noGrp="1" noChangeAspect="1"/>
          </p:cNvGraphicFramePr>
          <p:nvPr>
            <p:ph sz="quarter" idx="2"/>
            <p:extLst>
              <p:ext uri="{D42A27DB-BD31-4B8C-83A1-F6EECF244321}">
                <p14:modId xmlns:p14="http://schemas.microsoft.com/office/powerpoint/2010/main" val="1624320885"/>
              </p:ext>
            </p:extLst>
          </p:nvPr>
        </p:nvGraphicFramePr>
        <p:xfrm>
          <a:off x="2584450" y="3649664"/>
          <a:ext cx="6878638" cy="903287"/>
        </p:xfrm>
        <a:graphic>
          <a:graphicData uri="http://schemas.openxmlformats.org/presentationml/2006/ole">
            <mc:AlternateContent xmlns:mc="http://schemas.openxmlformats.org/markup-compatibility/2006">
              <mc:Choice xmlns:v="urn:schemas-microsoft-com:vml" Requires="v">
                <p:oleObj name="公式" r:id="rId2" imgW="2514600" imgH="330120" progId="Equation.3">
                  <p:embed/>
                </p:oleObj>
              </mc:Choice>
              <mc:Fallback>
                <p:oleObj name="公式" r:id="rId2" imgW="2514600" imgH="330120" progId="Equation.3">
                  <p:embed/>
                  <p:pic>
                    <p:nvPicPr>
                      <p:cNvPr id="0" name=""/>
                      <p:cNvPicPr>
                        <a:picLocks noChangeAspect="1" noChangeArrowheads="1"/>
                      </p:cNvPicPr>
                      <p:nvPr/>
                    </p:nvPicPr>
                    <p:blipFill>
                      <a:blip r:embed="rId3"/>
                      <a:srcRect/>
                      <a:stretch>
                        <a:fillRect/>
                      </a:stretch>
                    </p:blipFill>
                    <p:spPr bwMode="auto">
                      <a:xfrm>
                        <a:off x="2584450" y="3649664"/>
                        <a:ext cx="6878638" cy="903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18" name="Object 6"/>
          <p:cNvGraphicFramePr>
            <a:graphicFrameLocks noGrp="1" noChangeAspect="1"/>
          </p:cNvGraphicFramePr>
          <p:nvPr>
            <p:ph sz="quarter" idx="3"/>
            <p:extLst>
              <p:ext uri="{D42A27DB-BD31-4B8C-83A1-F6EECF244321}">
                <p14:modId xmlns:p14="http://schemas.microsoft.com/office/powerpoint/2010/main" val="3135352666"/>
              </p:ext>
            </p:extLst>
          </p:nvPr>
        </p:nvGraphicFramePr>
        <p:xfrm>
          <a:off x="6888089" y="6046788"/>
          <a:ext cx="1150937" cy="563562"/>
        </p:xfrm>
        <a:graphic>
          <a:graphicData uri="http://schemas.openxmlformats.org/presentationml/2006/ole">
            <mc:AlternateContent xmlns:mc="http://schemas.openxmlformats.org/markup-compatibility/2006">
              <mc:Choice xmlns:v="urn:schemas-microsoft-com:vml" Requires="v">
                <p:oleObj name="公式" r:id="rId4" imgW="622030" imgH="304668" progId="Equation.3">
                  <p:embed/>
                </p:oleObj>
              </mc:Choice>
              <mc:Fallback>
                <p:oleObj name="公式" r:id="rId4" imgW="622030" imgH="304668"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8089" y="6046788"/>
                        <a:ext cx="1150937"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1320" name="Object 8"/>
          <p:cNvGraphicFramePr>
            <a:graphicFrameLocks noChangeAspect="1"/>
          </p:cNvGraphicFramePr>
          <p:nvPr>
            <p:extLst>
              <p:ext uri="{D42A27DB-BD31-4B8C-83A1-F6EECF244321}">
                <p14:modId xmlns:p14="http://schemas.microsoft.com/office/powerpoint/2010/main" val="3921708262"/>
              </p:ext>
            </p:extLst>
          </p:nvPr>
        </p:nvGraphicFramePr>
        <p:xfrm>
          <a:off x="5951984" y="4581526"/>
          <a:ext cx="242887" cy="638175"/>
        </p:xfrm>
        <a:graphic>
          <a:graphicData uri="http://schemas.openxmlformats.org/presentationml/2006/ole">
            <mc:AlternateContent xmlns:mc="http://schemas.openxmlformats.org/markup-compatibility/2006">
              <mc:Choice xmlns:v="urn:schemas-microsoft-com:vml" Requires="v">
                <p:oleObj name="公式" r:id="rId6" imgW="101512" imgH="266469" progId="Equation.3">
                  <p:embed/>
                </p:oleObj>
              </mc:Choice>
              <mc:Fallback>
                <p:oleObj name="公式" r:id="rId6" imgW="101512" imgH="26646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1984" y="4581526"/>
                        <a:ext cx="242887"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1321" name="Object 9"/>
          <p:cNvGraphicFramePr>
            <a:graphicFrameLocks noChangeAspect="1"/>
          </p:cNvGraphicFramePr>
          <p:nvPr>
            <p:extLst>
              <p:ext uri="{D42A27DB-BD31-4B8C-83A1-F6EECF244321}">
                <p14:modId xmlns:p14="http://schemas.microsoft.com/office/powerpoint/2010/main" val="475937119"/>
              </p:ext>
            </p:extLst>
          </p:nvPr>
        </p:nvGraphicFramePr>
        <p:xfrm>
          <a:off x="2351584" y="4508501"/>
          <a:ext cx="242888" cy="638175"/>
        </p:xfrm>
        <a:graphic>
          <a:graphicData uri="http://schemas.openxmlformats.org/presentationml/2006/ole">
            <mc:AlternateContent xmlns:mc="http://schemas.openxmlformats.org/markup-compatibility/2006">
              <mc:Choice xmlns:v="urn:schemas-microsoft-com:vml" Requires="v">
                <p:oleObj name="公式" r:id="rId8" imgW="101512" imgH="266469" progId="Equation.3">
                  <p:embed/>
                </p:oleObj>
              </mc:Choice>
              <mc:Fallback>
                <p:oleObj name="公式" r:id="rId8" imgW="101512" imgH="266469"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1584" y="4508501"/>
                        <a:ext cx="242888"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B97659EC-8AAE-8970-2063-ACC27212C4B2}"/>
              </a:ext>
            </a:extLst>
          </p:cNvPr>
          <p:cNvSpPr>
            <a:spLocks noGrp="1"/>
          </p:cNvSpPr>
          <p:nvPr>
            <p:ph type="sldNum" sz="quarter" idx="11"/>
          </p:nvPr>
        </p:nvSpPr>
        <p:spPr/>
        <p:txBody>
          <a:bodyPr/>
          <a:lstStyle/>
          <a:p>
            <a:pPr>
              <a:defRPr/>
            </a:pPr>
            <a:fld id="{B1928985-958F-4925-BAAA-4C45D70B67B4}" type="slidenum">
              <a:rPr lang="en-US" altLang="zh-CN" smtClean="0"/>
              <a:pPr>
                <a:defRPr/>
              </a:pPr>
              <a:t>41</a:t>
            </a:fld>
            <a:endParaRPr lang="en-US" altLang="zh-CN"/>
          </a:p>
        </p:txBody>
      </p:sp>
    </p:spTree>
    <p:extLst>
      <p:ext uri="{BB962C8B-B14F-4D97-AF65-F5344CB8AC3E}">
        <p14:creationId xmlns:p14="http://schemas.microsoft.com/office/powerpoint/2010/main" val="1681379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Effect transition="in" filter="wipe(left)">
                                      <p:cBhvr>
                                        <p:cTn id="7" dur="500"/>
                                        <p:tgtEl>
                                          <p:spTgt spid="141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15">
                                            <p:txEl>
                                              <p:pRg st="1" end="1"/>
                                            </p:txEl>
                                          </p:spTgt>
                                        </p:tgtEl>
                                        <p:attrNameLst>
                                          <p:attrName>style.visibility</p:attrName>
                                        </p:attrNameLst>
                                      </p:cBhvr>
                                      <p:to>
                                        <p:strVal val="visible"/>
                                      </p:to>
                                    </p:set>
                                    <p:animEffect transition="in" filter="wipe(left)">
                                      <p:cBhvr>
                                        <p:cTn id="12" dur="500"/>
                                        <p:tgtEl>
                                          <p:spTgt spid="1413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1315">
                                            <p:txEl>
                                              <p:pRg st="2" end="2"/>
                                            </p:txEl>
                                          </p:spTgt>
                                        </p:tgtEl>
                                        <p:attrNameLst>
                                          <p:attrName>style.visibility</p:attrName>
                                        </p:attrNameLst>
                                      </p:cBhvr>
                                      <p:to>
                                        <p:strVal val="visible"/>
                                      </p:to>
                                    </p:set>
                                    <p:animEffect transition="in" filter="wipe(left)">
                                      <p:cBhvr>
                                        <p:cTn id="17" dur="500"/>
                                        <p:tgtEl>
                                          <p:spTgt spid="1413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1315">
                                            <p:txEl>
                                              <p:pRg st="3" end="3"/>
                                            </p:txEl>
                                          </p:spTgt>
                                        </p:tgtEl>
                                        <p:attrNameLst>
                                          <p:attrName>style.visibility</p:attrName>
                                        </p:attrNameLst>
                                      </p:cBhvr>
                                      <p:to>
                                        <p:strVal val="visible"/>
                                      </p:to>
                                    </p:set>
                                    <p:animEffect transition="in" filter="wipe(left)">
                                      <p:cBhvr>
                                        <p:cTn id="22" dur="500"/>
                                        <p:tgtEl>
                                          <p:spTgt spid="141315">
                                            <p:txEl>
                                              <p:pRg st="3" end="3"/>
                                            </p:txEl>
                                          </p:spTgt>
                                        </p:tgtEl>
                                      </p:cBhvr>
                                    </p:animEffect>
                                  </p:childTnLst>
                                </p:cTn>
                              </p:par>
                            </p:childTnLst>
                          </p:cTn>
                        </p:par>
                        <p:par>
                          <p:cTn id="23" fill="hold" nodeType="afterGroup">
                            <p:stCondLst>
                              <p:cond delay="500"/>
                            </p:stCondLst>
                            <p:childTnLst>
                              <p:par>
                                <p:cTn id="24" presetID="22" presetClass="entr" presetSubtype="1" fill="hold" nodeType="afterEffect">
                                  <p:stCondLst>
                                    <p:cond delay="0"/>
                                  </p:stCondLst>
                                  <p:childTnLst>
                                    <p:set>
                                      <p:cBhvr>
                                        <p:cTn id="25" dur="1" fill="hold">
                                          <p:stCondLst>
                                            <p:cond delay="0"/>
                                          </p:stCondLst>
                                        </p:cTn>
                                        <p:tgtEl>
                                          <p:spTgt spid="141316"/>
                                        </p:tgtEl>
                                        <p:attrNameLst>
                                          <p:attrName>style.visibility</p:attrName>
                                        </p:attrNameLst>
                                      </p:cBhvr>
                                      <p:to>
                                        <p:strVal val="visible"/>
                                      </p:to>
                                    </p:set>
                                    <p:animEffect transition="in" filter="wipe(up)">
                                      <p:cBhvr>
                                        <p:cTn id="26" dur="500"/>
                                        <p:tgtEl>
                                          <p:spTgt spid="14131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1315">
                                            <p:txEl>
                                              <p:pRg st="6" end="6"/>
                                            </p:txEl>
                                          </p:spTgt>
                                        </p:tgtEl>
                                        <p:attrNameLst>
                                          <p:attrName>style.visibility</p:attrName>
                                        </p:attrNameLst>
                                      </p:cBhvr>
                                      <p:to>
                                        <p:strVal val="visible"/>
                                      </p:to>
                                    </p:set>
                                    <p:animEffect transition="in" filter="wipe(left)">
                                      <p:cBhvr>
                                        <p:cTn id="31" dur="500"/>
                                        <p:tgtEl>
                                          <p:spTgt spid="141315">
                                            <p:txEl>
                                              <p:pRg st="6" end="6"/>
                                            </p:txEl>
                                          </p:spTgt>
                                        </p:tgtEl>
                                      </p:cBhvr>
                                    </p:animEffect>
                                  </p:childTnLst>
                                </p:cTn>
                              </p:par>
                            </p:childTnLst>
                          </p:cTn>
                        </p:par>
                        <p:par>
                          <p:cTn id="32" fill="hold" nodeType="afterGroup">
                            <p:stCondLst>
                              <p:cond delay="500"/>
                            </p:stCondLst>
                            <p:childTnLst>
                              <p:par>
                                <p:cTn id="33" presetID="1" presetClass="entr" presetSubtype="0" fill="hold" nodeType="afterEffect">
                                  <p:stCondLst>
                                    <p:cond delay="0"/>
                                  </p:stCondLst>
                                  <p:childTnLst>
                                    <p:set>
                                      <p:cBhvr>
                                        <p:cTn id="34" dur="1" fill="hold">
                                          <p:stCondLst>
                                            <p:cond delay="0"/>
                                          </p:stCondLst>
                                        </p:cTn>
                                        <p:tgtEl>
                                          <p:spTgt spid="141321"/>
                                        </p:tgtEl>
                                        <p:attrNameLst>
                                          <p:attrName>style.visibility</p:attrName>
                                        </p:attrNameLst>
                                      </p:cBhvr>
                                      <p:to>
                                        <p:strVal val="visible"/>
                                      </p:to>
                                    </p:set>
                                  </p:childTnLst>
                                </p:cTn>
                              </p:par>
                            </p:childTnLst>
                          </p:cTn>
                        </p:par>
                        <p:par>
                          <p:cTn id="35" fill="hold" nodeType="afterGroup">
                            <p:stCondLst>
                              <p:cond delay="500"/>
                            </p:stCondLst>
                            <p:childTnLst>
                              <p:par>
                                <p:cTn id="36" presetID="1" presetClass="entr" presetSubtype="0" fill="hold" nodeType="afterEffect">
                                  <p:stCondLst>
                                    <p:cond delay="0"/>
                                  </p:stCondLst>
                                  <p:childTnLst>
                                    <p:set>
                                      <p:cBhvr>
                                        <p:cTn id="37" dur="1" fill="hold">
                                          <p:stCondLst>
                                            <p:cond delay="0"/>
                                          </p:stCondLst>
                                        </p:cTn>
                                        <p:tgtEl>
                                          <p:spTgt spid="141320"/>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1315">
                                            <p:txEl>
                                              <p:pRg st="7" end="7"/>
                                            </p:txEl>
                                          </p:spTgt>
                                        </p:tgtEl>
                                        <p:attrNameLst>
                                          <p:attrName>style.visibility</p:attrName>
                                        </p:attrNameLst>
                                      </p:cBhvr>
                                      <p:to>
                                        <p:strVal val="visible"/>
                                      </p:to>
                                    </p:set>
                                    <p:animEffect transition="in" filter="wipe(left)">
                                      <p:cBhvr>
                                        <p:cTn id="42" dur="500"/>
                                        <p:tgtEl>
                                          <p:spTgt spid="14131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1315">
                                            <p:txEl>
                                              <p:pRg st="9" end="9"/>
                                            </p:txEl>
                                          </p:spTgt>
                                        </p:tgtEl>
                                        <p:attrNameLst>
                                          <p:attrName>style.visibility</p:attrName>
                                        </p:attrNameLst>
                                      </p:cBhvr>
                                      <p:to>
                                        <p:strVal val="visible"/>
                                      </p:to>
                                    </p:set>
                                    <p:animEffect transition="in" filter="wipe(left)">
                                      <p:cBhvr>
                                        <p:cTn id="47" dur="500"/>
                                        <p:tgtEl>
                                          <p:spTgt spid="141315">
                                            <p:txEl>
                                              <p:pRg st="9" end="9"/>
                                            </p:txEl>
                                          </p:spTgt>
                                        </p:tgtEl>
                                      </p:cBhvr>
                                    </p:animEffect>
                                  </p:childTnLst>
                                </p:cTn>
                              </p:par>
                            </p:childTnLst>
                          </p:cTn>
                        </p:par>
                        <p:par>
                          <p:cTn id="48" fill="hold" nodeType="afterGroup">
                            <p:stCondLst>
                              <p:cond delay="500"/>
                            </p:stCondLst>
                            <p:childTnLst>
                              <p:par>
                                <p:cTn id="49" presetID="1" presetClass="entr" presetSubtype="0" fill="hold" nodeType="afterEffect">
                                  <p:stCondLst>
                                    <p:cond delay="0"/>
                                  </p:stCondLst>
                                  <p:childTnLst>
                                    <p:set>
                                      <p:cBhvr>
                                        <p:cTn id="50" dur="1" fill="hold">
                                          <p:stCondLst>
                                            <p:cond delay="0"/>
                                          </p:stCondLst>
                                        </p:cTn>
                                        <p:tgtEl>
                                          <p:spTgt spid="1413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1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22" grpId="0" animBg="1"/>
      <p:bldP spid="14131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981200" y="457201"/>
            <a:ext cx="8229600" cy="955675"/>
          </a:xfrm>
        </p:spPr>
        <p:txBody>
          <a:bodyPr/>
          <a:lstStyle/>
          <a:p>
            <a:pPr algn="ctr" eaLnBrk="1" hangingPunct="1"/>
            <a:r>
              <a:rPr lang="zh-CN" altLang="en-US">
                <a:solidFill>
                  <a:srgbClr val="008000"/>
                </a:solidFill>
                <a:ea typeface="黑体" pitchFamily="2" charset="-122"/>
              </a:rPr>
              <a:t>一级</a:t>
            </a:r>
            <a:r>
              <a:rPr lang="en-US" altLang="zh-CN">
                <a:solidFill>
                  <a:srgbClr val="008000"/>
                </a:solidFill>
                <a:ea typeface="黑体" pitchFamily="2" charset="-122"/>
              </a:rPr>
              <a:t>F</a:t>
            </a:r>
            <a:r>
              <a:rPr lang="zh-CN" altLang="en-US">
                <a:solidFill>
                  <a:srgbClr val="008000"/>
                </a:solidFill>
                <a:ea typeface="黑体" pitchFamily="2" charset="-122"/>
              </a:rPr>
              <a:t>综合评判的步骤</a:t>
            </a:r>
          </a:p>
        </p:txBody>
      </p:sp>
      <p:sp>
        <p:nvSpPr>
          <p:cNvPr id="142339" name="Rectangle 3"/>
          <p:cNvSpPr>
            <a:spLocks noGrp="1" noChangeArrowheads="1"/>
          </p:cNvSpPr>
          <p:nvPr>
            <p:ph type="body" idx="1"/>
          </p:nvPr>
        </p:nvSpPr>
        <p:spPr>
          <a:xfrm>
            <a:off x="1127448" y="1844676"/>
            <a:ext cx="9021440" cy="4454525"/>
          </a:xfrm>
        </p:spPr>
        <p:txBody>
          <a:bodyPr/>
          <a:lstStyle/>
          <a:p>
            <a:pPr marL="609600" indent="-609600" eaLnBrk="1" hangingPunct="1">
              <a:buNone/>
            </a:pPr>
            <a:r>
              <a:rPr lang="en-US" altLang="zh-CN" sz="3600" b="1" dirty="0">
                <a:solidFill>
                  <a:srgbClr val="F72603"/>
                </a:solidFill>
                <a:ea typeface="楷体_GB2312" pitchFamily="49" charset="-122"/>
              </a:rPr>
              <a:t>5. </a:t>
            </a:r>
            <a:r>
              <a:rPr lang="zh-CN" altLang="en-US" sz="3600" b="1" dirty="0">
                <a:solidFill>
                  <a:srgbClr val="F72603"/>
                </a:solidFill>
                <a:ea typeface="楷体_GB2312" pitchFamily="49" charset="-122"/>
              </a:rPr>
              <a:t>综合评判</a:t>
            </a:r>
          </a:p>
          <a:p>
            <a:pPr marL="609600" indent="-609600" eaLnBrk="1" hangingPunct="1">
              <a:lnSpc>
                <a:spcPct val="150000"/>
              </a:lnSpc>
              <a:buNone/>
            </a:pPr>
            <a:r>
              <a:rPr lang="zh-CN" altLang="en-US" sz="2800" dirty="0">
                <a:solidFill>
                  <a:schemeClr val="bg2"/>
                </a:solidFill>
                <a:ea typeface="黑体" pitchFamily="2" charset="-122"/>
              </a:rPr>
              <a:t>    根据</a:t>
            </a:r>
            <a:r>
              <a:rPr lang="zh-CN" altLang="en-US" sz="2800" u="sng" dirty="0">
                <a:solidFill>
                  <a:srgbClr val="CC00CC"/>
                </a:solidFill>
                <a:ea typeface="黑体" pitchFamily="2" charset="-122"/>
              </a:rPr>
              <a:t>最大隶属度原则</a:t>
            </a:r>
            <a:r>
              <a:rPr lang="zh-CN" altLang="en-US" sz="2800" dirty="0">
                <a:solidFill>
                  <a:schemeClr val="bg2"/>
                </a:solidFill>
                <a:ea typeface="黑体" pitchFamily="2" charset="-122"/>
              </a:rPr>
              <a:t>，选择</a:t>
            </a:r>
            <a:r>
              <a:rPr lang="en-US" altLang="zh-CN" sz="2800" dirty="0">
                <a:solidFill>
                  <a:schemeClr val="bg2"/>
                </a:solidFill>
                <a:ea typeface="黑体" pitchFamily="2" charset="-122"/>
              </a:rPr>
              <a:t>F</a:t>
            </a:r>
            <a:r>
              <a:rPr lang="zh-CN" altLang="en-US" sz="2800" dirty="0">
                <a:solidFill>
                  <a:schemeClr val="bg2"/>
                </a:solidFill>
                <a:ea typeface="黑体" pitchFamily="2" charset="-122"/>
              </a:rPr>
              <a:t>综合评价集</a:t>
            </a:r>
          </a:p>
          <a:p>
            <a:pPr marL="609600" indent="-609600" eaLnBrk="1" hangingPunct="1">
              <a:lnSpc>
                <a:spcPct val="150000"/>
              </a:lnSpc>
              <a:buNone/>
            </a:pPr>
            <a:r>
              <a:rPr lang="zh-CN" altLang="en-US" dirty="0">
                <a:solidFill>
                  <a:schemeClr val="bg2"/>
                </a:solidFill>
                <a:ea typeface="黑体" pitchFamily="2" charset="-122"/>
              </a:rPr>
              <a:t>          </a:t>
            </a:r>
            <a:r>
              <a:rPr lang="en-US" altLang="zh-CN" dirty="0">
                <a:solidFill>
                  <a:srgbClr val="F72603"/>
                </a:solidFill>
                <a:ea typeface="黑体" pitchFamily="2" charset="-122"/>
              </a:rPr>
              <a:t>B=</a:t>
            </a:r>
            <a:r>
              <a:rPr lang="zh-CN" altLang="en-US" dirty="0">
                <a:solidFill>
                  <a:srgbClr val="F72603"/>
                </a:solidFill>
                <a:ea typeface="黑体" pitchFamily="2" charset="-122"/>
              </a:rPr>
              <a:t>（</a:t>
            </a:r>
            <a:r>
              <a:rPr lang="en-US" altLang="zh-CN" dirty="0">
                <a:solidFill>
                  <a:srgbClr val="F72603"/>
                </a:solidFill>
              </a:rPr>
              <a:t>b</a:t>
            </a:r>
            <a:r>
              <a:rPr lang="en-US" altLang="zh-CN" baseline="-25000" dirty="0">
                <a:solidFill>
                  <a:srgbClr val="F72603"/>
                </a:solidFill>
                <a:ea typeface="黑体" pitchFamily="2" charset="-122"/>
              </a:rPr>
              <a:t>1</a:t>
            </a:r>
            <a:r>
              <a:rPr lang="en-US" altLang="zh-CN" dirty="0">
                <a:solidFill>
                  <a:srgbClr val="F72603"/>
                </a:solidFill>
                <a:ea typeface="黑体" pitchFamily="2" charset="-122"/>
              </a:rPr>
              <a:t>,b</a:t>
            </a:r>
            <a:r>
              <a:rPr lang="en-US" altLang="zh-CN" baseline="-25000" dirty="0">
                <a:solidFill>
                  <a:srgbClr val="F72603"/>
                </a:solidFill>
                <a:ea typeface="黑体" pitchFamily="2" charset="-122"/>
              </a:rPr>
              <a:t>2 </a:t>
            </a:r>
            <a:r>
              <a:rPr lang="en-US" altLang="zh-CN" dirty="0">
                <a:solidFill>
                  <a:srgbClr val="F72603"/>
                </a:solidFill>
                <a:ea typeface="黑体" pitchFamily="2" charset="-122"/>
              </a:rPr>
              <a:t>,…,</a:t>
            </a:r>
            <a:r>
              <a:rPr lang="en-US" altLang="zh-CN" dirty="0" err="1">
                <a:solidFill>
                  <a:srgbClr val="F72603"/>
                </a:solidFill>
                <a:ea typeface="黑体" pitchFamily="2" charset="-122"/>
              </a:rPr>
              <a:t>b</a:t>
            </a:r>
            <a:r>
              <a:rPr lang="en-US" altLang="zh-CN" baseline="-25000" dirty="0" err="1">
                <a:solidFill>
                  <a:srgbClr val="F72603"/>
                </a:solidFill>
                <a:ea typeface="黑体" pitchFamily="2" charset="-122"/>
              </a:rPr>
              <a:t>n</a:t>
            </a:r>
            <a:r>
              <a:rPr lang="zh-CN" altLang="en-US" dirty="0">
                <a:solidFill>
                  <a:srgbClr val="F72603"/>
                </a:solidFill>
                <a:ea typeface="黑体" pitchFamily="2" charset="-122"/>
              </a:rPr>
              <a:t>）</a:t>
            </a:r>
          </a:p>
          <a:p>
            <a:pPr marL="609600" indent="-609600" eaLnBrk="1" hangingPunct="1">
              <a:lnSpc>
                <a:spcPct val="150000"/>
              </a:lnSpc>
              <a:buNone/>
            </a:pPr>
            <a:r>
              <a:rPr lang="zh-CN" altLang="en-US" sz="2800" dirty="0">
                <a:solidFill>
                  <a:srgbClr val="F72603"/>
                </a:solidFill>
                <a:ea typeface="黑体" pitchFamily="2" charset="-122"/>
              </a:rPr>
              <a:t>     </a:t>
            </a:r>
            <a:r>
              <a:rPr lang="zh-CN" altLang="en-US" sz="2800" dirty="0">
                <a:ea typeface="黑体" pitchFamily="2" charset="-122"/>
              </a:rPr>
              <a:t>中最大的 </a:t>
            </a:r>
            <a:r>
              <a:rPr lang="en-US" altLang="zh-CN" sz="2800" dirty="0" err="1">
                <a:solidFill>
                  <a:schemeClr val="bg2"/>
                </a:solidFill>
              </a:rPr>
              <a:t>b</a:t>
            </a:r>
            <a:r>
              <a:rPr lang="en-US" altLang="zh-CN" sz="2800" baseline="-25000" dirty="0" err="1">
                <a:solidFill>
                  <a:schemeClr val="bg2"/>
                </a:solidFill>
                <a:ea typeface="黑体" pitchFamily="2" charset="-122"/>
              </a:rPr>
              <a:t>j</a:t>
            </a:r>
            <a:r>
              <a:rPr lang="en-US" altLang="zh-CN" sz="2800" baseline="-25000" dirty="0">
                <a:solidFill>
                  <a:schemeClr val="bg2"/>
                </a:solidFill>
                <a:ea typeface="黑体" pitchFamily="2" charset="-122"/>
              </a:rPr>
              <a:t> </a:t>
            </a:r>
            <a:r>
              <a:rPr lang="zh-CN" altLang="en-US" sz="2800" dirty="0">
                <a:ea typeface="黑体" pitchFamily="2" charset="-122"/>
              </a:rPr>
              <a:t>所对应的等级（评语） </a:t>
            </a:r>
            <a:r>
              <a:rPr lang="en-US" altLang="zh-CN" sz="2800" dirty="0" err="1">
                <a:solidFill>
                  <a:schemeClr val="bg2"/>
                </a:solidFill>
                <a:ea typeface="黑体" pitchFamily="2" charset="-122"/>
              </a:rPr>
              <a:t>v</a:t>
            </a:r>
            <a:r>
              <a:rPr lang="en-US" altLang="zh-CN" sz="2800" baseline="-25000" dirty="0" err="1">
                <a:solidFill>
                  <a:schemeClr val="bg2"/>
                </a:solidFill>
                <a:ea typeface="黑体" pitchFamily="2" charset="-122"/>
              </a:rPr>
              <a:t>j</a:t>
            </a:r>
            <a:r>
              <a:rPr lang="en-US" altLang="zh-CN" sz="2800" baseline="-25000" dirty="0">
                <a:solidFill>
                  <a:schemeClr val="bg2"/>
                </a:solidFill>
                <a:ea typeface="黑体" pitchFamily="2" charset="-122"/>
              </a:rPr>
              <a:t> </a:t>
            </a:r>
            <a:r>
              <a:rPr lang="zh-CN" altLang="en-US" sz="2800" dirty="0">
                <a:solidFill>
                  <a:schemeClr val="bg2"/>
                </a:solidFill>
                <a:ea typeface="黑体" pitchFamily="2" charset="-122"/>
              </a:rPr>
              <a:t>作为综合评判的结果。</a:t>
            </a:r>
          </a:p>
          <a:p>
            <a:pPr marL="609600" indent="-609600" eaLnBrk="1" hangingPunct="1">
              <a:buNone/>
            </a:pPr>
            <a:endParaRPr lang="en-US" altLang="zh-CN" sz="2800" dirty="0">
              <a:solidFill>
                <a:schemeClr val="bg2"/>
              </a:solidFill>
              <a:ea typeface="黑体" pitchFamily="2" charset="-122"/>
            </a:endParaRPr>
          </a:p>
        </p:txBody>
      </p:sp>
      <p:sp>
        <p:nvSpPr>
          <p:cNvPr id="2" name="灯片编号占位符 1">
            <a:extLst>
              <a:ext uri="{FF2B5EF4-FFF2-40B4-BE49-F238E27FC236}">
                <a16:creationId xmlns:a16="http://schemas.microsoft.com/office/drawing/2014/main" id="{14BECCC2-B445-09CB-C2CA-A70CFC2798C7}"/>
              </a:ext>
            </a:extLst>
          </p:cNvPr>
          <p:cNvSpPr>
            <a:spLocks noGrp="1"/>
          </p:cNvSpPr>
          <p:nvPr>
            <p:ph type="sldNum" sz="quarter" idx="11"/>
          </p:nvPr>
        </p:nvSpPr>
        <p:spPr/>
        <p:txBody>
          <a:bodyPr/>
          <a:lstStyle/>
          <a:p>
            <a:pPr>
              <a:defRPr/>
            </a:pPr>
            <a:fld id="{EF24B7D7-F746-4E05-9A11-DD4FB4529D5B}" type="slidenum">
              <a:rPr lang="en-US" altLang="zh-CN" smtClean="0"/>
              <a:pPr>
                <a:defRPr/>
              </a:pPr>
              <a:t>42</a:t>
            </a:fld>
            <a:endParaRPr lang="en-US" altLang="zh-CN"/>
          </a:p>
        </p:txBody>
      </p:sp>
    </p:spTree>
    <p:extLst>
      <p:ext uri="{BB962C8B-B14F-4D97-AF65-F5344CB8AC3E}">
        <p14:creationId xmlns:p14="http://schemas.microsoft.com/office/powerpoint/2010/main" val="1761882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wipe(left)">
                                      <p:cBhvr>
                                        <p:cTn id="7" dur="500"/>
                                        <p:tgtEl>
                                          <p:spTgt spid="142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2339">
                                            <p:txEl>
                                              <p:pRg st="1" end="1"/>
                                            </p:txEl>
                                          </p:spTgt>
                                        </p:tgtEl>
                                        <p:attrNameLst>
                                          <p:attrName>style.visibility</p:attrName>
                                        </p:attrNameLst>
                                      </p:cBhvr>
                                      <p:to>
                                        <p:strVal val="visible"/>
                                      </p:to>
                                    </p:set>
                                    <p:animEffect transition="in" filter="wipe(left)">
                                      <p:cBhvr>
                                        <p:cTn id="12" dur="500"/>
                                        <p:tgtEl>
                                          <p:spTgt spid="142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2339">
                                            <p:txEl>
                                              <p:pRg st="2" end="2"/>
                                            </p:txEl>
                                          </p:spTgt>
                                        </p:tgtEl>
                                        <p:attrNameLst>
                                          <p:attrName>style.visibility</p:attrName>
                                        </p:attrNameLst>
                                      </p:cBhvr>
                                      <p:to>
                                        <p:strVal val="visible"/>
                                      </p:to>
                                    </p:set>
                                    <p:animEffect transition="in" filter="wipe(left)">
                                      <p:cBhvr>
                                        <p:cTn id="17" dur="500"/>
                                        <p:tgtEl>
                                          <p:spTgt spid="1423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2339">
                                            <p:txEl>
                                              <p:pRg st="3" end="3"/>
                                            </p:txEl>
                                          </p:spTgt>
                                        </p:tgtEl>
                                        <p:attrNameLst>
                                          <p:attrName>style.visibility</p:attrName>
                                        </p:attrNameLst>
                                      </p:cBhvr>
                                      <p:to>
                                        <p:strVal val="visible"/>
                                      </p:to>
                                    </p:set>
                                    <p:animEffect transition="in" filter="wipe(left)">
                                      <p:cBhvr>
                                        <p:cTn id="22" dur="500"/>
                                        <p:tgtEl>
                                          <p:spTgt spid="1423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81200" y="457201"/>
            <a:ext cx="8229600" cy="955675"/>
          </a:xfrm>
        </p:spPr>
        <p:txBody>
          <a:bodyPr/>
          <a:lstStyle/>
          <a:p>
            <a:pPr algn="ctr" eaLnBrk="1" hangingPunct="1"/>
            <a:r>
              <a:rPr lang="en-US" altLang="zh-CN">
                <a:solidFill>
                  <a:srgbClr val="008000"/>
                </a:solidFill>
                <a:ea typeface="黑体" pitchFamily="2" charset="-122"/>
              </a:rPr>
              <a:t>F</a:t>
            </a:r>
            <a:r>
              <a:rPr lang="zh-CN" altLang="en-US">
                <a:solidFill>
                  <a:srgbClr val="008000"/>
                </a:solidFill>
                <a:ea typeface="黑体" pitchFamily="2" charset="-122"/>
              </a:rPr>
              <a:t>综合评价的意义</a:t>
            </a:r>
          </a:p>
        </p:txBody>
      </p:sp>
      <p:sp>
        <p:nvSpPr>
          <p:cNvPr id="148483" name="Rectangle 3"/>
          <p:cNvSpPr>
            <a:spLocks noGrp="1" noChangeArrowheads="1"/>
          </p:cNvSpPr>
          <p:nvPr>
            <p:ph type="body" sz="half" idx="1"/>
          </p:nvPr>
        </p:nvSpPr>
        <p:spPr>
          <a:xfrm>
            <a:off x="839416" y="1484314"/>
            <a:ext cx="10009111" cy="5184775"/>
          </a:xfrm>
        </p:spPr>
        <p:txBody>
          <a:bodyPr/>
          <a:lstStyle/>
          <a:p>
            <a:pPr eaLnBrk="1" hangingPunct="1">
              <a:lnSpc>
                <a:spcPct val="110000"/>
              </a:lnSpc>
            </a:pPr>
            <a:r>
              <a:rPr lang="zh-CN" altLang="en-US" sz="2800" dirty="0">
                <a:solidFill>
                  <a:schemeClr val="bg2"/>
                </a:solidFill>
                <a:ea typeface="黑体" pitchFamily="2" charset="-122"/>
              </a:rPr>
              <a:t>当单独考虑因素</a:t>
            </a:r>
            <a:r>
              <a:rPr lang="en-US" altLang="zh-CN" sz="2800" dirty="0" err="1">
                <a:solidFill>
                  <a:schemeClr val="bg2"/>
                </a:solidFill>
                <a:ea typeface="黑体" pitchFamily="2" charset="-122"/>
              </a:rPr>
              <a:t>u</a:t>
            </a:r>
            <a:r>
              <a:rPr lang="en-US" altLang="zh-CN" sz="2800" baseline="-25000" dirty="0" err="1">
                <a:solidFill>
                  <a:schemeClr val="bg2"/>
                </a:solidFill>
                <a:ea typeface="黑体" pitchFamily="2" charset="-122"/>
              </a:rPr>
              <a:t>i</a:t>
            </a:r>
            <a:r>
              <a:rPr lang="zh-CN" altLang="en-US" sz="2800" dirty="0">
                <a:solidFill>
                  <a:schemeClr val="bg2"/>
                </a:solidFill>
                <a:ea typeface="黑体" pitchFamily="2" charset="-122"/>
              </a:rPr>
              <a:t>时，</a:t>
            </a:r>
            <a:r>
              <a:rPr lang="en-US" altLang="zh-CN" sz="2800" dirty="0" err="1">
                <a:solidFill>
                  <a:schemeClr val="bg2"/>
                </a:solidFill>
                <a:ea typeface="黑体" pitchFamily="2" charset="-122"/>
              </a:rPr>
              <a:t>u</a:t>
            </a:r>
            <a:r>
              <a:rPr lang="en-US" altLang="zh-CN" sz="2800" baseline="-25000" dirty="0" err="1">
                <a:solidFill>
                  <a:schemeClr val="bg2"/>
                </a:solidFill>
                <a:ea typeface="黑体" pitchFamily="2" charset="-122"/>
              </a:rPr>
              <a:t>i</a:t>
            </a:r>
            <a:r>
              <a:rPr lang="zh-CN" altLang="en-US" sz="2800" dirty="0">
                <a:solidFill>
                  <a:schemeClr val="bg2"/>
                </a:solidFill>
                <a:ea typeface="黑体" pitchFamily="2" charset="-122"/>
              </a:rPr>
              <a:t>的评价对</a:t>
            </a:r>
            <a:r>
              <a:rPr lang="zh-CN" altLang="en-US" sz="2800" dirty="0">
                <a:solidFill>
                  <a:srgbClr val="FF0000"/>
                </a:solidFill>
                <a:ea typeface="黑体" pitchFamily="2" charset="-122"/>
              </a:rPr>
              <a:t>评语</a:t>
            </a:r>
            <a:r>
              <a:rPr lang="en-US" altLang="zh-CN" sz="2800" dirty="0" err="1">
                <a:solidFill>
                  <a:srgbClr val="FF0000"/>
                </a:solidFill>
                <a:ea typeface="黑体" pitchFamily="2" charset="-122"/>
              </a:rPr>
              <a:t>v</a:t>
            </a:r>
            <a:r>
              <a:rPr lang="en-US" altLang="zh-CN" sz="2800" baseline="-25000" dirty="0" err="1">
                <a:solidFill>
                  <a:srgbClr val="FF0000"/>
                </a:solidFill>
                <a:ea typeface="黑体" pitchFamily="2" charset="-122"/>
              </a:rPr>
              <a:t>j</a:t>
            </a:r>
            <a:r>
              <a:rPr lang="zh-CN" altLang="en-US" sz="2800" dirty="0">
                <a:solidFill>
                  <a:schemeClr val="bg2"/>
                </a:solidFill>
                <a:ea typeface="黑体" pitchFamily="2" charset="-122"/>
              </a:rPr>
              <a:t>的隶属程度为</a:t>
            </a:r>
            <a:r>
              <a:rPr lang="en-US" altLang="zh-CN" sz="2800" b="1" i="1" dirty="0" err="1">
                <a:solidFill>
                  <a:schemeClr val="bg2"/>
                </a:solidFill>
                <a:latin typeface="Times New Roman" panose="02020603050405020304" pitchFamily="18" charset="0"/>
                <a:ea typeface="黑体" pitchFamily="2" charset="-122"/>
                <a:cs typeface="Times New Roman" panose="02020603050405020304" pitchFamily="18" charset="0"/>
              </a:rPr>
              <a:t>r</a:t>
            </a:r>
            <a:r>
              <a:rPr lang="en-US" altLang="zh-CN" sz="2800" b="1" i="1" baseline="-25000" dirty="0" err="1">
                <a:solidFill>
                  <a:schemeClr val="bg2"/>
                </a:solidFill>
                <a:latin typeface="Times New Roman" panose="02020603050405020304" pitchFamily="18" charset="0"/>
                <a:ea typeface="黑体" pitchFamily="2" charset="-122"/>
                <a:cs typeface="Times New Roman" panose="02020603050405020304" pitchFamily="18" charset="0"/>
              </a:rPr>
              <a:t>ij</a:t>
            </a:r>
            <a:r>
              <a:rPr lang="en-US" altLang="zh-CN" sz="2800" b="1" i="1" baseline="-25000" dirty="0">
                <a:solidFill>
                  <a:schemeClr val="bg2"/>
                </a:solidFill>
                <a:latin typeface="Times New Roman" panose="02020603050405020304" pitchFamily="18" charset="0"/>
                <a:ea typeface="黑体" pitchFamily="2" charset="-122"/>
                <a:cs typeface="Times New Roman" panose="02020603050405020304" pitchFamily="18" charset="0"/>
              </a:rPr>
              <a:t> </a:t>
            </a:r>
            <a:r>
              <a:rPr lang="en-US" altLang="zh-CN" sz="2800" dirty="0">
                <a:solidFill>
                  <a:schemeClr val="bg2"/>
                </a:solidFill>
                <a:ea typeface="黑体" pitchFamily="2" charset="-122"/>
              </a:rPr>
              <a:t>(j=1,2,…,n)</a:t>
            </a:r>
            <a:r>
              <a:rPr lang="zh-CN" altLang="en-US" sz="2800" dirty="0">
                <a:solidFill>
                  <a:schemeClr val="bg2"/>
                </a:solidFill>
                <a:ea typeface="黑体" pitchFamily="2" charset="-122"/>
              </a:rPr>
              <a:t>。</a:t>
            </a:r>
          </a:p>
          <a:p>
            <a:pPr eaLnBrk="1" hangingPunct="1">
              <a:lnSpc>
                <a:spcPct val="110000"/>
              </a:lnSpc>
            </a:pPr>
            <a:r>
              <a:rPr lang="zh-CN" altLang="en-US" sz="2800" dirty="0">
                <a:ea typeface="黑体" pitchFamily="2" charset="-122"/>
              </a:rPr>
              <a:t>而通过</a:t>
            </a:r>
            <a:r>
              <a:rPr lang="zh-CN" altLang="en-US" sz="2800" dirty="0">
                <a:solidFill>
                  <a:srgbClr val="CC00CC"/>
                </a:solidFill>
                <a:ea typeface="黑体" pitchFamily="2" charset="-122"/>
              </a:rPr>
              <a:t>广义</a:t>
            </a:r>
            <a:r>
              <a:rPr lang="en-US" altLang="zh-CN" sz="2800" dirty="0">
                <a:solidFill>
                  <a:srgbClr val="CC00CC"/>
                </a:solidFill>
                <a:ea typeface="黑体" pitchFamily="2" charset="-122"/>
              </a:rPr>
              <a:t>F</a:t>
            </a:r>
            <a:r>
              <a:rPr lang="zh-CN" altLang="en-US" sz="2800" dirty="0">
                <a:solidFill>
                  <a:srgbClr val="CC00CC"/>
                </a:solidFill>
                <a:ea typeface="黑体" pitchFamily="2" charset="-122"/>
              </a:rPr>
              <a:t>“与”运算</a:t>
            </a:r>
            <a:r>
              <a:rPr lang="zh-CN" altLang="en-US" sz="2800" dirty="0">
                <a:ea typeface="黑体" pitchFamily="2" charset="-122"/>
              </a:rPr>
              <a:t>所得的结果</a:t>
            </a:r>
          </a:p>
          <a:p>
            <a:pPr eaLnBrk="1" hangingPunct="1">
              <a:lnSpc>
                <a:spcPct val="110000"/>
              </a:lnSpc>
              <a:buFont typeface="Wingdings" pitchFamily="2" charset="2"/>
              <a:buNone/>
            </a:pPr>
            <a:endParaRPr lang="zh-CN" altLang="en-US" sz="2800" dirty="0">
              <a:ea typeface="黑体" pitchFamily="2" charset="-122"/>
            </a:endParaRPr>
          </a:p>
          <a:p>
            <a:pPr eaLnBrk="1" hangingPunct="1">
              <a:lnSpc>
                <a:spcPct val="110000"/>
              </a:lnSpc>
              <a:buFont typeface="Wingdings" pitchFamily="2" charset="2"/>
              <a:buNone/>
            </a:pPr>
            <a:endParaRPr lang="zh-CN" altLang="en-US" sz="1600" dirty="0">
              <a:ea typeface="黑体" pitchFamily="2" charset="-122"/>
            </a:endParaRPr>
          </a:p>
          <a:p>
            <a:pPr eaLnBrk="1" hangingPunct="1">
              <a:lnSpc>
                <a:spcPct val="110000"/>
              </a:lnSpc>
              <a:buFont typeface="Wingdings" pitchFamily="2" charset="2"/>
              <a:buNone/>
            </a:pPr>
            <a:r>
              <a:rPr lang="zh-CN" altLang="en-US" sz="2800" dirty="0">
                <a:solidFill>
                  <a:srgbClr val="F72603"/>
                </a:solidFill>
                <a:ea typeface="黑体" pitchFamily="2" charset="-122"/>
              </a:rPr>
              <a:t>    </a:t>
            </a:r>
            <a:r>
              <a:rPr lang="zh-CN" altLang="en-US" sz="2800" b="1" dirty="0">
                <a:solidFill>
                  <a:srgbClr val="F72603"/>
                </a:solidFill>
                <a:ea typeface="华文楷体" pitchFamily="2" charset="-122"/>
              </a:rPr>
              <a:t>就是在全面考虑各种因素时，</a:t>
            </a:r>
            <a:r>
              <a:rPr lang="en-US" altLang="zh-CN" sz="2800" b="1" dirty="0" err="1">
                <a:solidFill>
                  <a:srgbClr val="F72603"/>
                </a:solidFill>
                <a:ea typeface="华文楷体" pitchFamily="2" charset="-122"/>
              </a:rPr>
              <a:t>u</a:t>
            </a:r>
            <a:r>
              <a:rPr lang="en-US" altLang="zh-CN" sz="2800" b="1" baseline="-25000" dirty="0" err="1">
                <a:solidFill>
                  <a:srgbClr val="F72603"/>
                </a:solidFill>
                <a:ea typeface="华文楷体" pitchFamily="2" charset="-122"/>
              </a:rPr>
              <a:t>i</a:t>
            </a:r>
            <a:r>
              <a:rPr lang="zh-CN" altLang="en-US" sz="2800" b="1" dirty="0">
                <a:solidFill>
                  <a:srgbClr val="F72603"/>
                </a:solidFill>
                <a:ea typeface="华文楷体" pitchFamily="2" charset="-122"/>
              </a:rPr>
              <a:t>的评价对</a:t>
            </a:r>
            <a:r>
              <a:rPr lang="zh-CN" altLang="en-US" sz="2800" b="1" u="sng" dirty="0">
                <a:solidFill>
                  <a:srgbClr val="F72603"/>
                </a:solidFill>
                <a:ea typeface="华文楷体" pitchFamily="2" charset="-122"/>
              </a:rPr>
              <a:t>评语</a:t>
            </a:r>
            <a:r>
              <a:rPr lang="en-US" altLang="zh-CN" sz="2800" b="1" u="sng" dirty="0" err="1">
                <a:solidFill>
                  <a:srgbClr val="F72603"/>
                </a:solidFill>
                <a:ea typeface="华文楷体" pitchFamily="2" charset="-122"/>
              </a:rPr>
              <a:t>v</a:t>
            </a:r>
            <a:r>
              <a:rPr lang="en-US" altLang="zh-CN" sz="2800" b="1" u="sng" baseline="-25000" dirty="0" err="1">
                <a:solidFill>
                  <a:srgbClr val="F72603"/>
                </a:solidFill>
                <a:ea typeface="华文楷体" pitchFamily="2" charset="-122"/>
              </a:rPr>
              <a:t>j</a:t>
            </a:r>
            <a:r>
              <a:rPr lang="zh-CN" altLang="en-US" sz="2800" b="1" dirty="0">
                <a:solidFill>
                  <a:srgbClr val="F72603"/>
                </a:solidFill>
                <a:ea typeface="华文楷体" pitchFamily="2" charset="-122"/>
              </a:rPr>
              <a:t>的隶属程度，也就是在考虑</a:t>
            </a:r>
            <a:r>
              <a:rPr lang="en-US" altLang="zh-CN" sz="2800" b="1" dirty="0" err="1">
                <a:solidFill>
                  <a:srgbClr val="F72603"/>
                </a:solidFill>
                <a:ea typeface="华文楷体" pitchFamily="2" charset="-122"/>
              </a:rPr>
              <a:t>u</a:t>
            </a:r>
            <a:r>
              <a:rPr lang="en-US" altLang="zh-CN" sz="2800" b="1" baseline="-25000" dirty="0" err="1">
                <a:solidFill>
                  <a:srgbClr val="F72603"/>
                </a:solidFill>
                <a:ea typeface="华文楷体" pitchFamily="2" charset="-122"/>
              </a:rPr>
              <a:t>i</a:t>
            </a:r>
            <a:r>
              <a:rPr lang="zh-CN" altLang="en-US" sz="2800" b="1" dirty="0">
                <a:solidFill>
                  <a:srgbClr val="F72603"/>
                </a:solidFill>
                <a:ea typeface="华文楷体" pitchFamily="2" charset="-122"/>
              </a:rPr>
              <a:t>在总评价中的影响</a:t>
            </a:r>
            <a:r>
              <a:rPr lang="zh-CN" altLang="en-US" sz="2800" b="1" u="sng" dirty="0">
                <a:solidFill>
                  <a:srgbClr val="F72603"/>
                </a:solidFill>
                <a:ea typeface="华文楷体" pitchFamily="2" charset="-122"/>
              </a:rPr>
              <a:t>程度</a:t>
            </a:r>
            <a:r>
              <a:rPr lang="en-US" altLang="zh-CN" sz="2400" b="1" i="1" u="sng" dirty="0" err="1">
                <a:solidFill>
                  <a:srgbClr val="F72603"/>
                </a:solidFill>
                <a:latin typeface="Times New Roman" panose="02020603050405020304" pitchFamily="18" charset="0"/>
                <a:ea typeface="华文楷体" pitchFamily="2" charset="-122"/>
                <a:cs typeface="Times New Roman" panose="02020603050405020304" pitchFamily="18" charset="0"/>
              </a:rPr>
              <a:t>a</a:t>
            </a:r>
            <a:r>
              <a:rPr lang="en-US" altLang="zh-CN" sz="2400" b="1" i="1" u="sng" baseline="-25000" dirty="0" err="1">
                <a:solidFill>
                  <a:srgbClr val="F72603"/>
                </a:solidFill>
                <a:latin typeface="Times New Roman" panose="02020603050405020304" pitchFamily="18" charset="0"/>
                <a:ea typeface="华文楷体" pitchFamily="2" charset="-122"/>
                <a:cs typeface="Times New Roman" panose="02020603050405020304" pitchFamily="18" charset="0"/>
              </a:rPr>
              <a:t>i</a:t>
            </a:r>
            <a:r>
              <a:rPr lang="zh-CN" altLang="en-US" sz="2800" b="1" dirty="0">
                <a:solidFill>
                  <a:srgbClr val="F72603"/>
                </a:solidFill>
                <a:ea typeface="华文楷体" pitchFamily="2" charset="-122"/>
              </a:rPr>
              <a:t>时，对</a:t>
            </a:r>
            <a:r>
              <a:rPr lang="en-US" altLang="zh-CN" sz="2800" b="1" i="1" dirty="0" err="1">
                <a:solidFill>
                  <a:srgbClr val="F72603"/>
                </a:solidFill>
                <a:latin typeface="Times New Roman" panose="02020603050405020304" pitchFamily="18" charset="0"/>
                <a:ea typeface="华文楷体" pitchFamily="2" charset="-122"/>
                <a:cs typeface="Times New Roman" panose="02020603050405020304" pitchFamily="18" charset="0"/>
              </a:rPr>
              <a:t>r</a:t>
            </a:r>
            <a:r>
              <a:rPr lang="en-US" altLang="zh-CN" sz="2800" b="1" i="1" baseline="-25000" dirty="0" err="1">
                <a:solidFill>
                  <a:srgbClr val="F72603"/>
                </a:solidFill>
                <a:latin typeface="Times New Roman" panose="02020603050405020304" pitchFamily="18" charset="0"/>
                <a:ea typeface="华文楷体" pitchFamily="2" charset="-122"/>
                <a:cs typeface="Times New Roman" panose="02020603050405020304" pitchFamily="18" charset="0"/>
              </a:rPr>
              <a:t>ij</a:t>
            </a:r>
            <a:r>
              <a:rPr lang="zh-CN" altLang="en-US" sz="2800" b="1" dirty="0">
                <a:solidFill>
                  <a:srgbClr val="F72603"/>
                </a:solidFill>
                <a:ea typeface="华文楷体" pitchFamily="2" charset="-122"/>
              </a:rPr>
              <a:t>所进行的调整。</a:t>
            </a:r>
          </a:p>
          <a:p>
            <a:pPr eaLnBrk="1" hangingPunct="1">
              <a:lnSpc>
                <a:spcPct val="110000"/>
              </a:lnSpc>
            </a:pPr>
            <a:r>
              <a:rPr lang="zh-CN" altLang="en-US" sz="2800" dirty="0">
                <a:ea typeface="黑体" pitchFamily="2" charset="-122"/>
              </a:rPr>
              <a:t>最后，通过</a:t>
            </a:r>
            <a:r>
              <a:rPr lang="zh-CN" altLang="en-US" sz="2800" dirty="0">
                <a:solidFill>
                  <a:srgbClr val="CC00CC"/>
                </a:solidFill>
                <a:ea typeface="黑体" pitchFamily="2" charset="-122"/>
              </a:rPr>
              <a:t>广义</a:t>
            </a:r>
            <a:r>
              <a:rPr lang="en-US" altLang="zh-CN" sz="2800" dirty="0">
                <a:solidFill>
                  <a:srgbClr val="CC00CC"/>
                </a:solidFill>
                <a:ea typeface="黑体" pitchFamily="2" charset="-122"/>
              </a:rPr>
              <a:t>F“</a:t>
            </a:r>
            <a:r>
              <a:rPr lang="zh-CN" altLang="en-US" sz="2800" dirty="0">
                <a:solidFill>
                  <a:srgbClr val="CC00CC"/>
                </a:solidFill>
                <a:ea typeface="黑体" pitchFamily="2" charset="-122"/>
              </a:rPr>
              <a:t>或</a:t>
            </a:r>
            <a:r>
              <a:rPr lang="en-US" altLang="zh-CN" sz="2800" dirty="0">
                <a:solidFill>
                  <a:srgbClr val="CC00CC"/>
                </a:solidFill>
                <a:ea typeface="黑体" pitchFamily="2" charset="-122"/>
              </a:rPr>
              <a:t>”</a:t>
            </a:r>
            <a:r>
              <a:rPr lang="zh-CN" altLang="en-US" sz="2800" dirty="0">
                <a:solidFill>
                  <a:srgbClr val="CC00CC"/>
                </a:solidFill>
                <a:ea typeface="黑体" pitchFamily="2" charset="-122"/>
              </a:rPr>
              <a:t>运算</a:t>
            </a:r>
            <a:r>
              <a:rPr lang="zh-CN" altLang="en-US" sz="2800" dirty="0">
                <a:ea typeface="黑体" pitchFamily="2" charset="-122"/>
              </a:rPr>
              <a:t>对各个调整后的隶属程度    进行综合处理，得出合理的综合评价结果。</a:t>
            </a:r>
          </a:p>
        </p:txBody>
      </p:sp>
      <p:graphicFrame>
        <p:nvGraphicFramePr>
          <p:cNvPr id="148484" name="Object 4"/>
          <p:cNvGraphicFramePr>
            <a:graphicFrameLocks noGrp="1" noChangeAspect="1"/>
          </p:cNvGraphicFramePr>
          <p:nvPr>
            <p:ph sz="quarter" idx="2"/>
          </p:nvPr>
        </p:nvGraphicFramePr>
        <p:xfrm>
          <a:off x="4511675" y="2852738"/>
          <a:ext cx="2160588" cy="1147762"/>
        </p:xfrm>
        <a:graphic>
          <a:graphicData uri="http://schemas.openxmlformats.org/presentationml/2006/ole">
            <mc:AlternateContent xmlns:mc="http://schemas.openxmlformats.org/markup-compatibility/2006">
              <mc:Choice xmlns:v="urn:schemas-microsoft-com:vml" Requires="v">
                <p:oleObj name="公式" r:id="rId2" imgW="622030" imgH="330057" progId="Equation.3">
                  <p:embed/>
                </p:oleObj>
              </mc:Choice>
              <mc:Fallback>
                <p:oleObj name="公式" r:id="rId2" imgW="622030" imgH="330057"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675" y="2852738"/>
                        <a:ext cx="2160588" cy="1147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8486" name="Object 6"/>
          <p:cNvGraphicFramePr>
            <a:graphicFrameLocks noGrp="1" noChangeAspect="1"/>
          </p:cNvGraphicFramePr>
          <p:nvPr>
            <p:ph sz="quarter" idx="3"/>
            <p:extLst>
              <p:ext uri="{D42A27DB-BD31-4B8C-83A1-F6EECF244321}">
                <p14:modId xmlns:p14="http://schemas.microsoft.com/office/powerpoint/2010/main" val="2724126099"/>
              </p:ext>
            </p:extLst>
          </p:nvPr>
        </p:nvGraphicFramePr>
        <p:xfrm>
          <a:off x="9160272" y="5373216"/>
          <a:ext cx="392112" cy="604838"/>
        </p:xfrm>
        <a:graphic>
          <a:graphicData uri="http://schemas.openxmlformats.org/presentationml/2006/ole">
            <mc:AlternateContent xmlns:mc="http://schemas.openxmlformats.org/markup-compatibility/2006">
              <mc:Choice xmlns:v="urn:schemas-microsoft-com:vml" Requires="v">
                <p:oleObj name="公式" r:id="rId4" imgW="164957" imgH="253780" progId="Equation.3">
                  <p:embed/>
                </p:oleObj>
              </mc:Choice>
              <mc:Fallback>
                <p:oleObj name="公式" r:id="rId4" imgW="164957" imgH="2537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60272" y="5373216"/>
                        <a:ext cx="392112"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F77E6D2D-A7E9-9C5C-2B23-9179A7F03EA0}"/>
              </a:ext>
            </a:extLst>
          </p:cNvPr>
          <p:cNvSpPr>
            <a:spLocks noGrp="1"/>
          </p:cNvSpPr>
          <p:nvPr>
            <p:ph type="sldNum" sz="quarter" idx="11"/>
          </p:nvPr>
        </p:nvSpPr>
        <p:spPr/>
        <p:txBody>
          <a:bodyPr/>
          <a:lstStyle/>
          <a:p>
            <a:pPr>
              <a:defRPr/>
            </a:pPr>
            <a:fld id="{B1928985-958F-4925-BAAA-4C45D70B67B4}" type="slidenum">
              <a:rPr lang="en-US" altLang="zh-CN" smtClean="0"/>
              <a:pPr>
                <a:defRPr/>
              </a:pPr>
              <a:t>43</a:t>
            </a:fld>
            <a:endParaRPr lang="en-US" altLang="zh-CN"/>
          </a:p>
        </p:txBody>
      </p:sp>
    </p:spTree>
    <p:extLst>
      <p:ext uri="{BB962C8B-B14F-4D97-AF65-F5344CB8AC3E}">
        <p14:creationId xmlns:p14="http://schemas.microsoft.com/office/powerpoint/2010/main" val="23658325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Effect transition="in" filter="wipe(left)">
                                      <p:cBhvr>
                                        <p:cTn id="7" dur="500"/>
                                        <p:tgtEl>
                                          <p:spTgt spid="1484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8483">
                                            <p:txEl>
                                              <p:pRg st="1" end="1"/>
                                            </p:txEl>
                                          </p:spTgt>
                                        </p:tgtEl>
                                        <p:attrNameLst>
                                          <p:attrName>style.visibility</p:attrName>
                                        </p:attrNameLst>
                                      </p:cBhvr>
                                      <p:to>
                                        <p:strVal val="visible"/>
                                      </p:to>
                                    </p:set>
                                    <p:animEffect transition="in" filter="wipe(left)">
                                      <p:cBhvr>
                                        <p:cTn id="12" dur="500"/>
                                        <p:tgtEl>
                                          <p:spTgt spid="148483">
                                            <p:txEl>
                                              <p:pRg st="1" end="1"/>
                                            </p:txEl>
                                          </p:spTgt>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148484"/>
                                        </p:tgtEl>
                                        <p:attrNameLst>
                                          <p:attrName>style.visibility</p:attrName>
                                        </p:attrNameLst>
                                      </p:cBhvr>
                                      <p:to>
                                        <p:strVal val="visible"/>
                                      </p:to>
                                    </p:set>
                                    <p:animEffect transition="in" filter="wipe(up)">
                                      <p:cBhvr>
                                        <p:cTn id="16" dur="500"/>
                                        <p:tgtEl>
                                          <p:spTgt spid="14848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8483">
                                            <p:txEl>
                                              <p:pRg st="4" end="4"/>
                                            </p:txEl>
                                          </p:spTgt>
                                        </p:tgtEl>
                                        <p:attrNameLst>
                                          <p:attrName>style.visibility</p:attrName>
                                        </p:attrNameLst>
                                      </p:cBhvr>
                                      <p:to>
                                        <p:strVal val="visible"/>
                                      </p:to>
                                    </p:set>
                                    <p:animEffect transition="in" filter="wipe(left)">
                                      <p:cBhvr>
                                        <p:cTn id="21" dur="500"/>
                                        <p:tgtEl>
                                          <p:spTgt spid="148483">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8483">
                                            <p:txEl>
                                              <p:pRg st="5" end="5"/>
                                            </p:txEl>
                                          </p:spTgt>
                                        </p:tgtEl>
                                        <p:attrNameLst>
                                          <p:attrName>style.visibility</p:attrName>
                                        </p:attrNameLst>
                                      </p:cBhvr>
                                      <p:to>
                                        <p:strVal val="visible"/>
                                      </p:to>
                                    </p:set>
                                    <p:animEffect transition="in" filter="wipe(left)">
                                      <p:cBhvr>
                                        <p:cTn id="26" dur="500"/>
                                        <p:tgtEl>
                                          <p:spTgt spid="148483">
                                            <p:txEl>
                                              <p:pRg st="5" end="5"/>
                                            </p:txEl>
                                          </p:spTgt>
                                        </p:tgtEl>
                                      </p:cBhvr>
                                    </p:animEffect>
                                  </p:childTnLst>
                                </p:cTn>
                              </p:par>
                              <p:par>
                                <p:cTn id="27" presetID="22" presetClass="entr" presetSubtype="1" fill="hold" nodeType="withEffect">
                                  <p:stCondLst>
                                    <p:cond delay="0"/>
                                  </p:stCondLst>
                                  <p:childTnLst>
                                    <p:set>
                                      <p:cBhvr>
                                        <p:cTn id="28" dur="1" fill="hold">
                                          <p:stCondLst>
                                            <p:cond delay="0"/>
                                          </p:stCondLst>
                                        </p:cTn>
                                        <p:tgtEl>
                                          <p:spTgt spid="148486"/>
                                        </p:tgtEl>
                                        <p:attrNameLst>
                                          <p:attrName>style.visibility</p:attrName>
                                        </p:attrNameLst>
                                      </p:cBhvr>
                                      <p:to>
                                        <p:strVal val="visible"/>
                                      </p:to>
                                    </p:set>
                                    <p:animEffect transition="in" filter="wipe(up)">
                                      <p:cBhvr>
                                        <p:cTn id="29" dur="500"/>
                                        <p:tgtEl>
                                          <p:spTgt spid="148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992313" y="333375"/>
            <a:ext cx="8229600" cy="1371600"/>
          </a:xfrm>
        </p:spPr>
        <p:txBody>
          <a:bodyPr/>
          <a:lstStyle/>
          <a:p>
            <a:pPr algn="ctr" eaLnBrk="1" hangingPunct="1"/>
            <a:r>
              <a:rPr lang="zh-CN" altLang="en-US">
                <a:solidFill>
                  <a:srgbClr val="008000"/>
                </a:solidFill>
                <a:ea typeface="黑体" pitchFamily="2" charset="-122"/>
              </a:rPr>
              <a:t>综合评价过程图</a:t>
            </a:r>
          </a:p>
        </p:txBody>
      </p:sp>
      <p:sp>
        <p:nvSpPr>
          <p:cNvPr id="151555" name="Rectangle 3"/>
          <p:cNvSpPr>
            <a:spLocks noGrp="1" noChangeArrowheads="1"/>
          </p:cNvSpPr>
          <p:nvPr>
            <p:ph type="body" idx="1"/>
          </p:nvPr>
        </p:nvSpPr>
        <p:spPr>
          <a:xfrm>
            <a:off x="1055440" y="1700214"/>
            <a:ext cx="10009112" cy="2168525"/>
          </a:xfrm>
        </p:spPr>
        <p:txBody>
          <a:bodyPr/>
          <a:lstStyle/>
          <a:p>
            <a:pPr eaLnBrk="1" hangingPunct="1">
              <a:buFont typeface="Wingdings" pitchFamily="2" charset="2"/>
              <a:buNone/>
            </a:pPr>
            <a:r>
              <a:rPr lang="en-US" altLang="zh-CN" b="1" dirty="0">
                <a:solidFill>
                  <a:schemeClr val="bg2"/>
                </a:solidFill>
                <a:ea typeface="楷体_GB2312" pitchFamily="49" charset="-122"/>
              </a:rPr>
              <a:t>   </a:t>
            </a:r>
            <a:r>
              <a:rPr lang="zh-CN" altLang="en-US" b="1" dirty="0">
                <a:solidFill>
                  <a:schemeClr val="bg2"/>
                </a:solidFill>
                <a:ea typeface="楷体_GB2312" pitchFamily="49" charset="-122"/>
              </a:rPr>
              <a:t>若把</a:t>
            </a:r>
            <a:r>
              <a:rPr lang="zh-CN" altLang="en-US" b="1" u="sng" dirty="0">
                <a:solidFill>
                  <a:srgbClr val="008000"/>
                </a:solidFill>
                <a:ea typeface="楷体_GB2312" pitchFamily="49" charset="-122"/>
              </a:rPr>
              <a:t>综合评判矩阵</a:t>
            </a:r>
            <a:r>
              <a:rPr lang="en-US" altLang="zh-CN" b="1" u="sng" dirty="0">
                <a:solidFill>
                  <a:srgbClr val="008000"/>
                </a:solidFill>
                <a:ea typeface="楷体_GB2312" pitchFamily="49" charset="-122"/>
              </a:rPr>
              <a:t>R</a:t>
            </a:r>
            <a:r>
              <a:rPr lang="zh-CN" altLang="en-US" b="1" dirty="0">
                <a:solidFill>
                  <a:schemeClr val="bg2"/>
                </a:solidFill>
                <a:ea typeface="楷体_GB2312" pitchFamily="49" charset="-122"/>
              </a:rPr>
              <a:t>看作从</a:t>
            </a:r>
            <a:r>
              <a:rPr lang="zh-CN" altLang="en-US" b="1" u="sng" dirty="0">
                <a:solidFill>
                  <a:schemeClr val="bg2"/>
                </a:solidFill>
                <a:ea typeface="楷体_GB2312" pitchFamily="49" charset="-122"/>
              </a:rPr>
              <a:t>因素论域</a:t>
            </a:r>
            <a:r>
              <a:rPr lang="en-US" altLang="zh-CN" b="1" u="sng" dirty="0">
                <a:solidFill>
                  <a:schemeClr val="bg2"/>
                </a:solidFill>
                <a:ea typeface="楷体_GB2312" pitchFamily="49" charset="-122"/>
              </a:rPr>
              <a:t>U</a:t>
            </a:r>
            <a:r>
              <a:rPr lang="zh-CN" altLang="en-US" b="1" dirty="0">
                <a:solidFill>
                  <a:schemeClr val="bg2"/>
                </a:solidFill>
                <a:ea typeface="楷体_GB2312" pitchFamily="49" charset="-122"/>
              </a:rPr>
              <a:t>到</a:t>
            </a:r>
            <a:r>
              <a:rPr lang="zh-CN" altLang="en-US" b="1" u="sng" dirty="0">
                <a:solidFill>
                  <a:schemeClr val="bg2"/>
                </a:solidFill>
                <a:ea typeface="楷体_GB2312" pitchFamily="49" charset="-122"/>
              </a:rPr>
              <a:t>评语论域</a:t>
            </a:r>
            <a:r>
              <a:rPr lang="en-US" altLang="zh-CN" b="1" u="sng" dirty="0">
                <a:solidFill>
                  <a:schemeClr val="bg2"/>
                </a:solidFill>
                <a:ea typeface="楷体_GB2312" pitchFamily="49" charset="-122"/>
              </a:rPr>
              <a:t>V</a:t>
            </a:r>
            <a:r>
              <a:rPr lang="zh-CN" altLang="en-US" b="1" dirty="0">
                <a:solidFill>
                  <a:schemeClr val="bg2"/>
                </a:solidFill>
                <a:ea typeface="楷体_GB2312" pitchFamily="49" charset="-122"/>
              </a:rPr>
              <a:t>的一个</a:t>
            </a:r>
            <a:r>
              <a:rPr lang="en-US" altLang="zh-CN" b="1" u="sng" dirty="0">
                <a:solidFill>
                  <a:srgbClr val="F72603"/>
                </a:solidFill>
                <a:ea typeface="楷体_GB2312" pitchFamily="49" charset="-122"/>
              </a:rPr>
              <a:t>F</a:t>
            </a:r>
            <a:r>
              <a:rPr lang="zh-CN" altLang="en-US" b="1" u="sng" dirty="0">
                <a:solidFill>
                  <a:srgbClr val="F72603"/>
                </a:solidFill>
                <a:ea typeface="楷体_GB2312" pitchFamily="49" charset="-122"/>
              </a:rPr>
              <a:t>变换器</a:t>
            </a:r>
            <a:r>
              <a:rPr lang="zh-CN" altLang="en-US" b="1" dirty="0">
                <a:solidFill>
                  <a:schemeClr val="bg2"/>
                </a:solidFill>
                <a:ea typeface="楷体_GB2312" pitchFamily="49" charset="-122"/>
              </a:rPr>
              <a:t>，那么，每当输入一个</a:t>
            </a:r>
            <a:r>
              <a:rPr lang="en-US" altLang="zh-CN" b="1" dirty="0">
                <a:solidFill>
                  <a:schemeClr val="bg2"/>
                </a:solidFill>
                <a:ea typeface="楷体_GB2312" pitchFamily="49" charset="-122"/>
              </a:rPr>
              <a:t>F</a:t>
            </a:r>
            <a:r>
              <a:rPr lang="zh-CN" altLang="en-US" b="1" dirty="0">
                <a:solidFill>
                  <a:schemeClr val="bg2"/>
                </a:solidFill>
                <a:ea typeface="楷体_GB2312" pitchFamily="49" charset="-122"/>
              </a:rPr>
              <a:t>集</a:t>
            </a:r>
            <a:r>
              <a:rPr lang="en-US" altLang="zh-CN" b="1" dirty="0">
                <a:solidFill>
                  <a:schemeClr val="bg2"/>
                </a:solidFill>
                <a:ea typeface="楷体_GB2312" pitchFamily="49" charset="-122"/>
              </a:rPr>
              <a:t>A</a:t>
            </a:r>
            <a:r>
              <a:rPr lang="zh-CN" altLang="en-US" b="1" dirty="0">
                <a:solidFill>
                  <a:schemeClr val="bg2"/>
                </a:solidFill>
                <a:ea typeface="楷体_GB2312" pitchFamily="49" charset="-122"/>
              </a:rPr>
              <a:t>，通过</a:t>
            </a:r>
            <a:r>
              <a:rPr lang="zh-CN" altLang="en-US" b="1" u="sng" dirty="0">
                <a:solidFill>
                  <a:srgbClr val="008000"/>
                </a:solidFill>
                <a:ea typeface="楷体_GB2312" pitchFamily="49" charset="-122"/>
              </a:rPr>
              <a:t>变换器</a:t>
            </a:r>
            <a:r>
              <a:rPr lang="en-US" altLang="zh-CN" b="1" u="sng" dirty="0">
                <a:solidFill>
                  <a:srgbClr val="008000"/>
                </a:solidFill>
                <a:ea typeface="楷体_GB2312" pitchFamily="49" charset="-122"/>
              </a:rPr>
              <a:t>R</a:t>
            </a:r>
            <a:r>
              <a:rPr lang="zh-CN" altLang="en-US" b="1" dirty="0">
                <a:solidFill>
                  <a:schemeClr val="bg2"/>
                </a:solidFill>
                <a:ea typeface="楷体_GB2312" pitchFamily="49" charset="-122"/>
              </a:rPr>
              <a:t>就可输出一个相应的综合评判结果，即</a:t>
            </a:r>
            <a:r>
              <a:rPr lang="en-US" altLang="zh-CN" b="1" u="sng" dirty="0">
                <a:solidFill>
                  <a:schemeClr val="bg2"/>
                </a:solidFill>
                <a:ea typeface="楷体_GB2312" pitchFamily="49" charset="-122"/>
              </a:rPr>
              <a:t>F</a:t>
            </a:r>
            <a:r>
              <a:rPr lang="zh-CN" altLang="en-US" b="1" u="sng" dirty="0">
                <a:solidFill>
                  <a:schemeClr val="bg2"/>
                </a:solidFill>
                <a:ea typeface="楷体_GB2312" pitchFamily="49" charset="-122"/>
              </a:rPr>
              <a:t>综合评价集</a:t>
            </a:r>
            <a:r>
              <a:rPr lang="en-US" altLang="zh-CN" b="1" u="sng" dirty="0">
                <a:solidFill>
                  <a:schemeClr val="bg2"/>
                </a:solidFill>
                <a:ea typeface="楷体_GB2312" pitchFamily="49" charset="-122"/>
              </a:rPr>
              <a:t>B</a:t>
            </a:r>
            <a:r>
              <a:rPr lang="zh-CN" altLang="en-US" b="1" dirty="0">
                <a:solidFill>
                  <a:schemeClr val="bg2"/>
                </a:solidFill>
                <a:ea typeface="楷体_GB2312" pitchFamily="49" charset="-122"/>
              </a:rPr>
              <a:t>。</a:t>
            </a:r>
          </a:p>
        </p:txBody>
      </p:sp>
      <p:grpSp>
        <p:nvGrpSpPr>
          <p:cNvPr id="151564" name="Group 12"/>
          <p:cNvGrpSpPr>
            <a:grpSpLocks/>
          </p:cNvGrpSpPr>
          <p:nvPr/>
        </p:nvGrpSpPr>
        <p:grpSpPr bwMode="auto">
          <a:xfrm>
            <a:off x="3359150" y="4365649"/>
            <a:ext cx="5329238" cy="1871663"/>
            <a:chOff x="1156" y="2478"/>
            <a:chExt cx="3357" cy="1179"/>
          </a:xfrm>
        </p:grpSpPr>
        <p:sp>
          <p:nvSpPr>
            <p:cNvPr id="25605" name="Rectangle 4"/>
            <p:cNvSpPr>
              <a:spLocks noChangeArrowheads="1"/>
            </p:cNvSpPr>
            <p:nvPr/>
          </p:nvSpPr>
          <p:spPr bwMode="auto">
            <a:xfrm>
              <a:off x="2064" y="2931"/>
              <a:ext cx="1451" cy="726"/>
            </a:xfrm>
            <a:prstGeom prst="rect">
              <a:avLst/>
            </a:prstGeom>
            <a:solidFill>
              <a:srgbClr val="9BF2FB"/>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06" name="Text Box 5"/>
            <p:cNvSpPr txBox="1">
              <a:spLocks noChangeArrowheads="1"/>
            </p:cNvSpPr>
            <p:nvPr/>
          </p:nvSpPr>
          <p:spPr bwMode="auto">
            <a:xfrm>
              <a:off x="2653" y="3067"/>
              <a:ext cx="59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sz="3600"/>
                <a:t>R</a:t>
              </a:r>
            </a:p>
          </p:txBody>
        </p:sp>
        <p:sp>
          <p:nvSpPr>
            <p:cNvPr id="25607" name="Line 6"/>
            <p:cNvSpPr>
              <a:spLocks noChangeShapeType="1"/>
            </p:cNvSpPr>
            <p:nvPr/>
          </p:nvSpPr>
          <p:spPr bwMode="auto">
            <a:xfrm>
              <a:off x="1338" y="3294"/>
              <a:ext cx="72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08" name="Line 7"/>
            <p:cNvSpPr>
              <a:spLocks noChangeShapeType="1"/>
            </p:cNvSpPr>
            <p:nvPr/>
          </p:nvSpPr>
          <p:spPr bwMode="auto">
            <a:xfrm>
              <a:off x="3515" y="3294"/>
              <a:ext cx="72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09" name="Text Box 8"/>
            <p:cNvSpPr txBox="1">
              <a:spLocks noChangeArrowheads="1"/>
            </p:cNvSpPr>
            <p:nvPr/>
          </p:nvSpPr>
          <p:spPr bwMode="auto">
            <a:xfrm>
              <a:off x="1156" y="2931"/>
              <a:ext cx="122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2800"/>
                <a:t>输入</a:t>
              </a:r>
              <a:r>
                <a:rPr lang="en-US" altLang="zh-CN" sz="2800"/>
                <a:t>A</a:t>
              </a:r>
            </a:p>
          </p:txBody>
        </p:sp>
        <p:sp>
          <p:nvSpPr>
            <p:cNvPr id="25610" name="Text Box 10"/>
            <p:cNvSpPr txBox="1">
              <a:spLocks noChangeArrowheads="1"/>
            </p:cNvSpPr>
            <p:nvPr/>
          </p:nvSpPr>
          <p:spPr bwMode="auto">
            <a:xfrm>
              <a:off x="3606" y="2931"/>
              <a:ext cx="90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sz="2800"/>
                <a:t>输出</a:t>
              </a:r>
              <a:r>
                <a:rPr lang="en-US" altLang="zh-CN" sz="2800"/>
                <a:t>B</a:t>
              </a:r>
            </a:p>
          </p:txBody>
        </p:sp>
        <p:sp>
          <p:nvSpPr>
            <p:cNvPr id="25611" name="Text Box 11"/>
            <p:cNvSpPr txBox="1">
              <a:spLocks noChangeArrowheads="1"/>
            </p:cNvSpPr>
            <p:nvPr/>
          </p:nvSpPr>
          <p:spPr bwMode="auto">
            <a:xfrm>
              <a:off x="2290" y="2478"/>
              <a:ext cx="15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sz="3200" dirty="0">
                  <a:solidFill>
                    <a:srgbClr val="F72603"/>
                  </a:solidFill>
                </a:rPr>
                <a:t>A</a:t>
              </a:r>
              <a:r>
                <a:rPr lang="zh-CN" altLang="en-US" sz="3200" dirty="0">
                  <a:solidFill>
                    <a:srgbClr val="FF0000"/>
                  </a:solidFill>
                  <a:latin typeface="黑体" pitchFamily="2" charset="-122"/>
                  <a:ea typeface="黑体" pitchFamily="2" charset="-122"/>
                </a:rPr>
                <a:t>*</a:t>
              </a:r>
              <a:r>
                <a:rPr lang="en-US" altLang="zh-CN" sz="3200" dirty="0">
                  <a:solidFill>
                    <a:srgbClr val="F72603"/>
                  </a:solidFill>
                </a:rPr>
                <a:t>R=B</a:t>
              </a:r>
            </a:p>
          </p:txBody>
        </p:sp>
      </p:grpSp>
      <p:sp>
        <p:nvSpPr>
          <p:cNvPr id="2" name="灯片编号占位符 1">
            <a:extLst>
              <a:ext uri="{FF2B5EF4-FFF2-40B4-BE49-F238E27FC236}">
                <a16:creationId xmlns:a16="http://schemas.microsoft.com/office/drawing/2014/main" id="{628A73C1-9028-1176-E096-C1741B95A38A}"/>
              </a:ext>
            </a:extLst>
          </p:cNvPr>
          <p:cNvSpPr>
            <a:spLocks noGrp="1"/>
          </p:cNvSpPr>
          <p:nvPr>
            <p:ph type="sldNum" sz="quarter" idx="11"/>
          </p:nvPr>
        </p:nvSpPr>
        <p:spPr/>
        <p:txBody>
          <a:bodyPr/>
          <a:lstStyle/>
          <a:p>
            <a:pPr>
              <a:defRPr/>
            </a:pPr>
            <a:fld id="{EF24B7D7-F746-4E05-9A11-DD4FB4529D5B}" type="slidenum">
              <a:rPr lang="en-US" altLang="zh-CN" smtClean="0"/>
              <a:pPr>
                <a:defRPr/>
              </a:pPr>
              <a:t>44</a:t>
            </a:fld>
            <a:endParaRPr lang="en-US" altLang="zh-CN"/>
          </a:p>
        </p:txBody>
      </p:sp>
    </p:spTree>
    <p:extLst>
      <p:ext uri="{BB962C8B-B14F-4D97-AF65-F5344CB8AC3E}">
        <p14:creationId xmlns:p14="http://schemas.microsoft.com/office/powerpoint/2010/main" val="35454727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51564"/>
                                        </p:tgtEl>
                                        <p:attrNameLst>
                                          <p:attrName>style.visibility</p:attrName>
                                        </p:attrNameLst>
                                      </p:cBhvr>
                                      <p:to>
                                        <p:strVal val="visible"/>
                                      </p:to>
                                    </p:set>
                                    <p:animEffect transition="in" filter="wipe(up)">
                                      <p:cBhvr>
                                        <p:cTn id="7" dur="500"/>
                                        <p:tgtEl>
                                          <p:spTgt spid="1515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1555">
                                            <p:txEl>
                                              <p:pRg st="0" end="0"/>
                                            </p:txEl>
                                          </p:spTgt>
                                        </p:tgtEl>
                                        <p:attrNameLst>
                                          <p:attrName>style.visibility</p:attrName>
                                        </p:attrNameLst>
                                      </p:cBhvr>
                                      <p:to>
                                        <p:strVal val="visible"/>
                                      </p:to>
                                    </p:set>
                                    <p:animEffect transition="in" filter="wipe(left)">
                                      <p:cBhvr>
                                        <p:cTn id="12" dur="500"/>
                                        <p:tgtEl>
                                          <p:spTgt spid="1515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solidFill>
                  <a:srgbClr val="057939"/>
                </a:solidFill>
                <a:latin typeface="黑体" panose="02010609060101010101" pitchFamily="49" charset="-122"/>
                <a:ea typeface="黑体" panose="02010609060101010101" pitchFamily="49" charset="-122"/>
              </a:rPr>
              <a:t>作业</a:t>
            </a:r>
          </a:p>
        </p:txBody>
      </p:sp>
      <p:sp>
        <p:nvSpPr>
          <p:cNvPr id="3" name="内容占位符 2"/>
          <p:cNvSpPr>
            <a:spLocks noGrp="1"/>
          </p:cNvSpPr>
          <p:nvPr>
            <p:ph idx="1"/>
          </p:nvPr>
        </p:nvSpPr>
        <p:spPr/>
        <p:txBody>
          <a:bodyPr/>
          <a:lstStyle/>
          <a:p>
            <a:r>
              <a:rPr lang="zh-CN" altLang="en-US" sz="3600" b="1" dirty="0"/>
              <a:t>习题三  </a:t>
            </a:r>
            <a:r>
              <a:rPr lang="en-US" altLang="zh-CN" sz="3600" b="1" dirty="0"/>
              <a:t>24</a:t>
            </a:r>
          </a:p>
          <a:p>
            <a:r>
              <a:rPr lang="zh-CN" altLang="en-US" sz="3600" b="1" dirty="0"/>
              <a:t>习题四</a:t>
            </a:r>
            <a:endParaRPr lang="en-US" altLang="zh-CN" sz="3600" b="1" dirty="0"/>
          </a:p>
          <a:p>
            <a:pPr marL="0" indent="0">
              <a:buNone/>
            </a:pPr>
            <a:r>
              <a:rPr lang="en-US" altLang="zh-CN" sz="3600" b="1" dirty="0"/>
              <a:t>       1</a:t>
            </a:r>
            <a:r>
              <a:rPr lang="zh-CN" altLang="en-US" sz="3600" b="1" dirty="0"/>
              <a:t>，</a:t>
            </a:r>
            <a:r>
              <a:rPr lang="en-US" altLang="zh-CN" sz="3600" b="1" dirty="0"/>
              <a:t>2</a:t>
            </a:r>
            <a:r>
              <a:rPr lang="zh-CN" altLang="en-US" sz="3600" b="1" dirty="0"/>
              <a:t>，</a:t>
            </a:r>
            <a:r>
              <a:rPr lang="en-US" altLang="zh-CN" sz="3600" b="1" dirty="0"/>
              <a:t>4</a:t>
            </a:r>
            <a:r>
              <a:rPr lang="zh-CN" altLang="en-US" sz="3600" b="1" dirty="0"/>
              <a:t>，</a:t>
            </a:r>
            <a:r>
              <a:rPr lang="en-US" altLang="zh-CN" sz="3600" b="1" dirty="0"/>
              <a:t>5</a:t>
            </a:r>
            <a:r>
              <a:rPr lang="zh-CN" altLang="en-US" sz="3600" b="1" dirty="0"/>
              <a:t>，</a:t>
            </a:r>
            <a:r>
              <a:rPr lang="en-US" altLang="zh-CN" sz="3600" b="1" dirty="0"/>
              <a:t>6</a:t>
            </a:r>
            <a:r>
              <a:rPr lang="zh-CN" altLang="en-US" sz="3600" b="1" dirty="0"/>
              <a:t>，</a:t>
            </a:r>
            <a:r>
              <a:rPr lang="en-US" altLang="zh-CN" sz="3600" b="1" dirty="0"/>
              <a:t>7</a:t>
            </a:r>
            <a:endParaRPr lang="zh-CN" altLang="en-US" sz="3600" b="1" dirty="0"/>
          </a:p>
          <a:p>
            <a:pPr marL="0" indent="0">
              <a:buNone/>
            </a:pPr>
            <a:endParaRPr lang="zh-CN" altLang="en-US" sz="3600" b="1" dirty="0"/>
          </a:p>
        </p:txBody>
      </p:sp>
      <p:sp>
        <p:nvSpPr>
          <p:cNvPr id="4" name="灯片编号占位符 3">
            <a:extLst>
              <a:ext uri="{FF2B5EF4-FFF2-40B4-BE49-F238E27FC236}">
                <a16:creationId xmlns:a16="http://schemas.microsoft.com/office/drawing/2014/main" id="{D446FA9A-EA51-52F2-6F29-8D9D0B1F87F7}"/>
              </a:ext>
            </a:extLst>
          </p:cNvPr>
          <p:cNvSpPr>
            <a:spLocks noGrp="1"/>
          </p:cNvSpPr>
          <p:nvPr>
            <p:ph type="sldNum" sz="quarter" idx="11"/>
          </p:nvPr>
        </p:nvSpPr>
        <p:spPr/>
        <p:txBody>
          <a:bodyPr/>
          <a:lstStyle/>
          <a:p>
            <a:pPr>
              <a:defRPr/>
            </a:pPr>
            <a:fld id="{EF24B7D7-F746-4E05-9A11-DD4FB4529D5B}" type="slidenum">
              <a:rPr lang="en-US" altLang="zh-CN" smtClean="0"/>
              <a:pPr>
                <a:defRPr/>
              </a:pPr>
              <a:t>45</a:t>
            </a:fld>
            <a:endParaRPr lang="en-US" altLang="zh-CN"/>
          </a:p>
        </p:txBody>
      </p:sp>
    </p:spTree>
    <p:extLst>
      <p:ext uri="{BB962C8B-B14F-4D97-AF65-F5344CB8AC3E}">
        <p14:creationId xmlns:p14="http://schemas.microsoft.com/office/powerpoint/2010/main" val="94727836"/>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27735</TotalTime>
  <Words>3842</Words>
  <Application>Microsoft Office PowerPoint</Application>
  <PresentationFormat>宽屏</PresentationFormat>
  <Paragraphs>448</Paragraphs>
  <Slides>45</Slides>
  <Notes>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45</vt:i4>
      </vt:variant>
    </vt:vector>
  </HeadingPairs>
  <TitlesOfParts>
    <vt:vector size="61" baseType="lpstr">
      <vt:lpstr>黑体</vt:lpstr>
      <vt:lpstr>华文楷体</vt:lpstr>
      <vt:lpstr>楷体_GB2312</vt:lpstr>
      <vt:lpstr>隶书</vt:lpstr>
      <vt:lpstr>宋体</vt:lpstr>
      <vt:lpstr>Arial</vt:lpstr>
      <vt:lpstr>Arial Black</vt:lpstr>
      <vt:lpstr>Monotype Corsiva</vt:lpstr>
      <vt:lpstr>Symbol</vt:lpstr>
      <vt:lpstr>Times New Roman</vt:lpstr>
      <vt:lpstr>Tunga</vt:lpstr>
      <vt:lpstr>Wingdings</vt:lpstr>
      <vt:lpstr>Pixel</vt:lpstr>
      <vt:lpstr>MathType 6.0 Equation</vt:lpstr>
      <vt:lpstr>公式</vt:lpstr>
      <vt:lpstr>Equation</vt:lpstr>
      <vt:lpstr>第 4 章 模糊映射与综合评判</vt:lpstr>
      <vt:lpstr>4.1 F映射</vt:lpstr>
      <vt:lpstr>普通映射的扩张</vt:lpstr>
      <vt:lpstr>F映射的定义</vt:lpstr>
      <vt:lpstr>F映射举例</vt:lpstr>
      <vt:lpstr>F映射举例[P94例1]</vt:lpstr>
      <vt:lpstr>截影的定义</vt:lpstr>
      <vt:lpstr>截影举例[P94例1]</vt:lpstr>
      <vt:lpstr>截影举例[P94例1]</vt:lpstr>
      <vt:lpstr>截影举例[P95例2]</vt:lpstr>
      <vt:lpstr>有关F关系与F映射的[定理1][P95]</vt:lpstr>
      <vt:lpstr>由[定理1]可以有下面结论:</vt:lpstr>
      <vt:lpstr>给定F映射，求F关系的方法</vt:lpstr>
      <vt:lpstr>给定F映射，求F关系的方法举例</vt:lpstr>
      <vt:lpstr>给定F关系，求F映射的方法</vt:lpstr>
      <vt:lpstr>给定F关系，求F映射的方法举例</vt:lpstr>
      <vt:lpstr>4.2   F变换</vt:lpstr>
      <vt:lpstr>F变换举例</vt:lpstr>
      <vt:lpstr>用F关系求F变换的方法</vt:lpstr>
      <vt:lpstr>用F关系求F变换方法举例[P97例2]</vt:lpstr>
      <vt:lpstr>用F关系求F变换方法举例[P97例2]</vt:lpstr>
      <vt:lpstr>用F关系求F变换方法举例[P98例3]</vt:lpstr>
      <vt:lpstr>用F关系求F变换方法举例[P98例3]</vt:lpstr>
      <vt:lpstr>求F变换举例[P98例4]</vt:lpstr>
      <vt:lpstr>求F变换举例[P98例4]</vt:lpstr>
      <vt:lpstr>从F映射求F变换举例[P99例5]</vt:lpstr>
      <vt:lpstr>从F映射求F变换举例[P99例5]</vt:lpstr>
      <vt:lpstr>F线性变换</vt:lpstr>
      <vt:lpstr>F关系、 F映射和F变换的关系</vt:lpstr>
      <vt:lpstr>PowerPoint 演示文稿</vt:lpstr>
      <vt:lpstr>[例]已知集合X 和Y ,f 是X到Y的F映射，Tf 为由f  确定的从X 到Y 的F变换.试求F映射f。</vt:lpstr>
      <vt:lpstr>PowerPoint 演示文稿</vt:lpstr>
      <vt:lpstr>PowerPoint 演示文稿</vt:lpstr>
      <vt:lpstr>PowerPoint 演示文稿</vt:lpstr>
      <vt:lpstr>4.3  F综合评判</vt:lpstr>
      <vt:lpstr>F综合评判分类</vt:lpstr>
      <vt:lpstr>一级F综合评判</vt:lpstr>
      <vt:lpstr>一级F综合评判的步骤</vt:lpstr>
      <vt:lpstr>一级F综合评判的步骤</vt:lpstr>
      <vt:lpstr>一级F综合评判的步骤</vt:lpstr>
      <vt:lpstr>一级F综合评判的步骤</vt:lpstr>
      <vt:lpstr>一级F综合评判的步骤</vt:lpstr>
      <vt:lpstr>F综合评价的意义</vt:lpstr>
      <vt:lpstr>综合评价过程图</vt:lpstr>
      <vt:lpstr>作业</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4 章 模糊映射与综合评判</dc:title>
  <dc:creator>凌卫新</dc:creator>
  <cp:lastModifiedBy>wxling66@outlook.com</cp:lastModifiedBy>
  <cp:revision>216</cp:revision>
  <dcterms:created xsi:type="dcterms:W3CDTF">2007-04-24T08:13:12Z</dcterms:created>
  <dcterms:modified xsi:type="dcterms:W3CDTF">2026-04-21T14:19:23Z</dcterms:modified>
</cp:coreProperties>
</file>