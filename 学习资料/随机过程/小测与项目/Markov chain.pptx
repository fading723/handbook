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6" r:id="rId5"/>
    <p:sldId id="259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 descr="transition_matrix_heatma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8360" y="638810"/>
            <a:ext cx="6050280" cy="53873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 descr="stationary_distribut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3690" y="1371600"/>
            <a:ext cx="64846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distribution_after_10_step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0390" y="619125"/>
            <a:ext cx="739902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 descr="simulation_path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700" y="963295"/>
            <a:ext cx="950214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repeated_simulation_histogram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280160"/>
            <a:ext cx="10881360" cy="4297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幸瑞</dc:creator>
  <cp:lastModifiedBy>淡忘旧梦</cp:lastModifiedBy>
  <cp:revision>7</cp:revision>
  <dcterms:created xsi:type="dcterms:W3CDTF">2023-08-09T12:44:00Z</dcterms:created>
  <dcterms:modified xsi:type="dcterms:W3CDTF">2026-06-09T04:32:26Z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4638B022FD7443268CCDC801C9B6B421_12</vt:lpwstr>
  </property>
</Properties>
</file>